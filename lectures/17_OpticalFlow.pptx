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9"/>
  </p:notesMasterIdLst>
  <p:sldIdLst>
    <p:sldId id="256" r:id="rId2"/>
    <p:sldId id="362" r:id="rId3"/>
    <p:sldId id="261" r:id="rId4"/>
    <p:sldId id="260" r:id="rId5"/>
    <p:sldId id="262" r:id="rId6"/>
    <p:sldId id="263" r:id="rId7"/>
    <p:sldId id="264" r:id="rId8"/>
    <p:sldId id="363" r:id="rId9"/>
    <p:sldId id="364" r:id="rId10"/>
    <p:sldId id="365" r:id="rId11"/>
    <p:sldId id="372" r:id="rId12"/>
    <p:sldId id="373" r:id="rId13"/>
    <p:sldId id="367" r:id="rId14"/>
    <p:sldId id="374" r:id="rId15"/>
    <p:sldId id="368" r:id="rId16"/>
    <p:sldId id="265" r:id="rId17"/>
    <p:sldId id="266" r:id="rId18"/>
    <p:sldId id="267" r:id="rId19"/>
    <p:sldId id="268" r:id="rId20"/>
    <p:sldId id="269" r:id="rId21"/>
    <p:sldId id="270" r:id="rId22"/>
    <p:sldId id="369" r:id="rId23"/>
    <p:sldId id="3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61" r:id="rId55"/>
    <p:sldId id="302" r:id="rId56"/>
    <p:sldId id="303" r:id="rId57"/>
    <p:sldId id="375" r:id="rId58"/>
    <p:sldId id="304" r:id="rId59"/>
    <p:sldId id="305" r:id="rId60"/>
    <p:sldId id="306" r:id="rId61"/>
    <p:sldId id="307" r:id="rId62"/>
    <p:sldId id="308" r:id="rId63"/>
    <p:sldId id="309" r:id="rId64"/>
    <p:sldId id="310" r:id="rId65"/>
    <p:sldId id="311" r:id="rId66"/>
    <p:sldId id="312" r:id="rId67"/>
    <p:sldId id="313" r:id="rId68"/>
    <p:sldId id="314" r:id="rId69"/>
    <p:sldId id="315" r:id="rId70"/>
    <p:sldId id="316" r:id="rId71"/>
    <p:sldId id="317" r:id="rId72"/>
    <p:sldId id="318" r:id="rId73"/>
    <p:sldId id="319" r:id="rId74"/>
    <p:sldId id="320" r:id="rId75"/>
    <p:sldId id="321" r:id="rId76"/>
    <p:sldId id="322" r:id="rId77"/>
    <p:sldId id="323" r:id="rId78"/>
    <p:sldId id="324" r:id="rId79"/>
    <p:sldId id="325" r:id="rId80"/>
    <p:sldId id="326" r:id="rId81"/>
    <p:sldId id="327" r:id="rId82"/>
    <p:sldId id="328" r:id="rId83"/>
    <p:sldId id="329" r:id="rId84"/>
    <p:sldId id="330" r:id="rId85"/>
    <p:sldId id="331" r:id="rId86"/>
    <p:sldId id="332" r:id="rId87"/>
    <p:sldId id="333" r:id="rId88"/>
    <p:sldId id="376" r:id="rId89"/>
    <p:sldId id="334" r:id="rId90"/>
    <p:sldId id="335" r:id="rId91"/>
    <p:sldId id="336" r:id="rId92"/>
    <p:sldId id="337" r:id="rId93"/>
    <p:sldId id="338" r:id="rId94"/>
    <p:sldId id="339" r:id="rId95"/>
    <p:sldId id="340" r:id="rId96"/>
    <p:sldId id="341" r:id="rId97"/>
    <p:sldId id="342" r:id="rId98"/>
    <p:sldId id="378" r:id="rId99"/>
    <p:sldId id="343" r:id="rId100"/>
    <p:sldId id="344" r:id="rId101"/>
    <p:sldId id="345" r:id="rId102"/>
    <p:sldId id="346" r:id="rId103"/>
    <p:sldId id="347" r:id="rId104"/>
    <p:sldId id="348" r:id="rId105"/>
    <p:sldId id="349" r:id="rId106"/>
    <p:sldId id="350" r:id="rId107"/>
    <p:sldId id="351" r:id="rId108"/>
    <p:sldId id="352" r:id="rId109"/>
    <p:sldId id="353" r:id="rId110"/>
    <p:sldId id="354" r:id="rId111"/>
    <p:sldId id="355" r:id="rId112"/>
    <p:sldId id="356" r:id="rId113"/>
    <p:sldId id="357" r:id="rId114"/>
    <p:sldId id="358" r:id="rId115"/>
    <p:sldId id="359" r:id="rId116"/>
    <p:sldId id="360" r:id="rId117"/>
    <p:sldId id="379" r:id="rId118"/>
  </p:sldIdLst>
  <p:sldSz cx="13004800" cy="9753600"/>
  <p:notesSz cx="130048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577"/>
    <p:restoredTop sz="79285"/>
  </p:normalViewPr>
  <p:slideViewPr>
    <p:cSldViewPr>
      <p:cViewPr varScale="1">
        <p:scale>
          <a:sx n="64" d="100"/>
          <a:sy n="64" d="100"/>
        </p:scale>
        <p:origin x="304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notesMaster" Target="notesMasters/notesMaster1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viewProps" Target="view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15:10:35.2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1693 24575,'31'-16'0,"20"-14"0,-7 5 0,4-2 0,-11 6 0,1 0 0,0-1 0,2 0 0,0 1 0,0-1-364,2 0 1,-1 1-1,1 0 364,-2 0 0,-1 1 0,2-1 0,3-2 0,0 0 0,1-1 0,1 1 0,1-2 0,-1 1 0,2-2 0,-1 0 0,0-1 0,-1 2 0,-1 1 0,-2-1 0,-1 0 0,-2 1 0,0-1 0,-2 0 0,0 0 0,-2-1 0,14-10 0,-3-2 0,-2 0 0,-1-1 178,-5 3 1,0 0-179,-5 3 0,-1 0 90,-2 4 1,-2 0-91,-1 3 0,-2 1 0,0 1 0,-1 0 0,-1 1 0,0 0 276,-1 0 1,-1 1-277,20-21 0,-6 4 0,-7 6 0,-6 6 0,-4 6 0,-5 4 0,-3 3 0,-4 3 0,-3 0 0,-2 3 0,1 0 0,-1-1 0,3 1 0,0-3 0,2-4 0,1-1 0,0-2 0,0 2 0,0 2 0,-2 2 0,-3 6 0,-8 5 0,-10 5 0,-7 3 0,-7 1 0,-2 0 0,-2 1 0,-1 0 0,3-1 0,3 1 0,2-1 0,4-1 0,2 1 0,3 0 0,1-1 0,3-1 0,6-2 0,12-3 0,16-5 0,12-3 0,6-2 0,0 1 0,-4 1 0,-4 1 0,-4 0 0,-5 2 0,-2 0 0,-2 0 0,-3 2 0,-2 0 0,-1 2 0,-2 0 0,-1 0 0,-1 0 0,0 0 0,3 0 0,0 0 0,2 0 0,-2 0 0,-3 1 0,-2 2 0,0 6 0,1 9 0,5 10 0,2 3 0,1-2 0,1-7 0,0-4 0,1-5 0,1-2 0,-1-3 0,-1-3 0,-8-3 0,-3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16:53:26.0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5149 0 24575,'0'28'0,"-6"21"0,-16 41 0,4-28 0,-5 4 0,-7 8 0,-6 3 0,6-18 0,-2 1 0,-2-2 0,-15 27 0,-2-5 0,2-7 0,0-5 0,6-9 0,1-6 0,-17 18 0,2-10 0,3-9 0,1-6 0,-2-1 0,1-1 0,-3 3 0,-11 3 0,25-22 0,-3 0 0,-10 0 0,-3 0 0,-9 1 0,-4-1 0,-3 1 0,0-2 0,-1-1 0,1-3 0,5-1 0,0-4 0,5-4 0,0-3 0,2-3 0,1-4 0,-1-1 0,0-2 0,-2 0 0,0-1 0,2 0 0,0 0 0,1 0 0,0 0 0,3 0 0,-1 0 0,4 0 0,0 0 0,2 0 0,0 0 0,-46-5 0,3-8 0,-1-9 0,49 7 0,-1-2 0,0 0 0,0-1 0,0 0 0,-1-1 0,1 0 0,0 0 0,-1 1 0,1 1 0,0 1 0,0 2 0,-46-13 0,2 0 0,3-3 0,43 12 0,1-2 0,-3-1 0,0-1 0,-2-3 0,-1-1 0,1-1 0,0 0 0,4-1 0,0 1 0,-35-23 0,14 9 0,9 7 0,6 5 0,7 5 0,4 7 0,6 5 0,8 3 0,7-1 0,7-2 0,-1-1 0,0 1 0,1 10 0,5 20 0,5 20 0,5 27 0,0 6 0,0-9 0,0-14 0,-6-23 0,-4-14 0,-6-13 0,-3-13 0,3-15 0,2-8 0,6-6 0,3 4 0,4 7 0,1 6 0,0 2 0,0 0 0,0-3 0,2 2 0,3 3 0,5 6 0,7 7 0,5 2 0,6 3 0,4 2 0,3 0 0,-2-1 0,2 0 0,0 1 0,2 3 0,3 0 0,2 3 0,1 8 0,0 3 0,-1 3 0,-3-3 0,0-6 0,-3-3 0,-5-4 0,-6-1 0,-9 3 0,-4 0 0,-8 0 0,-1-1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17:18:28.3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2548 24575,'0'-76'0,"0"21"0,0-5 0,0-12 0,0-3 0,0-10 0,0 0 0,0 1 0,0 3 0,2 11 0,0 3 0,1 4 0,1 3 0,10-38 0,6 16 0,2 3 0,4 8 0,2 6 0,2 4 0,2 4 0,0 2 0,3 0 0,3 2 0,7-6 0,7-7 0,6-2 0,6-7 0,1 4 0,-3 4 0,-6 7 0,-10 14 0,-8 8 0,-6 8 0,-3 6 0,1 4 0,-1 4 0,-3 2 0,-4 3 0,-3 3 0,-1 5 0,1 3 0,3-2 0,-1-3 0,-7-3 0,-14 1 0,-22-8 0,-24-6 0,-19-8 0,-7-4 0,-4 4 0,2 3 0,4 4 0,6-1 0,13 4 0,12 4 0,21 6 0,80 36 0,6 10 0,-3-4 0,3 3 0,-14-2 0,-1-1 0,-3-2 0,0-2 0,35 20 0,-19-11 0,-21-13 0,-17-7 0,-10-7 0,-7-4 0,-11 13 0,-7 20 0,-13 29 0,-3 14 0,6 4 0,8-9 0,8-19 0,1-11 0,0-14 0,0-17 0,0-5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17:18:32.5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2170 2128 24575,'-39'0'0,"0"0"0,-5 0 0,2 0 0,8 0 0,0 0 0,5 0 0,-1 0 0,-6 0 0,-6 0 0,-5-3 0,-3-2 0,2-2 0,0-4 0,0-5 0,0-7 0,-4-9 0,-2-8 0,-8-7 0,-7-3 0,-4 0 0,-7 0 0,4 3 0,-2-2 0,3 4 0,4 0 0,1-1 0,4-3 0,4-9 0,5-12 0,30 27 0,3-2 0,2-3 0,2-2 0,2-1 0,1 0 0,-8-46 0,5 13 0,5 12 0,3 6 0,0 9 0,1 0 0,1 1 0,2 4 0,1-3 0,1 2 0,-2-5 0,0 1 0,4 4 0,-1 3 0,2 4 0,-2 4 0,-1 9 0,0 5 0,2 7 0,-1 4 0,0 11 0,-5 19 0,-6 22 0,0 10 0,-3 0 0,8-7 0,0-13 0,0-6 0,-4-1 0,-5 2 0,-3 6 0,0 3 0,0 1 0,0-1 0,7 0 0,5-2 0,6-10 0,4-11 0,1-25 0,0-4 0,0-9 0,0 10 0,3 1 0,4 3 0,3-4 0,4-4 0,0-1 0,0-5 0,1-2 0,4-4 0,-3 0 0,1 6 0,-3 7 0,-7 8 0,2 6 0,-1 2 0,6 2 0,3 1 0,3 0 0,0 2 0,-6-2 0,-2 1 0,-2 1 0,-1 1 0,8 3 0,12 0 0,14 2 0,17 14 0,15 13 0,2 13 0,-2 5 0,-13-7 0,-12-5 0,-12-6 0,-10-7 0,-6-7 0,-3-6 0,3-2 0,-1 0 0,-7-3 0,-6-1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17:18:40.8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0 156 24575,'43'15'0,"-5"6"0,-6 5 0,-2 2 0,-4-5 0,-3 0 0,-2 1 0,2 2 0,3 3 0,3 0 0,1 1 0,-1-1 0,0 0 0,1-5 0,-5-5 0,-4-13 0,-9-20 0,-6-19 0,-5-16 0,-1-6 0,0 6 0,0 3 0,0 7 0,0 4 0,0 1 0,0 4 0,-3 3 0,-1 1 0,-4 1 0,2 2 0,2 0 0,-2 7 0,5 8 0,-2 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17:18:45.2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710 344 24575,'-6'-25'0,"-13"-4"0,-13-15 0,-13-2 0,-1-1 0,1 6 0,5 8 0,0 8 0,3 6 0,6 4 0,4 7 0,7 1 0,1 3 0,0 4 0,-2 0 0,-4-1 0,-1 1 0,-3 2 0,2 5 0,2 7 0,2 6 0,3 3 0,1-2 0,4 0 0,1 5 0,1 10 0,2 9 0,3 6 0,4 1 0,1 1 0,3-3 0,0-7 0,0-7 0,0-1 0,0-1 0,2 4 0,5 3 0,3-3 0,6 7 0,0 7 0,3 8 0,2 11 0,1 1 0,-1-1 0,-4-3 0,-2-10 0,-5-4 0,-1-5 0,-3-3 0,1-1 0,0 1 0,-2-1 0,2 3 0,-3-4 0,3-1 0,1 0 0,-1 0 0,2 5 0,-1 3 0,3 2 0,-1 3 0,2-2 0,1-3 0,2-4 0,0-5 0,3 0 0,1-1 0,4-1 0,1 3 0,0 0 0,2 2 0,4 7 0,7 4 0,5 6 0,4-1 0,3-3 0,0-4 0,-2-4 0,-3-1 0,-4-7 0,-5-4 0,-1-4 0,0-3 0,4-1 0,6 1 0,7 1 0,2 4 0,5 2 0,3 2 0,-2 3 0,0 1 0,-2-1 0,-7-4 0,-1 0 0,-7-3 0,-7-2 0,-1-1 0,-5-2 0,1-2 0,0 1 0,-1 0 0,1-1 0,-4 0 0,-1 1 0,-1-1 0,-2 0 0,4 1 0,-3 2 0,-2 2 0,1 4 0,-2 4 0,0-3 0,-1 0 0,0-6 0,0-3 0,3-1 0,4 0 0,0 1 0,4-1 0,-1 1 0,0-1 0,1 0 0,2 1 0,5-1 0,9 2 0,5 3 0,6 3 0,8 0 0,3 0 0,4-4 0,3 0 0,0 1 0,1-5 0,3-1 0,-1-6 0,-1-3 0,-2 1 0,-2-4 0,-2 3 0,3-1 0,1 0 0,-6 1 0,-3-3 0,-4 0 0,-1-1 0,4 1 0,0-2 0,1-1 0,-1 1 0,0 1 0,0 3 0,0 2 0,-4 1 0,4-1 0,1 3 0,2-2 0,6 0 0,-8-1 0,-1-4 0,-5 1 0,-14-3 0,-4 0 0,-9-4 0,-4-1 0,1 3 0,3 3 0,5 5 0,4 2 0,4 1 0,1 1 0,0-3 0,-4-2 0,-4-3 0,-8-5 0,-15-5 0,-4-3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17:18:50.5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3689 2261 24575,'-50'-10'0,"-15"-19"0,21 8 0,-2-3 0,-4-5 0,0-2 0,2-2 0,0 0 0,1 1 0,2-1 0,2-1 0,3 0 0,-32-32 0,10 3 0,4 6 0,4 7 0,-4 4 0,2 2 0,0 0 0,0-1 0,1 2 0,0 7 0,4 5 0,5 5 0,8 6 0,8 0 0,8 5 0,7 2 0,8 0 0,-3 0 0,0-3 0,-6 0 0,-5-2 0,-6-5 0,-6-4 0,-4-3 0,-1-2 0,0-3 0,-4-4 0,-2 0 0,1 2 0,1 3 0,2 3 0,5 1 0,-2 0 0,2 0 0,1 3 0,0 2 0,4 4 0,1 3 0,-1 2 0,1 1 0,-1-2 0,-3 0 0,-5-1 0,-1 3 0,-2 3 0,-5-1 0,-2 1 0,-5-4 0,1 1 0,3 0 0,0 0 0,2 0 0,5 0 0,6 4 0,4 2 0,2 2 0,1 0 0,-1-1 0,1 3 0,0-1 0,1 1 0,-3 1 0,-3-3 0,-5 1 0,-5-2 0,-2-3 0,3 3 0,2-2 0,3 3 0,4 3 0,1 0 0,2 1 0,1-1 0,0 0 0,-3-3 0,2 3 0,1-1 0,0-2 0,4 0 0,-1-1 0,5-2 0,6 6 0,7 6 0,3 8 0,4 19 0,6 11 0,5 13 0,4 6 0,4-3 0,-3-3 0,0-8 0,-1-7 0,-2-4 0,0-2 0,-1-4 0,-5-8 0,-8-13 0,-10-15 0,-12-16 0,-4-8 0,0-5 0,3-1 0,8 2 0,2 2 0,3 0 0,4-8 0,1-6 0,5 0 0,3 6 0,0 14 0,0 8 0,0 5 0,6 2 0,13-2 0,13 0 0,9 0 0,3-2 0,-4-1 0,-1-3 0,-2-1 0,-3-1 0,4-3 0,1-2 0,1-3 0,-2 2 0,-9 5 0,-13 10 0,-7 7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17:18:53.3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106 238 24575,'0'72'0,"0"23"0,0-37 0,0 3 0,1-2 0,0-3 0,6 34 0,3-23 0,1-16 0,1-12 0,-4-6 0,-3-9 0,-2-9 0,-3-13 0,0-17 0,0-14 0,-3-16 0,-5-6 0,0-5 0,-4 0 0,5-6 0,2-9 0,-2-7 0,1-8 0,-3 5 0,-4 5 0,-3 8 0,-3 9 0,-1 12 0,6 13 0,4 14 0,3 9 0,9 3 0,10 5 0,20 0 0,28 3 0,21 0 0,18 0 0,-44-1 0,1 2 0,2 0 0,2 2 0,3-1 0,0 1 0,0 1 0,0 1 0,-3 0 0,-3-1 0,34 1 0,-26-1 0,-23-3 0,-25-1 0,-6 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17:18:56.7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24575,'22'9'0,"23"20"0,-7-1 0,5 4 0,10 10 0,2 5 0,9 9 0,2 1 0,6 4 0,3-1-380,-22-19 1,1 0-1,2 0 380,2 1 0,3 0 0,-1 0 0,2 0 0,0-1 0,-2 0 93,-3-2 0,0-1 0,-3 0-93,19 13 0,-4-1 0,-9-6 0,-4-1 0,-9-7 0,-3 0 0,30 25 0,-15-7 860,-14-9-860,-9-3 0,-1-3 0,4 0 0,6 5 0,6 1 0,4 8 0,10 6 0,-28-27 0,3 0 0,5 4 0,2 0 0,6 3 0,2-1 0,3 2 0,0-1 0,3 1 0,1-1 0,0-2 0,0-2 0,-1-2 0,-1-1 0,-1-2 0,0-1 0,-4-3 0,-1-1 0,-5-3 0,-1 0 0,44 16 0,-10-8 0,-7-5 0,-5-2 0,-5-3 0,0-1 0,-4-2 0,0-1 0,3-1 0,2 0 0,5 1 0,-2-4 0,-3-4 0,0-4 0,4-4 0,1 0 0,0 0 0,1 0 0,0 0 0,11 0 0,7 0 0,7 0 0,0 0 0,0 0 0,-2 0 0,0 0 0,-44 0 0,0 0 0,47 0 0,-46 0 0,-1 0 0,47 0 0,-7 0 0,-4 0 0,-6-2 0,-4-4 0,-1-5 0,-3-4 0,-5 1 0,-5 3 0,-6 2 0,-1 3 0,-2-1 0,2-1 0,5 0 0,6 1 0,10 2 0,4 2 0,0 3 0,-7 0 0,-5 0 0,-3 0 0,-1 0 0,-3 0 0,-4 0 0,-10 0 0,-9 0 0,-2 3 0,1 5 0,5 3 0,4 5 0,-3-1 0,2 0 0,-1 0 0,-2 1 0,1 1 0,-5-1 0,-3 1 0,1-5 0,-4 3 0,5-1 0,3 2 0,3 3 0,-1-4 0,-4 1 0,-6-4 0,-4-1 0,1-1 0,-1-1 0,1 2 0,-1 2 0,-2 0 0,-1 0 0,-7-2 0,-3-2 0,-3-5 0,-5 2 0,-1-5 0,-4 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7366000" y="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E48BC-9D7D-3741-9ED7-FD99EACB0EA6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06888" y="1219200"/>
            <a:ext cx="4391025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7366000" y="926465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192316-C806-1C4F-B073-55F996A7B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05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8690D-A7D3-8549-2E97-A0C938E61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FBBE7C-D647-3FE2-A7D0-F714C2ABE9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F24650-23A0-E152-1CEF-3DE7162BB6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89DFB-447B-BA76-918A-65C2384DF7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192316-C806-1C4F-B073-55F996A7B68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9369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192316-C806-1C4F-B073-55F996A7B68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25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/>
              <a:t>We want the motion to be consistent. If a pixel is moving to the right, its immediate neighbor is probably moving to the right, too.</a:t>
            </a:r>
          </a:p>
          <a:p>
            <a:endParaRPr lang="en-US" dirty="0"/>
          </a:p>
          <a:p>
            <a:r>
              <a:rPr lang="en-US" dirty="0"/>
              <a:t>The min function is a penalty for neighboring pixels that disagree on flow. (horizontal and vertical)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192316-C806-1C4F-B073-55F996A7B68A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052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Damping factor – how much we trust the image data vs smoothness,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192316-C806-1C4F-B073-55F996A7B68A}" type="slidenum">
              <a:rPr lang="en-US" smtClean="0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54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75276" y="246379"/>
            <a:ext cx="9854247" cy="18230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38F18"/>
                </a:solidFill>
                <a:latin typeface="Helvetica"/>
                <a:cs typeface="Helvetic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59865" y="5933947"/>
            <a:ext cx="10085069" cy="1120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chemeClr val="tx1"/>
                </a:solidFill>
                <a:latin typeface="Helvetica Light"/>
                <a:cs typeface="Helvetica 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38F18"/>
                </a:solidFill>
                <a:latin typeface="Helvetica"/>
                <a:cs typeface="Helvetic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chemeClr val="tx1"/>
                </a:solidFill>
                <a:latin typeface="Helvetica Light"/>
                <a:cs typeface="Helvetica 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38F18"/>
                </a:solidFill>
                <a:latin typeface="Helvetica"/>
                <a:cs typeface="Helvetic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50240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97472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38F18"/>
                </a:solidFill>
                <a:latin typeface="Helvetica"/>
                <a:cs typeface="Helvetic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9167" y="634242"/>
            <a:ext cx="8586463" cy="56031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0077" y="213460"/>
            <a:ext cx="11804956" cy="228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38F18"/>
                </a:solidFill>
                <a:latin typeface="Helvetica"/>
                <a:cs typeface="Helvetic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17925" y="3193796"/>
            <a:ext cx="5568950" cy="48596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chemeClr val="tx1"/>
                </a:solidFill>
                <a:latin typeface="Helvetica Light"/>
                <a:cs typeface="Helvetica 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21632" y="9070848"/>
            <a:ext cx="416153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50240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63456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ysGM3CfBVpU?feature=oembed" TargetMode="Externa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znTSmPtHw10?feature=oembed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DCn2w6m9T9s?feature=oembed" TargetMode="Externa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36.png"/><Relationship Id="rId18" Type="http://schemas.openxmlformats.org/officeDocument/2006/relationships/image" Target="../media/image34.png"/><Relationship Id="rId3" Type="http://schemas.openxmlformats.org/officeDocument/2006/relationships/image" Target="../media/image22.png"/><Relationship Id="rId7" Type="http://schemas.openxmlformats.org/officeDocument/2006/relationships/image" Target="../media/image23.png"/><Relationship Id="rId12" Type="http://schemas.openxmlformats.org/officeDocument/2006/relationships/image" Target="../media/image35.png"/><Relationship Id="rId17" Type="http://schemas.openxmlformats.org/officeDocument/2006/relationships/image" Target="../media/image33.png"/><Relationship Id="rId2" Type="http://schemas.openxmlformats.org/officeDocument/2006/relationships/image" Target="../media/image21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2.png"/><Relationship Id="rId5" Type="http://schemas.openxmlformats.org/officeDocument/2006/relationships/image" Target="../media/image27.png"/><Relationship Id="rId15" Type="http://schemas.openxmlformats.org/officeDocument/2006/relationships/image" Target="../media/image25.png"/><Relationship Id="rId10" Type="http://schemas.openxmlformats.org/officeDocument/2006/relationships/image" Target="../media/image29.png"/><Relationship Id="rId4" Type="http://schemas.openxmlformats.org/officeDocument/2006/relationships/image" Target="../media/image26.png"/><Relationship Id="rId9" Type="http://schemas.openxmlformats.org/officeDocument/2006/relationships/image" Target="../media/image28.png"/><Relationship Id="rId1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36.png"/><Relationship Id="rId18" Type="http://schemas.openxmlformats.org/officeDocument/2006/relationships/image" Target="../media/image34.png"/><Relationship Id="rId3" Type="http://schemas.openxmlformats.org/officeDocument/2006/relationships/image" Target="../media/image22.png"/><Relationship Id="rId7" Type="http://schemas.openxmlformats.org/officeDocument/2006/relationships/image" Target="../media/image23.png"/><Relationship Id="rId12" Type="http://schemas.openxmlformats.org/officeDocument/2006/relationships/image" Target="../media/image35.png"/><Relationship Id="rId17" Type="http://schemas.openxmlformats.org/officeDocument/2006/relationships/image" Target="../media/image33.png"/><Relationship Id="rId2" Type="http://schemas.openxmlformats.org/officeDocument/2006/relationships/image" Target="../media/image21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2.png"/><Relationship Id="rId5" Type="http://schemas.openxmlformats.org/officeDocument/2006/relationships/image" Target="../media/image27.png"/><Relationship Id="rId15" Type="http://schemas.openxmlformats.org/officeDocument/2006/relationships/image" Target="../media/image25.png"/><Relationship Id="rId10" Type="http://schemas.openxmlformats.org/officeDocument/2006/relationships/image" Target="../media/image29.png"/><Relationship Id="rId4" Type="http://schemas.openxmlformats.org/officeDocument/2006/relationships/image" Target="../media/image26.png"/><Relationship Id="rId9" Type="http://schemas.openxmlformats.org/officeDocument/2006/relationships/image" Target="../media/image28.png"/><Relationship Id="rId1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36.png"/><Relationship Id="rId18" Type="http://schemas.openxmlformats.org/officeDocument/2006/relationships/image" Target="../media/image34.png"/><Relationship Id="rId3" Type="http://schemas.openxmlformats.org/officeDocument/2006/relationships/image" Target="../media/image22.png"/><Relationship Id="rId7" Type="http://schemas.openxmlformats.org/officeDocument/2006/relationships/image" Target="../media/image23.png"/><Relationship Id="rId12" Type="http://schemas.openxmlformats.org/officeDocument/2006/relationships/image" Target="../media/image35.png"/><Relationship Id="rId17" Type="http://schemas.openxmlformats.org/officeDocument/2006/relationships/image" Target="../media/image33.png"/><Relationship Id="rId2" Type="http://schemas.openxmlformats.org/officeDocument/2006/relationships/image" Target="../media/image21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2.png"/><Relationship Id="rId5" Type="http://schemas.openxmlformats.org/officeDocument/2006/relationships/image" Target="../media/image27.png"/><Relationship Id="rId15" Type="http://schemas.openxmlformats.org/officeDocument/2006/relationships/image" Target="../media/image25.png"/><Relationship Id="rId10" Type="http://schemas.openxmlformats.org/officeDocument/2006/relationships/image" Target="../media/image29.png"/><Relationship Id="rId19" Type="http://schemas.openxmlformats.org/officeDocument/2006/relationships/image" Target="../media/image38.png"/><Relationship Id="rId4" Type="http://schemas.openxmlformats.org/officeDocument/2006/relationships/image" Target="../media/image26.png"/><Relationship Id="rId9" Type="http://schemas.openxmlformats.org/officeDocument/2006/relationships/image" Target="../media/image28.png"/><Relationship Id="rId1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36.png"/><Relationship Id="rId18" Type="http://schemas.openxmlformats.org/officeDocument/2006/relationships/image" Target="../media/image34.png"/><Relationship Id="rId3" Type="http://schemas.openxmlformats.org/officeDocument/2006/relationships/image" Target="../media/image22.png"/><Relationship Id="rId7" Type="http://schemas.openxmlformats.org/officeDocument/2006/relationships/image" Target="../media/image23.png"/><Relationship Id="rId12" Type="http://schemas.openxmlformats.org/officeDocument/2006/relationships/image" Target="../media/image35.png"/><Relationship Id="rId17" Type="http://schemas.openxmlformats.org/officeDocument/2006/relationships/image" Target="../media/image33.png"/><Relationship Id="rId2" Type="http://schemas.openxmlformats.org/officeDocument/2006/relationships/image" Target="../media/image21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2.png"/><Relationship Id="rId5" Type="http://schemas.openxmlformats.org/officeDocument/2006/relationships/image" Target="../media/image27.png"/><Relationship Id="rId15" Type="http://schemas.openxmlformats.org/officeDocument/2006/relationships/image" Target="../media/image25.png"/><Relationship Id="rId10" Type="http://schemas.openxmlformats.org/officeDocument/2006/relationships/image" Target="../media/image29.png"/><Relationship Id="rId19" Type="http://schemas.openxmlformats.org/officeDocument/2006/relationships/image" Target="../media/image38.png"/><Relationship Id="rId4" Type="http://schemas.openxmlformats.org/officeDocument/2006/relationships/image" Target="../media/image26.png"/><Relationship Id="rId9" Type="http://schemas.openxmlformats.org/officeDocument/2006/relationships/image" Target="../media/image28.png"/><Relationship Id="rId1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36.png"/><Relationship Id="rId18" Type="http://schemas.openxmlformats.org/officeDocument/2006/relationships/image" Target="../media/image34.png"/><Relationship Id="rId3" Type="http://schemas.openxmlformats.org/officeDocument/2006/relationships/image" Target="../media/image22.png"/><Relationship Id="rId7" Type="http://schemas.openxmlformats.org/officeDocument/2006/relationships/image" Target="../media/image23.png"/><Relationship Id="rId12" Type="http://schemas.openxmlformats.org/officeDocument/2006/relationships/image" Target="../media/image35.png"/><Relationship Id="rId17" Type="http://schemas.openxmlformats.org/officeDocument/2006/relationships/image" Target="../media/image33.png"/><Relationship Id="rId2" Type="http://schemas.openxmlformats.org/officeDocument/2006/relationships/image" Target="../media/image21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2.png"/><Relationship Id="rId5" Type="http://schemas.openxmlformats.org/officeDocument/2006/relationships/image" Target="../media/image27.png"/><Relationship Id="rId15" Type="http://schemas.openxmlformats.org/officeDocument/2006/relationships/image" Target="../media/image25.png"/><Relationship Id="rId10" Type="http://schemas.openxmlformats.org/officeDocument/2006/relationships/image" Target="../media/image29.png"/><Relationship Id="rId19" Type="http://schemas.openxmlformats.org/officeDocument/2006/relationships/image" Target="../media/image38.png"/><Relationship Id="rId4" Type="http://schemas.openxmlformats.org/officeDocument/2006/relationships/image" Target="../media/image26.png"/><Relationship Id="rId9" Type="http://schemas.openxmlformats.org/officeDocument/2006/relationships/image" Target="../media/image28.png"/><Relationship Id="rId1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10" Type="http://schemas.openxmlformats.org/officeDocument/2006/relationships/image" Target="../media/image46.png"/><Relationship Id="rId4" Type="http://schemas.openxmlformats.org/officeDocument/2006/relationships/image" Target="../media/image41.png"/><Relationship Id="rId9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16.png"/><Relationship Id="rId3" Type="http://schemas.openxmlformats.org/officeDocument/2006/relationships/image" Target="../media/image40.png"/><Relationship Id="rId7" Type="http://schemas.openxmlformats.org/officeDocument/2006/relationships/image" Target="../media/image43.png"/><Relationship Id="rId12" Type="http://schemas.openxmlformats.org/officeDocument/2006/relationships/image" Target="../media/image5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7.png"/><Relationship Id="rId11" Type="http://schemas.openxmlformats.org/officeDocument/2006/relationships/image" Target="../media/image45.png"/><Relationship Id="rId5" Type="http://schemas.openxmlformats.org/officeDocument/2006/relationships/image" Target="../media/image42.png"/><Relationship Id="rId10" Type="http://schemas.openxmlformats.org/officeDocument/2006/relationships/image" Target="../media/image44.png"/><Relationship Id="rId4" Type="http://schemas.openxmlformats.org/officeDocument/2006/relationships/image" Target="../media/image41.png"/><Relationship Id="rId9" Type="http://schemas.openxmlformats.org/officeDocument/2006/relationships/image" Target="../media/image49.png"/><Relationship Id="rId14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16.png"/><Relationship Id="rId3" Type="http://schemas.openxmlformats.org/officeDocument/2006/relationships/image" Target="../media/image40.png"/><Relationship Id="rId7" Type="http://schemas.openxmlformats.org/officeDocument/2006/relationships/image" Target="../media/image43.png"/><Relationship Id="rId12" Type="http://schemas.openxmlformats.org/officeDocument/2006/relationships/image" Target="../media/image50.png"/><Relationship Id="rId2" Type="http://schemas.openxmlformats.org/officeDocument/2006/relationships/image" Target="../media/image39.png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45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10" Type="http://schemas.openxmlformats.org/officeDocument/2006/relationships/image" Target="../media/image44.png"/><Relationship Id="rId4" Type="http://schemas.openxmlformats.org/officeDocument/2006/relationships/image" Target="../media/image41.png"/><Relationship Id="rId9" Type="http://schemas.openxmlformats.org/officeDocument/2006/relationships/image" Target="../media/image49.png"/><Relationship Id="rId14" Type="http://schemas.openxmlformats.org/officeDocument/2006/relationships/image" Target="../media/image5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45.png"/><Relationship Id="rId18" Type="http://schemas.openxmlformats.org/officeDocument/2006/relationships/image" Target="../media/image46.png"/><Relationship Id="rId3" Type="http://schemas.openxmlformats.org/officeDocument/2006/relationships/image" Target="../media/image1.png"/><Relationship Id="rId7" Type="http://schemas.openxmlformats.org/officeDocument/2006/relationships/image" Target="../media/image42.png"/><Relationship Id="rId12" Type="http://schemas.openxmlformats.org/officeDocument/2006/relationships/image" Target="../media/image44.png"/><Relationship Id="rId17" Type="http://schemas.openxmlformats.org/officeDocument/2006/relationships/image" Target="../media/image52.png"/><Relationship Id="rId2" Type="http://schemas.openxmlformats.org/officeDocument/2006/relationships/image" Target="../media/image53.png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9.png"/><Relationship Id="rId5" Type="http://schemas.openxmlformats.org/officeDocument/2006/relationships/image" Target="../media/image40.png"/><Relationship Id="rId15" Type="http://schemas.openxmlformats.org/officeDocument/2006/relationships/image" Target="../media/image16.png"/><Relationship Id="rId10" Type="http://schemas.openxmlformats.org/officeDocument/2006/relationships/image" Target="../media/image48.png"/><Relationship Id="rId4" Type="http://schemas.openxmlformats.org/officeDocument/2006/relationships/image" Target="../media/image39.png"/><Relationship Id="rId9" Type="http://schemas.openxmlformats.org/officeDocument/2006/relationships/image" Target="../media/image43.png"/><Relationship Id="rId14" Type="http://schemas.openxmlformats.org/officeDocument/2006/relationships/image" Target="../media/image5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9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60.png"/><Relationship Id="rId7" Type="http://schemas.openxmlformats.org/officeDocument/2006/relationships/image" Target="../media/image5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60.png"/><Relationship Id="rId7" Type="http://schemas.openxmlformats.org/officeDocument/2006/relationships/image" Target="../media/image5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77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77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6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5.png"/><Relationship Id="rId7" Type="http://schemas.openxmlformats.org/officeDocument/2006/relationships/image" Target="../media/image51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5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5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4aUC1VZQE1E?start=34&amp;feature=oembed" TargetMode="Externa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gif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gif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gif"/><Relationship Id="rId2" Type="http://schemas.openxmlformats.org/officeDocument/2006/relationships/image" Target="../media/image108.jp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4.png"/><Relationship Id="rId4" Type="http://schemas.openxmlformats.org/officeDocument/2006/relationships/image" Target="../media/image111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5.png"/><Relationship Id="rId4" Type="http://schemas.openxmlformats.org/officeDocument/2006/relationships/image" Target="../media/image11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2.png"/><Relationship Id="rId4" Type="http://schemas.openxmlformats.org/officeDocument/2006/relationships/image" Target="../media/image116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2.png"/><Relationship Id="rId4" Type="http://schemas.openxmlformats.org/officeDocument/2006/relationships/image" Target="../media/image116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8.png"/><Relationship Id="rId7" Type="http://schemas.openxmlformats.org/officeDocument/2006/relationships/image" Target="../media/image121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61.png"/><Relationship Id="rId10" Type="http://schemas.openxmlformats.org/officeDocument/2006/relationships/image" Target="../media/image124.png"/><Relationship Id="rId4" Type="http://schemas.openxmlformats.org/officeDocument/2006/relationships/image" Target="../media/image119.png"/><Relationship Id="rId9" Type="http://schemas.openxmlformats.org/officeDocument/2006/relationships/image" Target="../media/image123.pn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7" Type="http://schemas.openxmlformats.org/officeDocument/2006/relationships/image" Target="../media/image131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13" Type="http://schemas.openxmlformats.org/officeDocument/2006/relationships/image" Target="../media/image144.png"/><Relationship Id="rId18" Type="http://schemas.openxmlformats.org/officeDocument/2006/relationships/image" Target="../media/image149.png"/><Relationship Id="rId3" Type="http://schemas.openxmlformats.org/officeDocument/2006/relationships/image" Target="../media/image134.png"/><Relationship Id="rId21" Type="http://schemas.openxmlformats.org/officeDocument/2006/relationships/image" Target="../media/image152.png"/><Relationship Id="rId7" Type="http://schemas.openxmlformats.org/officeDocument/2006/relationships/image" Target="../media/image138.png"/><Relationship Id="rId12" Type="http://schemas.openxmlformats.org/officeDocument/2006/relationships/image" Target="../media/image143.png"/><Relationship Id="rId17" Type="http://schemas.openxmlformats.org/officeDocument/2006/relationships/image" Target="../media/image14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7.png"/><Relationship Id="rId20" Type="http://schemas.openxmlformats.org/officeDocument/2006/relationships/image" Target="../media/image15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7.png"/><Relationship Id="rId11" Type="http://schemas.openxmlformats.org/officeDocument/2006/relationships/image" Target="../media/image142.png"/><Relationship Id="rId5" Type="http://schemas.openxmlformats.org/officeDocument/2006/relationships/image" Target="../media/image136.png"/><Relationship Id="rId15" Type="http://schemas.openxmlformats.org/officeDocument/2006/relationships/image" Target="../media/image146.png"/><Relationship Id="rId10" Type="http://schemas.openxmlformats.org/officeDocument/2006/relationships/image" Target="../media/image141.png"/><Relationship Id="rId19" Type="http://schemas.openxmlformats.org/officeDocument/2006/relationships/image" Target="../media/image150.png"/><Relationship Id="rId4" Type="http://schemas.openxmlformats.org/officeDocument/2006/relationships/image" Target="../media/image135.png"/><Relationship Id="rId9" Type="http://schemas.openxmlformats.org/officeDocument/2006/relationships/image" Target="../media/image140.png"/><Relationship Id="rId14" Type="http://schemas.openxmlformats.org/officeDocument/2006/relationships/image" Target="../media/image145.png"/><Relationship Id="rId22" Type="http://schemas.openxmlformats.org/officeDocument/2006/relationships/image" Target="../media/image153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9.png"/><Relationship Id="rId5" Type="http://schemas.openxmlformats.org/officeDocument/2006/relationships/image" Target="../media/image157.png"/><Relationship Id="rId4" Type="http://schemas.openxmlformats.org/officeDocument/2006/relationships/image" Target="../media/image156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9.png"/><Relationship Id="rId4" Type="http://schemas.openxmlformats.org/officeDocument/2006/relationships/image" Target="../media/image156.png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0.png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png"/><Relationship Id="rId13" Type="http://schemas.openxmlformats.org/officeDocument/2006/relationships/image" Target="../media/image172.png"/><Relationship Id="rId3" Type="http://schemas.openxmlformats.org/officeDocument/2006/relationships/image" Target="../media/image162.png"/><Relationship Id="rId7" Type="http://schemas.openxmlformats.org/officeDocument/2006/relationships/image" Target="../media/image166.png"/><Relationship Id="rId12" Type="http://schemas.openxmlformats.org/officeDocument/2006/relationships/image" Target="../media/image171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5.png"/><Relationship Id="rId11" Type="http://schemas.openxmlformats.org/officeDocument/2006/relationships/image" Target="../media/image170.png"/><Relationship Id="rId5" Type="http://schemas.openxmlformats.org/officeDocument/2006/relationships/image" Target="../media/image164.png"/><Relationship Id="rId10" Type="http://schemas.openxmlformats.org/officeDocument/2006/relationships/image" Target="../media/image169.png"/><Relationship Id="rId4" Type="http://schemas.openxmlformats.org/officeDocument/2006/relationships/image" Target="../media/image163.png"/><Relationship Id="rId9" Type="http://schemas.openxmlformats.org/officeDocument/2006/relationships/image" Target="../media/image168.png"/><Relationship Id="rId14" Type="http://schemas.openxmlformats.org/officeDocument/2006/relationships/image" Target="../media/image173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13" Type="http://schemas.openxmlformats.org/officeDocument/2006/relationships/image" Target="../media/image181.png"/><Relationship Id="rId3" Type="http://schemas.openxmlformats.org/officeDocument/2006/relationships/image" Target="../media/image166.png"/><Relationship Id="rId7" Type="http://schemas.openxmlformats.org/officeDocument/2006/relationships/image" Target="../media/image167.png"/><Relationship Id="rId12" Type="http://schemas.openxmlformats.org/officeDocument/2006/relationships/image" Target="../media/image180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4.png"/><Relationship Id="rId11" Type="http://schemas.openxmlformats.org/officeDocument/2006/relationships/image" Target="../media/image179.png"/><Relationship Id="rId5" Type="http://schemas.openxmlformats.org/officeDocument/2006/relationships/image" Target="../media/image163.png"/><Relationship Id="rId10" Type="http://schemas.openxmlformats.org/officeDocument/2006/relationships/image" Target="../media/image178.png"/><Relationship Id="rId4" Type="http://schemas.openxmlformats.org/officeDocument/2006/relationships/image" Target="../media/image168.png"/><Relationship Id="rId9" Type="http://schemas.openxmlformats.org/officeDocument/2006/relationships/image" Target="../media/image177.png"/><Relationship Id="rId14" Type="http://schemas.openxmlformats.org/officeDocument/2006/relationships/image" Target="../media/image182.png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13" Type="http://schemas.openxmlformats.org/officeDocument/2006/relationships/image" Target="../media/image178.png"/><Relationship Id="rId3" Type="http://schemas.openxmlformats.org/officeDocument/2006/relationships/image" Target="../media/image166.png"/><Relationship Id="rId7" Type="http://schemas.openxmlformats.org/officeDocument/2006/relationships/image" Target="../media/image167.png"/><Relationship Id="rId12" Type="http://schemas.openxmlformats.org/officeDocument/2006/relationships/image" Target="../media/image184.png"/><Relationship Id="rId17" Type="http://schemas.openxmlformats.org/officeDocument/2006/relationships/image" Target="../media/image182.png"/><Relationship Id="rId2" Type="http://schemas.openxmlformats.org/officeDocument/2006/relationships/image" Target="../media/image174.png"/><Relationship Id="rId16" Type="http://schemas.openxmlformats.org/officeDocument/2006/relationships/image" Target="../media/image1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4.png"/><Relationship Id="rId11" Type="http://schemas.openxmlformats.org/officeDocument/2006/relationships/image" Target="../media/image177.png"/><Relationship Id="rId5" Type="http://schemas.openxmlformats.org/officeDocument/2006/relationships/image" Target="../media/image163.png"/><Relationship Id="rId15" Type="http://schemas.openxmlformats.org/officeDocument/2006/relationships/image" Target="../media/image180.png"/><Relationship Id="rId10" Type="http://schemas.openxmlformats.org/officeDocument/2006/relationships/image" Target="../media/image176.png"/><Relationship Id="rId4" Type="http://schemas.openxmlformats.org/officeDocument/2006/relationships/image" Target="../media/image168.png"/><Relationship Id="rId9" Type="http://schemas.openxmlformats.org/officeDocument/2006/relationships/image" Target="../media/image183.png"/><Relationship Id="rId14" Type="http://schemas.openxmlformats.org/officeDocument/2006/relationships/image" Target="../media/image179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6.png"/><Relationship Id="rId4" Type="http://schemas.openxmlformats.org/officeDocument/2006/relationships/image" Target="../media/image185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6.png"/><Relationship Id="rId5" Type="http://schemas.openxmlformats.org/officeDocument/2006/relationships/image" Target="../media/image185.png"/><Relationship Id="rId4" Type="http://schemas.openxmlformats.org/officeDocument/2006/relationships/image" Target="../media/image187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png"/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6.png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png"/><Relationship Id="rId3" Type="http://schemas.openxmlformats.org/officeDocument/2006/relationships/image" Target="../media/image185.png"/><Relationship Id="rId7" Type="http://schemas.openxmlformats.org/officeDocument/2006/relationships/image" Target="../media/image191.png"/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5" Type="http://schemas.openxmlformats.org/officeDocument/2006/relationships/image" Target="../media/image189.png"/><Relationship Id="rId4" Type="http://schemas.openxmlformats.org/officeDocument/2006/relationships/image" Target="../media/image186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png"/><Relationship Id="rId7" Type="http://schemas.openxmlformats.org/officeDocument/2006/relationships/image" Target="../media/image192.png"/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1.png"/><Relationship Id="rId5" Type="http://schemas.openxmlformats.org/officeDocument/2006/relationships/image" Target="../media/image190.png"/><Relationship Id="rId4" Type="http://schemas.openxmlformats.org/officeDocument/2006/relationships/image" Target="../media/image189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png"/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9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png"/><Relationship Id="rId7" Type="http://schemas.openxmlformats.org/officeDocument/2006/relationships/image" Target="../media/image159.png"/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7.png"/><Relationship Id="rId5" Type="http://schemas.openxmlformats.org/officeDocument/2006/relationships/image" Target="../media/image196.png"/><Relationship Id="rId4" Type="http://schemas.openxmlformats.org/officeDocument/2006/relationships/image" Target="../media/image195.png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3" Type="http://schemas.openxmlformats.org/officeDocument/2006/relationships/image" Target="../media/image194.png"/><Relationship Id="rId7" Type="http://schemas.openxmlformats.org/officeDocument/2006/relationships/image" Target="../media/image198.png"/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7.png"/><Relationship Id="rId5" Type="http://schemas.openxmlformats.org/officeDocument/2006/relationships/image" Target="../media/image196.png"/><Relationship Id="rId4" Type="http://schemas.openxmlformats.org/officeDocument/2006/relationships/image" Target="../media/image195.png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7" Type="http://schemas.openxmlformats.org/officeDocument/2006/relationships/image" Target="../media/image194.png"/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3.png"/><Relationship Id="rId5" Type="http://schemas.openxmlformats.org/officeDocument/2006/relationships/image" Target="../media/image202.png"/><Relationship Id="rId4" Type="http://schemas.openxmlformats.org/officeDocument/2006/relationships/image" Target="../media/image201.png"/></Relationships>
</file>

<file path=ppt/slides/_rels/slide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png"/><Relationship Id="rId13" Type="http://schemas.openxmlformats.org/officeDocument/2006/relationships/customXml" Target="../ink/ink5.xml"/><Relationship Id="rId18" Type="http://schemas.openxmlformats.org/officeDocument/2006/relationships/image" Target="../media/image207.png"/><Relationship Id="rId3" Type="http://schemas.openxmlformats.org/officeDocument/2006/relationships/image" Target="../media/image199.png"/><Relationship Id="rId21" Type="http://schemas.openxmlformats.org/officeDocument/2006/relationships/customXml" Target="../ink/ink9.xml"/><Relationship Id="rId7" Type="http://schemas.openxmlformats.org/officeDocument/2006/relationships/image" Target="../media/image193.png"/><Relationship Id="rId12" Type="http://schemas.openxmlformats.org/officeDocument/2006/relationships/image" Target="../media/image204.png"/><Relationship Id="rId17" Type="http://schemas.openxmlformats.org/officeDocument/2006/relationships/customXml" Target="../ink/ink7.xml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06.png"/><Relationship Id="rId20" Type="http://schemas.openxmlformats.org/officeDocument/2006/relationships/image" Target="../media/image2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2.png"/><Relationship Id="rId11" Type="http://schemas.openxmlformats.org/officeDocument/2006/relationships/customXml" Target="../ink/ink4.xml"/><Relationship Id="rId5" Type="http://schemas.openxmlformats.org/officeDocument/2006/relationships/image" Target="../media/image201.png"/><Relationship Id="rId15" Type="http://schemas.openxmlformats.org/officeDocument/2006/relationships/customXml" Target="../ink/ink6.xml"/><Relationship Id="rId10" Type="http://schemas.openxmlformats.org/officeDocument/2006/relationships/image" Target="../media/image203.png"/><Relationship Id="rId19" Type="http://schemas.openxmlformats.org/officeDocument/2006/relationships/customXml" Target="../ink/ink8.xml"/><Relationship Id="rId4" Type="http://schemas.openxmlformats.org/officeDocument/2006/relationships/image" Target="../media/image200.png"/><Relationship Id="rId9" Type="http://schemas.openxmlformats.org/officeDocument/2006/relationships/customXml" Target="../ink/ink3.xml"/><Relationship Id="rId14" Type="http://schemas.openxmlformats.org/officeDocument/2006/relationships/image" Target="../media/image205.png"/><Relationship Id="rId22" Type="http://schemas.openxmlformats.org/officeDocument/2006/relationships/image" Target="../media/image20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5979" rIns="0" bIns="0" rtlCol="0">
            <a:spAutoFit/>
          </a:bodyPr>
          <a:lstStyle/>
          <a:p>
            <a:pPr marL="3478529">
              <a:lnSpc>
                <a:spcPct val="100000"/>
              </a:lnSpc>
              <a:spcBef>
                <a:spcPts val="100"/>
              </a:spcBef>
            </a:pPr>
            <a:r>
              <a:rPr sz="8000" b="0" spc="-270" dirty="0">
                <a:solidFill>
                  <a:srgbClr val="000000"/>
                </a:solidFill>
                <a:latin typeface="Arial"/>
                <a:cs typeface="Arial"/>
              </a:rPr>
              <a:t>Optical</a:t>
            </a:r>
            <a:r>
              <a:rPr sz="8000" b="0" spc="-40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8000" b="0" spc="-20" dirty="0">
                <a:solidFill>
                  <a:srgbClr val="000000"/>
                </a:solidFill>
                <a:latin typeface="Arial"/>
                <a:cs typeface="Arial"/>
              </a:rPr>
              <a:t>flow</a:t>
            </a:r>
            <a:endParaRPr sz="8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87463" y="8129129"/>
            <a:ext cx="7583734" cy="14285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0"/>
              </a:spcBef>
              <a:tabLst>
                <a:tab pos="377825" algn="l"/>
              </a:tabLst>
            </a:pPr>
            <a:r>
              <a:rPr lang="en-US" sz="3600" spc="-10" dirty="0">
                <a:latin typeface="Helvetica Light"/>
                <a:cs typeface="Helvetica Light"/>
              </a:rPr>
              <a:t>Troi Williams</a:t>
            </a:r>
          </a:p>
          <a:p>
            <a:pPr marL="12700">
              <a:lnSpc>
                <a:spcPct val="100000"/>
              </a:lnSpc>
              <a:spcBef>
                <a:spcPts val="2400"/>
              </a:spcBef>
              <a:tabLst>
                <a:tab pos="377825" algn="l"/>
              </a:tabLst>
            </a:pPr>
            <a:r>
              <a:rPr lang="en-US" sz="3600" spc="-10" dirty="0">
                <a:latin typeface="Helvetica Light"/>
                <a:cs typeface="Helvetica Light"/>
              </a:rPr>
              <a:t>Slides Courtesy: </a:t>
            </a:r>
            <a:r>
              <a:rPr lang="en-US" sz="3600" dirty="0">
                <a:latin typeface="Helvetica Light"/>
                <a:cs typeface="Helvetica Light"/>
              </a:rPr>
              <a:t>Kris</a:t>
            </a:r>
            <a:r>
              <a:rPr lang="en-US" sz="3600" spc="-130" dirty="0">
                <a:latin typeface="Helvetica Light"/>
                <a:cs typeface="Helvetica Light"/>
              </a:rPr>
              <a:t> </a:t>
            </a:r>
            <a:r>
              <a:rPr lang="en-US" sz="3600" spc="-10" dirty="0" err="1">
                <a:latin typeface="Helvetica Light"/>
                <a:cs typeface="Helvetica Light"/>
              </a:rPr>
              <a:t>Kitani</a:t>
            </a:r>
            <a:r>
              <a:rPr lang="en-US" sz="3600" spc="-114" dirty="0">
                <a:latin typeface="Helvetica Light"/>
                <a:cs typeface="Helvetica Light"/>
              </a:rPr>
              <a:t> </a:t>
            </a:r>
            <a:r>
              <a:rPr lang="en-US" sz="3600" spc="-40" dirty="0">
                <a:latin typeface="Helvetica Light"/>
                <a:cs typeface="Helvetica Light"/>
              </a:rPr>
              <a:t>(CMU</a:t>
            </a:r>
            <a:r>
              <a:rPr lang="en-US" sz="3600" spc="-10" dirty="0">
                <a:latin typeface="Helvetica Light"/>
                <a:cs typeface="Helvetica Light"/>
              </a:rPr>
              <a:t>)</a:t>
            </a:r>
            <a:endParaRPr lang="en-US" sz="3600" dirty="0">
              <a:latin typeface="Helvetica Light"/>
              <a:cs typeface="Helvetica Ligh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7463" y="2387497"/>
            <a:ext cx="10229872" cy="54031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231B4-B875-9A12-1BB6-5FC6D3282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E01A67E-AF84-F086-03EB-416E5BC982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06169" y="490219"/>
            <a:ext cx="99066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1612265" algn="l"/>
                <a:tab pos="2552700" algn="l"/>
              </a:tabLst>
            </a:pPr>
            <a:r>
              <a:rPr lang="en-US"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Optical flow while driving through streets</a:t>
            </a:r>
            <a:endParaRPr b="0" spc="-10" dirty="0">
              <a:solidFill>
                <a:srgbClr val="000000"/>
              </a:solidFill>
              <a:latin typeface="Helvetica Light"/>
              <a:cs typeface="Helvetica Light"/>
            </a:endParaRPr>
          </a:p>
        </p:txBody>
      </p:sp>
      <p:pic>
        <p:nvPicPr>
          <p:cNvPr id="2" name="Online Media 1" descr="Optical flow demo">
            <a:hlinkClick r:id="" action="ppaction://media"/>
            <a:extLst>
              <a:ext uri="{FF2B5EF4-FFF2-40B4-BE49-F238E27FC236}">
                <a16:creationId xmlns:a16="http://schemas.microsoft.com/office/drawing/2014/main" id="{C213CD6C-8864-F748-503A-67DE63D5092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207826" y="1371600"/>
            <a:ext cx="8589148" cy="6441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475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0077" y="213460"/>
            <a:ext cx="11804956" cy="793961"/>
          </a:xfrm>
          <a:prstGeom prst="rect">
            <a:avLst/>
          </a:prstGeom>
        </p:spPr>
        <p:txBody>
          <a:bodyPr vert="horz" wrap="square" lIns="0" tIns="237642" rIns="0" bIns="0" rtlCol="0">
            <a:spAutoFit/>
          </a:bodyPr>
          <a:lstStyle/>
          <a:p>
            <a:pPr marL="132715">
              <a:lnSpc>
                <a:spcPct val="100000"/>
              </a:lnSpc>
              <a:spcBef>
                <a:spcPts val="100"/>
              </a:spcBef>
              <a:tabLst>
                <a:tab pos="1630680" algn="l"/>
                <a:tab pos="2571115" algn="l"/>
                <a:tab pos="9860915" algn="l"/>
              </a:tabLst>
            </a:pPr>
            <a:r>
              <a:rPr lang="en-US"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O</a:t>
            </a:r>
            <a:r>
              <a:rPr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ptical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	</a:t>
            </a:r>
            <a:r>
              <a:rPr b="0" spc="-20" dirty="0">
                <a:solidFill>
                  <a:srgbClr val="000000"/>
                </a:solidFill>
                <a:latin typeface="Helvetica Light"/>
                <a:cs typeface="Helvetica Light"/>
              </a:rPr>
              <a:t>flow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	used</a:t>
            </a:r>
            <a:r>
              <a:rPr b="0" spc="-4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for</a:t>
            </a:r>
            <a:r>
              <a:rPr b="0" spc="-3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motion</a:t>
            </a:r>
            <a:r>
              <a:rPr b="0" spc="-4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estimation</a:t>
            </a:r>
            <a:r>
              <a:rPr b="0" spc="-4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in</a:t>
            </a:r>
            <a:r>
              <a:rPr b="0" spc="-4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visual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	</a:t>
            </a:r>
            <a:r>
              <a:rPr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odometry</a:t>
            </a:r>
          </a:p>
        </p:txBody>
      </p:sp>
      <p:pic>
        <p:nvPicPr>
          <p:cNvPr id="2" name="Online Media 1" descr="optical flow based odometry">
            <a:hlinkClick r:id="" action="ppaction://media"/>
            <a:extLst>
              <a:ext uri="{FF2B5EF4-FFF2-40B4-BE49-F238E27FC236}">
                <a16:creationId xmlns:a16="http://schemas.microsoft.com/office/drawing/2014/main" id="{3B27FC62-F1C4-A0C5-D773-E289638A8A9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604309" y="1219200"/>
            <a:ext cx="11796181" cy="66648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06169" y="490219"/>
            <a:ext cx="99066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1612265" algn="l"/>
                <a:tab pos="2552700" algn="l"/>
              </a:tabLst>
            </a:pPr>
            <a:r>
              <a:rPr lang="en-US"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Optical flow for tracking objects</a:t>
            </a:r>
            <a:endParaRPr b="0" spc="-10" dirty="0">
              <a:solidFill>
                <a:srgbClr val="000000"/>
              </a:solidFill>
              <a:latin typeface="Helvetica Light"/>
              <a:cs typeface="Helvetica Light"/>
            </a:endParaRPr>
          </a:p>
        </p:txBody>
      </p:sp>
      <p:pic>
        <p:nvPicPr>
          <p:cNvPr id="4" name="Online Media 3" descr="Optical Flow tracking OpenCV">
            <a:hlinkClick r:id="" action="ppaction://media"/>
            <a:extLst>
              <a:ext uri="{FF2B5EF4-FFF2-40B4-BE49-F238E27FC236}">
                <a16:creationId xmlns:a16="http://schemas.microsoft.com/office/drawing/2014/main" id="{270B3F3C-C9B1-A24F-2CD1-793204C44D1F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102100" y="1064259"/>
            <a:ext cx="4800600" cy="84966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06056" y="4189476"/>
            <a:ext cx="499300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0" b="0" spc="-270" dirty="0">
                <a:solidFill>
                  <a:srgbClr val="000000"/>
                </a:solidFill>
                <a:latin typeface="Arial"/>
                <a:cs typeface="Arial"/>
              </a:rPr>
              <a:t>Optical</a:t>
            </a:r>
            <a:r>
              <a:rPr sz="8000" b="0" spc="-40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8000" b="0" spc="-20" dirty="0">
                <a:solidFill>
                  <a:srgbClr val="000000"/>
                </a:solidFill>
                <a:latin typeface="Arial"/>
                <a:cs typeface="Arial"/>
              </a:rPr>
              <a:t>flow</a:t>
            </a:r>
            <a:endParaRPr sz="8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0077" y="213460"/>
            <a:ext cx="11804956" cy="1368477"/>
          </a:xfrm>
          <a:prstGeom prst="rect">
            <a:avLst/>
          </a:prstGeom>
        </p:spPr>
        <p:txBody>
          <a:bodyPr vert="horz" wrap="square" lIns="0" tIns="623722" rIns="0" bIns="0" rtlCol="0">
            <a:spAutoFit/>
          </a:bodyPr>
          <a:lstStyle/>
          <a:p>
            <a:pPr marL="3138805" algn="l">
              <a:lnSpc>
                <a:spcPct val="100000"/>
              </a:lnSpc>
              <a:spcBef>
                <a:spcPts val="100"/>
              </a:spcBef>
            </a:pPr>
            <a:r>
              <a:rPr lang="en-US" sz="4800" b="0" dirty="0">
                <a:solidFill>
                  <a:srgbClr val="000000"/>
                </a:solidFill>
                <a:latin typeface="Helvetica Light"/>
                <a:cs typeface="Helvetica Light"/>
              </a:rPr>
              <a:t>(Dense) </a:t>
            </a:r>
            <a:r>
              <a:rPr sz="4800" b="0" dirty="0">
                <a:solidFill>
                  <a:srgbClr val="000000"/>
                </a:solidFill>
                <a:latin typeface="Helvetica Light"/>
                <a:cs typeface="Helvetica Light"/>
              </a:rPr>
              <a:t>Optical</a:t>
            </a:r>
            <a:r>
              <a:rPr sz="4800" b="0" spc="-26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4800" b="0" spc="-20" dirty="0">
                <a:solidFill>
                  <a:srgbClr val="000000"/>
                </a:solidFill>
                <a:latin typeface="Helvetica Light"/>
                <a:cs typeface="Helvetica Light"/>
              </a:rPr>
              <a:t>Flow</a:t>
            </a:r>
            <a:endParaRPr sz="4800" dirty="0">
              <a:latin typeface="Helvetica Light"/>
              <a:cs typeface="Helvetica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54300" y="2925571"/>
            <a:ext cx="7696834" cy="5798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Helvetica"/>
                <a:cs typeface="Helvetica"/>
              </a:rPr>
              <a:t>Problem</a:t>
            </a:r>
            <a:r>
              <a:rPr sz="3600" b="1" spc="-35" dirty="0">
                <a:latin typeface="Helvetica"/>
                <a:cs typeface="Helvetica"/>
              </a:rPr>
              <a:t> </a:t>
            </a:r>
            <a:r>
              <a:rPr sz="3600" b="1" spc="-10" dirty="0">
                <a:latin typeface="Helvetica"/>
                <a:cs typeface="Helvetica"/>
              </a:rPr>
              <a:t>Definition</a:t>
            </a:r>
            <a:endParaRPr sz="3600">
              <a:latin typeface="Helvetica"/>
              <a:cs typeface="Helvetica"/>
            </a:endParaRPr>
          </a:p>
          <a:p>
            <a:pPr marL="12700" marR="5080" algn="ctr">
              <a:lnSpc>
                <a:spcPts val="4300"/>
              </a:lnSpc>
              <a:spcBef>
                <a:spcPts val="3445"/>
              </a:spcBef>
            </a:pPr>
            <a:r>
              <a:rPr sz="3600" dirty="0">
                <a:latin typeface="Helvetica Light"/>
                <a:cs typeface="Helvetica Light"/>
              </a:rPr>
              <a:t>Given</a:t>
            </a:r>
            <a:r>
              <a:rPr sz="3600" spc="-4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two</a:t>
            </a:r>
            <a:r>
              <a:rPr sz="3600" spc="-4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consecutive</a:t>
            </a:r>
            <a:r>
              <a:rPr sz="3600" spc="-4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image</a:t>
            </a:r>
            <a:r>
              <a:rPr sz="3600" spc="-45" dirty="0">
                <a:latin typeface="Helvetica Light"/>
                <a:cs typeface="Helvetica Light"/>
              </a:rPr>
              <a:t> </a:t>
            </a:r>
            <a:r>
              <a:rPr sz="3600" spc="-10" dirty="0">
                <a:latin typeface="Helvetica Light"/>
                <a:cs typeface="Helvetica Light"/>
              </a:rPr>
              <a:t>frames, </a:t>
            </a:r>
            <a:r>
              <a:rPr sz="3600" dirty="0">
                <a:latin typeface="Helvetica Light"/>
                <a:cs typeface="Helvetica Light"/>
              </a:rPr>
              <a:t>estimate</a:t>
            </a:r>
            <a:r>
              <a:rPr sz="3600" spc="-3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the</a:t>
            </a:r>
            <a:r>
              <a:rPr sz="3600" spc="-3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motion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of</a:t>
            </a:r>
            <a:r>
              <a:rPr sz="3600" spc="-3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each</a:t>
            </a:r>
            <a:r>
              <a:rPr sz="3600" spc="-35" dirty="0">
                <a:latin typeface="Helvetica Light"/>
                <a:cs typeface="Helvetica Light"/>
              </a:rPr>
              <a:t> </a:t>
            </a:r>
            <a:r>
              <a:rPr sz="3600" spc="-10" dirty="0">
                <a:latin typeface="Helvetica Light"/>
                <a:cs typeface="Helvetica Light"/>
              </a:rPr>
              <a:t>pixel</a:t>
            </a:r>
            <a:endParaRPr sz="3600">
              <a:latin typeface="Helvetica Light"/>
              <a:cs typeface="Helvetica Light"/>
            </a:endParaRPr>
          </a:p>
          <a:p>
            <a:pPr marL="1638300" marR="1630680" indent="-635" algn="ctr">
              <a:lnSpc>
                <a:spcPct val="213600"/>
              </a:lnSpc>
              <a:spcBef>
                <a:spcPts val="1405"/>
              </a:spcBef>
            </a:pPr>
            <a:r>
              <a:rPr sz="3600" b="1" spc="-10" dirty="0">
                <a:latin typeface="Helvetica"/>
                <a:cs typeface="Helvetica"/>
              </a:rPr>
              <a:t>Assumptions </a:t>
            </a:r>
            <a:r>
              <a:rPr sz="3600" dirty="0">
                <a:latin typeface="Helvetica Light"/>
                <a:cs typeface="Helvetica Light"/>
              </a:rPr>
              <a:t>Brightness</a:t>
            </a:r>
            <a:r>
              <a:rPr sz="3600" spc="-75" dirty="0">
                <a:latin typeface="Helvetica Light"/>
                <a:cs typeface="Helvetica Light"/>
              </a:rPr>
              <a:t> </a:t>
            </a:r>
            <a:r>
              <a:rPr sz="3600" spc="-10" dirty="0">
                <a:latin typeface="Helvetica Light"/>
                <a:cs typeface="Helvetica Light"/>
              </a:rPr>
              <a:t>constancy </a:t>
            </a:r>
            <a:r>
              <a:rPr sz="3600" dirty="0">
                <a:latin typeface="Helvetica Light"/>
                <a:cs typeface="Helvetica Light"/>
              </a:rPr>
              <a:t>Small</a:t>
            </a:r>
            <a:r>
              <a:rPr sz="3600" spc="-25" dirty="0">
                <a:latin typeface="Helvetica Light"/>
                <a:cs typeface="Helvetica Light"/>
              </a:rPr>
              <a:t> </a:t>
            </a:r>
            <a:r>
              <a:rPr sz="3600" spc="-10" dirty="0">
                <a:latin typeface="Helvetica Light"/>
                <a:cs typeface="Helvetica Light"/>
              </a:rPr>
              <a:t>motion</a:t>
            </a:r>
            <a:endParaRPr sz="3600">
              <a:latin typeface="Helvetica Light"/>
              <a:cs typeface="Helvetica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5206" rIns="0" bIns="0" rtlCol="0">
            <a:spAutoFit/>
          </a:bodyPr>
          <a:lstStyle/>
          <a:p>
            <a:pPr marL="120014" algn="ctr">
              <a:lnSpc>
                <a:spcPct val="100000"/>
              </a:lnSpc>
              <a:spcBef>
                <a:spcPts val="1210"/>
              </a:spcBef>
            </a:pPr>
            <a:r>
              <a:rPr sz="8000" b="0" dirty="0">
                <a:solidFill>
                  <a:srgbClr val="000000"/>
                </a:solidFill>
                <a:latin typeface="Helvetica Light"/>
                <a:cs typeface="Helvetica Light"/>
              </a:rPr>
              <a:t>Optical</a:t>
            </a:r>
            <a:r>
              <a:rPr sz="8000" b="0" spc="-26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8000" b="0" spc="-20" dirty="0">
                <a:solidFill>
                  <a:srgbClr val="000000"/>
                </a:solidFill>
                <a:latin typeface="Helvetica Light"/>
                <a:cs typeface="Helvetica Light"/>
              </a:rPr>
              <a:t>Flow</a:t>
            </a:r>
            <a:endParaRPr sz="8000">
              <a:latin typeface="Helvetica Light"/>
              <a:cs typeface="Helvetica Light"/>
            </a:endParaRPr>
          </a:p>
          <a:p>
            <a:pPr marL="120014" algn="ctr">
              <a:lnSpc>
                <a:spcPct val="100000"/>
              </a:lnSpc>
              <a:spcBef>
                <a:spcPts val="415"/>
              </a:spcBef>
            </a:pPr>
            <a:r>
              <a:rPr sz="3000" b="0" dirty="0">
                <a:solidFill>
                  <a:srgbClr val="000000"/>
                </a:solidFill>
                <a:latin typeface="Helvetica Light"/>
                <a:cs typeface="Helvetica Light"/>
              </a:rPr>
              <a:t>(Problem</a:t>
            </a:r>
            <a:r>
              <a:rPr sz="3000" b="0" spc="-10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3000"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definition)</a:t>
            </a:r>
            <a:endParaRPr sz="3000">
              <a:latin typeface="Helvetica Light"/>
              <a:cs typeface="Helvetica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481072" y="2764535"/>
            <a:ext cx="3274060" cy="2514600"/>
            <a:chOff x="2481072" y="2764535"/>
            <a:chExt cx="3274060" cy="2514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81072" y="2764535"/>
              <a:ext cx="3273552" cy="25145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546772" y="2803188"/>
              <a:ext cx="3143250" cy="2384425"/>
            </a:xfrm>
            <a:custGeom>
              <a:avLst/>
              <a:gdLst/>
              <a:ahLst/>
              <a:cxnLst/>
              <a:rect l="l" t="t" r="r" b="b"/>
              <a:pathLst>
                <a:path w="3143250" h="2384425">
                  <a:moveTo>
                    <a:pt x="3142827" y="0"/>
                  </a:moveTo>
                  <a:lnTo>
                    <a:pt x="0" y="0"/>
                  </a:lnTo>
                  <a:lnTo>
                    <a:pt x="0" y="2384215"/>
                  </a:lnTo>
                  <a:lnTo>
                    <a:pt x="3142827" y="2384215"/>
                  </a:lnTo>
                  <a:lnTo>
                    <a:pt x="3142827" y="0"/>
                  </a:lnTo>
                  <a:close/>
                </a:path>
              </a:pathLst>
            </a:custGeom>
            <a:solidFill>
              <a:srgbClr val="FFF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05385" y="3561802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54187" y="0"/>
                  </a:moveTo>
                  <a:lnTo>
                    <a:pt x="33095" y="4258"/>
                  </a:lnTo>
                  <a:lnTo>
                    <a:pt x="15871" y="15871"/>
                  </a:lnTo>
                  <a:lnTo>
                    <a:pt x="4258" y="33095"/>
                  </a:lnTo>
                  <a:lnTo>
                    <a:pt x="0" y="54187"/>
                  </a:lnTo>
                  <a:lnTo>
                    <a:pt x="4258" y="75278"/>
                  </a:lnTo>
                  <a:lnTo>
                    <a:pt x="15871" y="92502"/>
                  </a:lnTo>
                  <a:lnTo>
                    <a:pt x="33095" y="104115"/>
                  </a:lnTo>
                  <a:lnTo>
                    <a:pt x="54187" y="108374"/>
                  </a:lnTo>
                  <a:lnTo>
                    <a:pt x="75278" y="104115"/>
                  </a:lnTo>
                  <a:lnTo>
                    <a:pt x="92502" y="92502"/>
                  </a:lnTo>
                  <a:lnTo>
                    <a:pt x="104115" y="75278"/>
                  </a:lnTo>
                  <a:lnTo>
                    <a:pt x="108374" y="54187"/>
                  </a:lnTo>
                  <a:lnTo>
                    <a:pt x="104115" y="33095"/>
                  </a:lnTo>
                  <a:lnTo>
                    <a:pt x="92502" y="15871"/>
                  </a:lnTo>
                  <a:lnTo>
                    <a:pt x="75278" y="4258"/>
                  </a:lnTo>
                  <a:lnTo>
                    <a:pt x="54187" y="0"/>
                  </a:lnTo>
                  <a:close/>
                </a:path>
              </a:pathLst>
            </a:custGeom>
            <a:solidFill>
              <a:srgbClr val="FF4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05385" y="3561802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0" y="54187"/>
                  </a:moveTo>
                  <a:lnTo>
                    <a:pt x="4258" y="33094"/>
                  </a:lnTo>
                  <a:lnTo>
                    <a:pt x="15871" y="15871"/>
                  </a:lnTo>
                  <a:lnTo>
                    <a:pt x="33094" y="4258"/>
                  </a:lnTo>
                  <a:lnTo>
                    <a:pt x="54187" y="0"/>
                  </a:lnTo>
                  <a:lnTo>
                    <a:pt x="75279" y="4258"/>
                  </a:lnTo>
                  <a:lnTo>
                    <a:pt x="92502" y="15871"/>
                  </a:lnTo>
                  <a:lnTo>
                    <a:pt x="104115" y="33094"/>
                  </a:lnTo>
                  <a:lnTo>
                    <a:pt x="108374" y="54187"/>
                  </a:lnTo>
                  <a:lnTo>
                    <a:pt x="104115" y="75279"/>
                  </a:lnTo>
                  <a:lnTo>
                    <a:pt x="92502" y="92502"/>
                  </a:lnTo>
                  <a:lnTo>
                    <a:pt x="75279" y="104115"/>
                  </a:lnTo>
                  <a:lnTo>
                    <a:pt x="54187" y="108374"/>
                  </a:lnTo>
                  <a:lnTo>
                    <a:pt x="33094" y="104115"/>
                  </a:lnTo>
                  <a:lnTo>
                    <a:pt x="15871" y="92502"/>
                  </a:lnTo>
                  <a:lnTo>
                    <a:pt x="4258" y="75279"/>
                  </a:lnTo>
                  <a:lnTo>
                    <a:pt x="0" y="541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99515" y="3555452"/>
              <a:ext cx="121074" cy="1210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99035" y="4314065"/>
              <a:ext cx="121074" cy="1210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99515" y="4314065"/>
              <a:ext cx="121074" cy="12107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409264" y="3345065"/>
              <a:ext cx="330200" cy="1061085"/>
            </a:xfrm>
            <a:custGeom>
              <a:avLst/>
              <a:gdLst/>
              <a:ahLst/>
              <a:cxnLst/>
              <a:rect l="l" t="t" r="r" b="b"/>
              <a:pathLst>
                <a:path w="330200" h="1061085">
                  <a:moveTo>
                    <a:pt x="221234" y="0"/>
                  </a:moveTo>
                  <a:lnTo>
                    <a:pt x="140411" y="26936"/>
                  </a:lnTo>
                  <a:lnTo>
                    <a:pt x="162864" y="49390"/>
                  </a:lnTo>
                  <a:lnTo>
                    <a:pt x="0" y="212255"/>
                  </a:lnTo>
                  <a:lnTo>
                    <a:pt x="8978" y="221234"/>
                  </a:lnTo>
                  <a:lnTo>
                    <a:pt x="171843" y="58369"/>
                  </a:lnTo>
                  <a:lnTo>
                    <a:pt x="194297" y="80822"/>
                  </a:lnTo>
                  <a:lnTo>
                    <a:pt x="207759" y="40411"/>
                  </a:lnTo>
                  <a:lnTo>
                    <a:pt x="221234" y="0"/>
                  </a:lnTo>
                  <a:close/>
                </a:path>
                <a:path w="330200" h="1061085">
                  <a:moveTo>
                    <a:pt x="329615" y="1022769"/>
                  </a:moveTo>
                  <a:lnTo>
                    <a:pt x="253415" y="984669"/>
                  </a:lnTo>
                  <a:lnTo>
                    <a:pt x="253415" y="1016419"/>
                  </a:lnTo>
                  <a:lnTo>
                    <a:pt x="4483" y="1016419"/>
                  </a:lnTo>
                  <a:lnTo>
                    <a:pt x="4483" y="1029119"/>
                  </a:lnTo>
                  <a:lnTo>
                    <a:pt x="253415" y="1029119"/>
                  </a:lnTo>
                  <a:lnTo>
                    <a:pt x="253415" y="1060869"/>
                  </a:lnTo>
                  <a:lnTo>
                    <a:pt x="316915" y="1029119"/>
                  </a:lnTo>
                  <a:lnTo>
                    <a:pt x="329615" y="10227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07516" y="3665661"/>
              <a:ext cx="223471" cy="22126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630533" y="4444594"/>
              <a:ext cx="76200" cy="278130"/>
            </a:xfrm>
            <a:custGeom>
              <a:avLst/>
              <a:gdLst/>
              <a:ahLst/>
              <a:cxnLst/>
              <a:rect l="l" t="t" r="r" b="b"/>
              <a:pathLst>
                <a:path w="76200" h="278129">
                  <a:moveTo>
                    <a:pt x="31750" y="201508"/>
                  </a:moveTo>
                  <a:lnTo>
                    <a:pt x="0" y="201508"/>
                  </a:lnTo>
                  <a:lnTo>
                    <a:pt x="38101" y="277708"/>
                  </a:lnTo>
                  <a:lnTo>
                    <a:pt x="69850" y="214208"/>
                  </a:lnTo>
                  <a:lnTo>
                    <a:pt x="31750" y="214208"/>
                  </a:lnTo>
                  <a:lnTo>
                    <a:pt x="31750" y="201508"/>
                  </a:lnTo>
                  <a:close/>
                </a:path>
                <a:path w="76200" h="278129">
                  <a:moveTo>
                    <a:pt x="44450" y="0"/>
                  </a:moveTo>
                  <a:lnTo>
                    <a:pt x="31750" y="0"/>
                  </a:lnTo>
                  <a:lnTo>
                    <a:pt x="31750" y="214208"/>
                  </a:lnTo>
                  <a:lnTo>
                    <a:pt x="44450" y="214208"/>
                  </a:lnTo>
                  <a:lnTo>
                    <a:pt x="44450" y="0"/>
                  </a:lnTo>
                  <a:close/>
                </a:path>
                <a:path w="76200" h="278129">
                  <a:moveTo>
                    <a:pt x="76200" y="201508"/>
                  </a:moveTo>
                  <a:lnTo>
                    <a:pt x="44450" y="201508"/>
                  </a:lnTo>
                  <a:lnTo>
                    <a:pt x="44450" y="214208"/>
                  </a:lnTo>
                  <a:lnTo>
                    <a:pt x="69850" y="214208"/>
                  </a:lnTo>
                  <a:lnTo>
                    <a:pt x="76200" y="2015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7251192" y="2764535"/>
            <a:ext cx="3270885" cy="2514600"/>
            <a:chOff x="7251192" y="2764535"/>
            <a:chExt cx="3270885" cy="2514600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51192" y="2764535"/>
              <a:ext cx="3270504" cy="251459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315200" y="2803188"/>
              <a:ext cx="3143250" cy="2384425"/>
            </a:xfrm>
            <a:custGeom>
              <a:avLst/>
              <a:gdLst/>
              <a:ahLst/>
              <a:cxnLst/>
              <a:rect l="l" t="t" r="r" b="b"/>
              <a:pathLst>
                <a:path w="3143250" h="2384425">
                  <a:moveTo>
                    <a:pt x="3142827" y="0"/>
                  </a:moveTo>
                  <a:lnTo>
                    <a:pt x="0" y="0"/>
                  </a:lnTo>
                  <a:lnTo>
                    <a:pt x="0" y="2384215"/>
                  </a:lnTo>
                  <a:lnTo>
                    <a:pt x="3142827" y="2384215"/>
                  </a:lnTo>
                  <a:lnTo>
                    <a:pt x="3142827" y="0"/>
                  </a:lnTo>
                  <a:close/>
                </a:path>
              </a:pathLst>
            </a:custGeom>
            <a:solidFill>
              <a:srgbClr val="FFF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92583" y="3284519"/>
              <a:ext cx="121074" cy="12107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693063" y="3826385"/>
              <a:ext cx="121074" cy="12107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500956" y="4307292"/>
              <a:ext cx="121074" cy="12107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476316" y="4591772"/>
              <a:ext cx="121075" cy="121074"/>
            </a:xfrm>
            <a:prstGeom prst="rect">
              <a:avLst/>
            </a:prstGeom>
          </p:spPr>
        </p:pic>
      </p:grpSp>
      <p:pic>
        <p:nvPicPr>
          <p:cNvPr id="21" name="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365922" y="5518150"/>
            <a:ext cx="1612901" cy="46990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016662" y="5505450"/>
            <a:ext cx="1739901" cy="49530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886373" y="6184186"/>
            <a:ext cx="1005693" cy="1511509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004520" y="6130875"/>
            <a:ext cx="1072378" cy="1579919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540076" y="6790435"/>
            <a:ext cx="11804955" cy="257557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49245" marR="2883535" algn="ctr">
              <a:lnSpc>
                <a:spcPct val="100600"/>
              </a:lnSpc>
              <a:spcBef>
                <a:spcPts val="75"/>
              </a:spcBef>
            </a:pPr>
            <a:r>
              <a:rPr sz="3600" dirty="0">
                <a:latin typeface="Helvetica Light"/>
                <a:cs typeface="Helvetica Light"/>
              </a:rPr>
              <a:t>Estimate</a:t>
            </a:r>
            <a:r>
              <a:rPr sz="3600" spc="-6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the</a:t>
            </a:r>
            <a:r>
              <a:rPr sz="3600" spc="-45" dirty="0">
                <a:latin typeface="Helvetica Light"/>
                <a:cs typeface="Helvetica Light"/>
              </a:rPr>
              <a:t> </a:t>
            </a:r>
            <a:r>
              <a:rPr sz="3600" spc="-10" dirty="0">
                <a:latin typeface="Helvetica Light"/>
                <a:cs typeface="Helvetica Light"/>
              </a:rPr>
              <a:t>motion </a:t>
            </a:r>
            <a:r>
              <a:rPr sz="3600" dirty="0">
                <a:latin typeface="Helvetica Light"/>
                <a:cs typeface="Helvetica Light"/>
              </a:rPr>
              <a:t>(flow)</a:t>
            </a:r>
            <a:r>
              <a:rPr sz="3600" spc="-7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between</a:t>
            </a:r>
            <a:r>
              <a:rPr sz="3600" spc="-75" dirty="0">
                <a:latin typeface="Helvetica Light"/>
                <a:cs typeface="Helvetica Light"/>
              </a:rPr>
              <a:t> </a:t>
            </a:r>
            <a:r>
              <a:rPr sz="3600" spc="-10" dirty="0">
                <a:latin typeface="Helvetica Light"/>
                <a:cs typeface="Helvetica Light"/>
              </a:rPr>
              <a:t>these </a:t>
            </a:r>
            <a:r>
              <a:rPr sz="3600" dirty="0">
                <a:latin typeface="Helvetica Light"/>
                <a:cs typeface="Helvetica Light"/>
              </a:rPr>
              <a:t>two</a:t>
            </a:r>
            <a:r>
              <a:rPr sz="3600" spc="-4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consecutive</a:t>
            </a:r>
            <a:r>
              <a:rPr sz="3600" spc="-40" dirty="0">
                <a:latin typeface="Helvetica Light"/>
                <a:cs typeface="Helvetica Light"/>
              </a:rPr>
              <a:t> </a:t>
            </a:r>
            <a:r>
              <a:rPr sz="3600" spc="-10" dirty="0">
                <a:latin typeface="Helvetica Light"/>
                <a:cs typeface="Helvetica Light"/>
              </a:rPr>
              <a:t>images</a:t>
            </a:r>
            <a:endParaRPr sz="3600" dirty="0">
              <a:latin typeface="Helvetica Light"/>
              <a:cs typeface="Helvetica Light"/>
            </a:endParaRPr>
          </a:p>
          <a:p>
            <a:pPr algn="ctr">
              <a:lnSpc>
                <a:spcPct val="100000"/>
              </a:lnSpc>
              <a:spcBef>
                <a:spcPts val="2640"/>
              </a:spcBef>
            </a:pP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How</a:t>
            </a:r>
            <a:r>
              <a:rPr sz="3600" i="1" spc="-5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is</a:t>
            </a:r>
            <a:r>
              <a:rPr sz="3600" i="1" spc="-4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this</a:t>
            </a:r>
            <a:r>
              <a:rPr sz="3600" i="1" spc="-4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different</a:t>
            </a:r>
            <a:r>
              <a:rPr sz="3600" i="1" spc="-4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from</a:t>
            </a:r>
            <a:r>
              <a:rPr sz="3600" i="1" spc="-3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estimating</a:t>
            </a:r>
            <a:r>
              <a:rPr sz="3600" i="1" spc="-4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lang="en-US" sz="3600" i="1" dirty="0">
                <a:solidFill>
                  <a:srgbClr val="0365C0"/>
                </a:solidFill>
                <a:latin typeface="Helvetica"/>
                <a:cs typeface="Helvetica"/>
              </a:rPr>
              <a:t>Visual Odometry</a:t>
            </a:r>
            <a:r>
              <a:rPr sz="3600" i="1" spc="-10" dirty="0">
                <a:solidFill>
                  <a:srgbClr val="0365C0"/>
                </a:solidFill>
                <a:latin typeface="Helvetica"/>
                <a:cs typeface="Helvetica"/>
              </a:rPr>
              <a:t>?</a:t>
            </a:r>
            <a:endParaRPr sz="3600" dirty="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797D8-BEDC-3B95-4857-2765FE3E7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AF1B5AB-F720-BB9C-AD18-7C82E278DD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0077" y="213460"/>
            <a:ext cx="11804956" cy="1368477"/>
          </a:xfrm>
          <a:prstGeom prst="rect">
            <a:avLst/>
          </a:prstGeom>
        </p:spPr>
        <p:txBody>
          <a:bodyPr vert="horz" wrap="square" lIns="0" tIns="623722" rIns="0" bIns="0" rtlCol="0">
            <a:spAutoFit/>
          </a:bodyPr>
          <a:lstStyle/>
          <a:p>
            <a:pPr marL="3138805" algn="l">
              <a:lnSpc>
                <a:spcPct val="100000"/>
              </a:lnSpc>
              <a:spcBef>
                <a:spcPts val="100"/>
              </a:spcBef>
            </a:pPr>
            <a:r>
              <a:rPr lang="en-US" sz="4800" b="0" dirty="0">
                <a:solidFill>
                  <a:srgbClr val="000000"/>
                </a:solidFill>
                <a:latin typeface="Helvetica Light"/>
                <a:cs typeface="Helvetica Light"/>
              </a:rPr>
              <a:t>(Dense) </a:t>
            </a:r>
            <a:r>
              <a:rPr sz="4800" b="0" dirty="0">
                <a:solidFill>
                  <a:srgbClr val="000000"/>
                </a:solidFill>
                <a:latin typeface="Helvetica Light"/>
                <a:cs typeface="Helvetica Light"/>
              </a:rPr>
              <a:t>Optical</a:t>
            </a:r>
            <a:r>
              <a:rPr sz="4800" b="0" spc="-26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4800" b="0" spc="-20" dirty="0">
                <a:solidFill>
                  <a:srgbClr val="000000"/>
                </a:solidFill>
                <a:latin typeface="Helvetica Light"/>
                <a:cs typeface="Helvetica Light"/>
              </a:rPr>
              <a:t>Flow</a:t>
            </a:r>
            <a:endParaRPr sz="4800" dirty="0">
              <a:latin typeface="Helvetica Light"/>
              <a:cs typeface="Helvetica Light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A166FEA-F33A-006D-7AE5-6D2104F88B92}"/>
              </a:ext>
            </a:extLst>
          </p:cNvPr>
          <p:cNvSpPr txBox="1"/>
          <p:nvPr/>
        </p:nvSpPr>
        <p:spPr>
          <a:xfrm>
            <a:off x="2654300" y="2925571"/>
            <a:ext cx="7696834" cy="5798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Helvetica"/>
                <a:cs typeface="Helvetica"/>
              </a:rPr>
              <a:t>Problem</a:t>
            </a:r>
            <a:r>
              <a:rPr sz="3600" b="1" spc="-35" dirty="0">
                <a:latin typeface="Helvetica"/>
                <a:cs typeface="Helvetica"/>
              </a:rPr>
              <a:t> </a:t>
            </a:r>
            <a:r>
              <a:rPr sz="3600" b="1" spc="-10" dirty="0">
                <a:latin typeface="Helvetica"/>
                <a:cs typeface="Helvetica"/>
              </a:rPr>
              <a:t>Definition</a:t>
            </a:r>
            <a:endParaRPr sz="3600" dirty="0">
              <a:latin typeface="Helvetica"/>
              <a:cs typeface="Helvetica"/>
            </a:endParaRPr>
          </a:p>
          <a:p>
            <a:pPr marL="12700" marR="5080" algn="ctr">
              <a:lnSpc>
                <a:spcPts val="4300"/>
              </a:lnSpc>
              <a:spcBef>
                <a:spcPts val="3445"/>
              </a:spcBef>
            </a:pPr>
            <a:r>
              <a:rPr sz="3600" dirty="0">
                <a:latin typeface="Helvetica Light"/>
                <a:cs typeface="Helvetica Light"/>
              </a:rPr>
              <a:t>Given</a:t>
            </a:r>
            <a:r>
              <a:rPr sz="3600" spc="-4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two</a:t>
            </a:r>
            <a:r>
              <a:rPr sz="3600" spc="-4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consecutive</a:t>
            </a:r>
            <a:r>
              <a:rPr sz="3600" spc="-4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image</a:t>
            </a:r>
            <a:r>
              <a:rPr sz="3600" spc="-45" dirty="0">
                <a:latin typeface="Helvetica Light"/>
                <a:cs typeface="Helvetica Light"/>
              </a:rPr>
              <a:t> </a:t>
            </a:r>
            <a:r>
              <a:rPr sz="3600" spc="-10" dirty="0">
                <a:latin typeface="Helvetica Light"/>
                <a:cs typeface="Helvetica Light"/>
              </a:rPr>
              <a:t>frames, </a:t>
            </a:r>
            <a:r>
              <a:rPr sz="3600" dirty="0">
                <a:latin typeface="Helvetica Light"/>
                <a:cs typeface="Helvetica Light"/>
              </a:rPr>
              <a:t>estimate</a:t>
            </a:r>
            <a:r>
              <a:rPr sz="3600" spc="-3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the</a:t>
            </a:r>
            <a:r>
              <a:rPr sz="3600" spc="-3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motion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of</a:t>
            </a:r>
            <a:r>
              <a:rPr sz="3600" spc="-3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each</a:t>
            </a:r>
            <a:r>
              <a:rPr sz="3600" spc="-35" dirty="0">
                <a:latin typeface="Helvetica Light"/>
                <a:cs typeface="Helvetica Light"/>
              </a:rPr>
              <a:t> </a:t>
            </a:r>
            <a:r>
              <a:rPr sz="3600" spc="-10" dirty="0">
                <a:latin typeface="Helvetica Light"/>
                <a:cs typeface="Helvetica Light"/>
              </a:rPr>
              <a:t>pixel</a:t>
            </a:r>
            <a:endParaRPr sz="3600" dirty="0">
              <a:latin typeface="Helvetica Light"/>
              <a:cs typeface="Helvetica Light"/>
            </a:endParaRPr>
          </a:p>
          <a:p>
            <a:pPr marL="1638300" marR="1630680" indent="-635" algn="ctr">
              <a:lnSpc>
                <a:spcPct val="213600"/>
              </a:lnSpc>
              <a:spcBef>
                <a:spcPts val="1405"/>
              </a:spcBef>
            </a:pPr>
            <a:r>
              <a:rPr sz="3600" b="1" spc="-10" dirty="0">
                <a:latin typeface="Helvetica"/>
                <a:cs typeface="Helvetica"/>
              </a:rPr>
              <a:t>Assumptions </a:t>
            </a:r>
            <a:r>
              <a:rPr sz="3600" dirty="0">
                <a:latin typeface="Helvetica Light"/>
                <a:cs typeface="Helvetica Light"/>
              </a:rPr>
              <a:t>Brightness</a:t>
            </a:r>
            <a:r>
              <a:rPr sz="3600" spc="-75" dirty="0">
                <a:latin typeface="Helvetica Light"/>
                <a:cs typeface="Helvetica Light"/>
              </a:rPr>
              <a:t> </a:t>
            </a:r>
            <a:r>
              <a:rPr sz="3600" spc="-10" dirty="0">
                <a:latin typeface="Helvetica Light"/>
                <a:cs typeface="Helvetica Light"/>
              </a:rPr>
              <a:t>constancy </a:t>
            </a:r>
            <a:r>
              <a:rPr sz="3600" dirty="0">
                <a:latin typeface="Helvetica Light"/>
                <a:cs typeface="Helvetica Light"/>
              </a:rPr>
              <a:t>Small</a:t>
            </a:r>
            <a:r>
              <a:rPr sz="3600" spc="-25" dirty="0">
                <a:latin typeface="Helvetica Light"/>
                <a:cs typeface="Helvetica Light"/>
              </a:rPr>
              <a:t> </a:t>
            </a:r>
            <a:r>
              <a:rPr sz="3600" spc="-10" dirty="0">
                <a:latin typeface="Helvetica Light"/>
                <a:cs typeface="Helvetica Light"/>
              </a:rPr>
              <a:t>motion</a:t>
            </a:r>
            <a:endParaRPr sz="3600" dirty="0">
              <a:latin typeface="Helvetica Light"/>
              <a:cs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956505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C31A6-06C1-7419-2687-BBF33957E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77" y="213460"/>
            <a:ext cx="11804956" cy="553998"/>
          </a:xfrm>
        </p:spPr>
        <p:txBody>
          <a:bodyPr/>
          <a:lstStyle/>
          <a:p>
            <a:r>
              <a:rPr lang="en-US" dirty="0"/>
              <a:t>Scope (Global vs Local)?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4A536-63DD-2CA6-01F9-A6446D36B0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0240" y="2243328"/>
            <a:ext cx="5657088" cy="646331"/>
          </a:xfrm>
        </p:spPr>
        <p:txBody>
          <a:bodyPr/>
          <a:lstStyle/>
          <a:p>
            <a:r>
              <a:rPr lang="en-US" dirty="0"/>
              <a:t>Optical Flow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25E7B5-17F3-CC33-0E8C-4705DB02F38C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6697472" y="2243328"/>
            <a:ext cx="5657088" cy="646331"/>
          </a:xfrm>
        </p:spPr>
        <p:txBody>
          <a:bodyPr/>
          <a:lstStyle/>
          <a:p>
            <a:r>
              <a:rPr lang="en-US" dirty="0"/>
              <a:t>Visual Odometry</a:t>
            </a:r>
          </a:p>
        </p:txBody>
      </p:sp>
    </p:spTree>
    <p:extLst>
      <p:ext uri="{BB962C8B-B14F-4D97-AF65-F5344CB8AC3E}">
        <p14:creationId xmlns:p14="http://schemas.microsoft.com/office/powerpoint/2010/main" val="2230653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109BF-BCA0-EE7A-B59B-7F839D302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FC91C-65F8-5B1D-EA2E-6C46DD6C2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77" y="213460"/>
            <a:ext cx="11804956" cy="553998"/>
          </a:xfrm>
        </p:spPr>
        <p:txBody>
          <a:bodyPr/>
          <a:lstStyle/>
          <a:p>
            <a:r>
              <a:rPr lang="en-US" dirty="0"/>
              <a:t>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685C3-5F42-5EC2-59AE-D2375AFE72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0240" y="2243328"/>
            <a:ext cx="5657088" cy="2585323"/>
          </a:xfrm>
        </p:spPr>
        <p:txBody>
          <a:bodyPr/>
          <a:lstStyle/>
          <a:p>
            <a:r>
              <a:rPr lang="en-US" dirty="0"/>
              <a:t>Optical Flow</a:t>
            </a:r>
          </a:p>
          <a:p>
            <a:endParaRPr lang="en-US" dirty="0"/>
          </a:p>
          <a:p>
            <a:r>
              <a:rPr lang="en-US" b="1" dirty="0"/>
              <a:t>Scope:</a:t>
            </a:r>
            <a:r>
              <a:rPr lang="en-US" dirty="0"/>
              <a:t> Local (pixels)---how the pixels moved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9D021D-C289-6F1F-4E24-EB0614B885EB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6697472" y="2243328"/>
            <a:ext cx="5657088" cy="2585323"/>
          </a:xfrm>
        </p:spPr>
        <p:txBody>
          <a:bodyPr/>
          <a:lstStyle/>
          <a:p>
            <a:r>
              <a:rPr lang="en-US" dirty="0"/>
              <a:t>Visual Odometry</a:t>
            </a:r>
          </a:p>
          <a:p>
            <a:endParaRPr lang="en-US" dirty="0"/>
          </a:p>
          <a:p>
            <a:r>
              <a:rPr lang="en-US" dirty="0"/>
              <a:t>Global---how the camera moved</a:t>
            </a:r>
          </a:p>
        </p:txBody>
      </p:sp>
    </p:spTree>
    <p:extLst>
      <p:ext uri="{BB962C8B-B14F-4D97-AF65-F5344CB8AC3E}">
        <p14:creationId xmlns:p14="http://schemas.microsoft.com/office/powerpoint/2010/main" val="1599620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2709C-A69C-A71B-C136-C8F3F42D7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99F24-35F0-32BF-750F-B11280E0D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77" y="213460"/>
            <a:ext cx="11804956" cy="553998"/>
          </a:xfrm>
        </p:spPr>
        <p:txBody>
          <a:bodyPr/>
          <a:lstStyle/>
          <a:p>
            <a:r>
              <a:rPr lang="en-US" dirty="0"/>
              <a:t>Which space are we dealing with?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59DE8-5D90-03B5-0AB1-495860C15D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0240" y="2243328"/>
            <a:ext cx="5657088" cy="3231654"/>
          </a:xfrm>
        </p:spPr>
        <p:txBody>
          <a:bodyPr/>
          <a:lstStyle/>
          <a:p>
            <a:r>
              <a:rPr lang="en-US" dirty="0"/>
              <a:t>Optical Flow</a:t>
            </a:r>
          </a:p>
          <a:p>
            <a:endParaRPr lang="en-US" dirty="0"/>
          </a:p>
          <a:p>
            <a:r>
              <a:rPr lang="en-US" b="1" dirty="0"/>
              <a:t>Scope:</a:t>
            </a:r>
            <a:r>
              <a:rPr lang="en-US" dirty="0"/>
              <a:t> Local (pixels)---how the pixels moved</a:t>
            </a:r>
            <a:endParaRPr lang="en-US" b="1" dirty="0"/>
          </a:p>
          <a:p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94B3F0-5182-D35A-2E53-CF501D8D96E3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6697472" y="2243328"/>
            <a:ext cx="5657088" cy="3877985"/>
          </a:xfrm>
        </p:spPr>
        <p:txBody>
          <a:bodyPr/>
          <a:lstStyle/>
          <a:p>
            <a:r>
              <a:rPr lang="en-US" dirty="0"/>
              <a:t>Visual Odometry</a:t>
            </a:r>
          </a:p>
          <a:p>
            <a:endParaRPr lang="en-US" dirty="0"/>
          </a:p>
          <a:p>
            <a:r>
              <a:rPr lang="en-US" dirty="0"/>
              <a:t>Global---how the camera moved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676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CB0FE-C866-4DC3-BAD1-6383FD8BF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22E2B-7B5D-2E5C-76B9-C886B6E3B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77" y="213460"/>
            <a:ext cx="11804956" cy="553998"/>
          </a:xfrm>
        </p:spPr>
        <p:txBody>
          <a:bodyPr/>
          <a:lstStyle/>
          <a:p>
            <a:r>
              <a:rPr lang="en-US" dirty="0"/>
              <a:t>Which space are we dealing with?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AD9A0-2ACE-1E88-6C24-5FC109E6BD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0240" y="2243328"/>
            <a:ext cx="5657088" cy="3877985"/>
          </a:xfrm>
        </p:spPr>
        <p:txBody>
          <a:bodyPr/>
          <a:lstStyle/>
          <a:p>
            <a:r>
              <a:rPr lang="en-US" dirty="0"/>
              <a:t>Optical Flow</a:t>
            </a:r>
          </a:p>
          <a:p>
            <a:endParaRPr lang="en-US" dirty="0"/>
          </a:p>
          <a:p>
            <a:r>
              <a:rPr lang="en-US" b="1" dirty="0"/>
              <a:t>Scope:</a:t>
            </a:r>
            <a:r>
              <a:rPr lang="en-US" dirty="0"/>
              <a:t> Local (pixels)---how the pixels moved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Space:</a:t>
            </a:r>
            <a:r>
              <a:rPr lang="en-US" dirty="0"/>
              <a:t> Image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14DC7A-24C3-4D43-BB2D-CBCA09196993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6697472" y="2243328"/>
            <a:ext cx="5657088" cy="3877985"/>
          </a:xfrm>
        </p:spPr>
        <p:txBody>
          <a:bodyPr/>
          <a:lstStyle/>
          <a:p>
            <a:r>
              <a:rPr lang="en-US" dirty="0"/>
              <a:t>Visual Odometry</a:t>
            </a:r>
          </a:p>
          <a:p>
            <a:endParaRPr lang="en-US" dirty="0"/>
          </a:p>
          <a:p>
            <a:r>
              <a:rPr lang="en-US" dirty="0"/>
              <a:t>Global---how the camera moved</a:t>
            </a:r>
          </a:p>
          <a:p>
            <a:endParaRPr lang="en-US" dirty="0"/>
          </a:p>
          <a:p>
            <a:r>
              <a:rPr lang="en-US" dirty="0"/>
              <a:t>World</a:t>
            </a:r>
          </a:p>
        </p:txBody>
      </p:sp>
    </p:spTree>
    <p:extLst>
      <p:ext uri="{BB962C8B-B14F-4D97-AF65-F5344CB8AC3E}">
        <p14:creationId xmlns:p14="http://schemas.microsoft.com/office/powerpoint/2010/main" val="3202713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994FE-7DA9-EDD3-804B-1075C036C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DAABA-F8FE-4E93-5903-525C4E9F5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77" y="213460"/>
            <a:ext cx="11804956" cy="553998"/>
          </a:xfrm>
        </p:spPr>
        <p:txBody>
          <a:bodyPr/>
          <a:lstStyle/>
          <a:p>
            <a:r>
              <a:rPr lang="en-US" dirty="0"/>
              <a:t>Motion described as?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87BD5-427C-56AE-B2A2-02E7390C79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0240" y="2243328"/>
            <a:ext cx="5657088" cy="4524315"/>
          </a:xfrm>
        </p:spPr>
        <p:txBody>
          <a:bodyPr/>
          <a:lstStyle/>
          <a:p>
            <a:r>
              <a:rPr lang="en-US" dirty="0"/>
              <a:t>Optical Flow</a:t>
            </a:r>
          </a:p>
          <a:p>
            <a:endParaRPr lang="en-US" dirty="0"/>
          </a:p>
          <a:p>
            <a:r>
              <a:rPr lang="en-US" b="1" dirty="0"/>
              <a:t>Scope:</a:t>
            </a:r>
            <a:r>
              <a:rPr lang="en-US" dirty="0"/>
              <a:t> Local (pixels)---how the pixels moved</a:t>
            </a:r>
          </a:p>
          <a:p>
            <a:endParaRPr lang="en-US" b="1" dirty="0"/>
          </a:p>
          <a:p>
            <a:r>
              <a:rPr lang="en-US" b="1" dirty="0"/>
              <a:t>Space:</a:t>
            </a:r>
            <a:r>
              <a:rPr lang="en-US" dirty="0"/>
              <a:t> Image</a:t>
            </a:r>
            <a:endParaRPr lang="en-US" b="1" dirty="0"/>
          </a:p>
          <a:p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B96C80-AE2A-B1DE-E61D-A9527D5D47EF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6697472" y="2243328"/>
            <a:ext cx="5657088" cy="4524315"/>
          </a:xfrm>
        </p:spPr>
        <p:txBody>
          <a:bodyPr/>
          <a:lstStyle/>
          <a:p>
            <a:r>
              <a:rPr lang="en-US" dirty="0"/>
              <a:t>Visual Odometry</a:t>
            </a:r>
          </a:p>
          <a:p>
            <a:endParaRPr lang="en-US" dirty="0"/>
          </a:p>
          <a:p>
            <a:r>
              <a:rPr lang="en-US" dirty="0"/>
              <a:t>Global---how the camera moved</a:t>
            </a:r>
          </a:p>
          <a:p>
            <a:endParaRPr lang="en-US" dirty="0"/>
          </a:p>
          <a:p>
            <a:r>
              <a:rPr lang="en-US" dirty="0"/>
              <a:t>World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813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7C9F4-BE7D-48D2-317A-488CC4F14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915A6-EE75-AAC1-0A22-7627962F9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77" y="213460"/>
            <a:ext cx="11804956" cy="553998"/>
          </a:xfrm>
        </p:spPr>
        <p:txBody>
          <a:bodyPr/>
          <a:lstStyle/>
          <a:p>
            <a:r>
              <a:rPr lang="en-US" dirty="0"/>
              <a:t>Motion described as?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9A8A2-17FD-B20F-1F34-F7BCABFA7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0240" y="2243328"/>
            <a:ext cx="5657088" cy="5170646"/>
          </a:xfrm>
        </p:spPr>
        <p:txBody>
          <a:bodyPr/>
          <a:lstStyle/>
          <a:p>
            <a:r>
              <a:rPr lang="en-US" dirty="0"/>
              <a:t>Optical Flow</a:t>
            </a:r>
          </a:p>
          <a:p>
            <a:endParaRPr lang="en-US" dirty="0"/>
          </a:p>
          <a:p>
            <a:r>
              <a:rPr lang="en-US" b="1" dirty="0"/>
              <a:t>Scope:</a:t>
            </a:r>
            <a:r>
              <a:rPr lang="en-US" dirty="0"/>
              <a:t> Local (pixels)---how the pixels moved</a:t>
            </a:r>
          </a:p>
          <a:p>
            <a:endParaRPr lang="en-US" b="1" dirty="0"/>
          </a:p>
          <a:p>
            <a:r>
              <a:rPr lang="en-US" b="1" dirty="0"/>
              <a:t>Space:</a:t>
            </a:r>
            <a:r>
              <a:rPr lang="en-US" dirty="0"/>
              <a:t> Image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Motion:</a:t>
            </a:r>
            <a:r>
              <a:rPr lang="en-US" dirty="0"/>
              <a:t> (</a:t>
            </a:r>
            <a:r>
              <a:rPr lang="en-US" dirty="0" err="1"/>
              <a:t>u,v</a:t>
            </a:r>
            <a:r>
              <a:rPr lang="en-US" dirty="0"/>
              <a:t>) vectors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AC734B-552F-BF03-3897-2F7EEA0E88C6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6697472" y="2243328"/>
            <a:ext cx="5657088" cy="5170646"/>
          </a:xfrm>
        </p:spPr>
        <p:txBody>
          <a:bodyPr/>
          <a:lstStyle/>
          <a:p>
            <a:r>
              <a:rPr lang="en-US" dirty="0"/>
              <a:t>Visual Odometry</a:t>
            </a:r>
          </a:p>
          <a:p>
            <a:endParaRPr lang="en-US" dirty="0"/>
          </a:p>
          <a:p>
            <a:r>
              <a:rPr lang="en-US" dirty="0"/>
              <a:t>Global---how the camera moved</a:t>
            </a:r>
          </a:p>
          <a:p>
            <a:endParaRPr lang="en-US" dirty="0"/>
          </a:p>
          <a:p>
            <a:r>
              <a:rPr lang="en-US" dirty="0"/>
              <a:t>World</a:t>
            </a:r>
          </a:p>
          <a:p>
            <a:endParaRPr lang="en-US" dirty="0"/>
          </a:p>
          <a:p>
            <a:r>
              <a:rPr lang="en-US" dirty="0"/>
              <a:t>Relative Transforms T</a:t>
            </a:r>
          </a:p>
        </p:txBody>
      </p:sp>
    </p:spTree>
    <p:extLst>
      <p:ext uri="{BB962C8B-B14F-4D97-AF65-F5344CB8AC3E}">
        <p14:creationId xmlns:p14="http://schemas.microsoft.com/office/powerpoint/2010/main" val="5026638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52D48-2E13-A8FE-23C3-0D7CB22FF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0716A-491F-A732-AA05-11A9708F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77" y="213460"/>
            <a:ext cx="11804956" cy="553998"/>
          </a:xfrm>
        </p:spPr>
        <p:txBody>
          <a:bodyPr/>
          <a:lstStyle/>
          <a:p>
            <a:r>
              <a:rPr lang="en-US" dirty="0"/>
              <a:t>Motion described as?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F81CD-9A42-F66D-52FF-CD74FC947B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0240" y="2243328"/>
            <a:ext cx="5657088" cy="7109639"/>
          </a:xfrm>
        </p:spPr>
        <p:txBody>
          <a:bodyPr/>
          <a:lstStyle/>
          <a:p>
            <a:r>
              <a:rPr lang="en-US" dirty="0"/>
              <a:t>Optical Flow</a:t>
            </a:r>
          </a:p>
          <a:p>
            <a:endParaRPr lang="en-US" dirty="0"/>
          </a:p>
          <a:p>
            <a:r>
              <a:rPr lang="en-US" b="1" dirty="0"/>
              <a:t>Scope:</a:t>
            </a:r>
            <a:r>
              <a:rPr lang="en-US" dirty="0"/>
              <a:t> Local (pixels)---how the pixels moved</a:t>
            </a:r>
          </a:p>
          <a:p>
            <a:endParaRPr lang="en-US" b="1" dirty="0"/>
          </a:p>
          <a:p>
            <a:r>
              <a:rPr lang="en-US" b="1" dirty="0"/>
              <a:t>Space:</a:t>
            </a:r>
            <a:r>
              <a:rPr lang="en-US" dirty="0"/>
              <a:t> Image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Motion:</a:t>
            </a:r>
            <a:r>
              <a:rPr lang="en-US" dirty="0"/>
              <a:t> (</a:t>
            </a:r>
            <a:r>
              <a:rPr lang="en-US" dirty="0" err="1"/>
              <a:t>u,v</a:t>
            </a:r>
            <a:r>
              <a:rPr lang="en-US" dirty="0"/>
              <a:t>) vectors</a:t>
            </a:r>
          </a:p>
          <a:p>
            <a:endParaRPr lang="en-US" b="1" dirty="0"/>
          </a:p>
          <a:p>
            <a:r>
              <a:rPr lang="en-US" dirty="0"/>
              <a:t>We’ll learn more about this today!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C150B3-C23A-8312-7C54-023827895BB4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6697472" y="2243328"/>
            <a:ext cx="5657088" cy="3877985"/>
          </a:xfrm>
        </p:spPr>
        <p:txBody>
          <a:bodyPr/>
          <a:lstStyle/>
          <a:p>
            <a:r>
              <a:rPr lang="en-US" dirty="0"/>
              <a:t>Visual Odometry</a:t>
            </a:r>
          </a:p>
          <a:p>
            <a:endParaRPr lang="en-US" dirty="0"/>
          </a:p>
          <a:p>
            <a:r>
              <a:rPr lang="en-US" dirty="0"/>
              <a:t>Global---how the camera moved</a:t>
            </a:r>
          </a:p>
          <a:p>
            <a:endParaRPr lang="en-US" dirty="0"/>
          </a:p>
          <a:p>
            <a:r>
              <a:rPr lang="en-US" dirty="0"/>
              <a:t>Relative Transforms 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AAFB817-F3AA-70A9-5EE8-188C6DE45395}"/>
                  </a:ext>
                </a:extLst>
              </p14:cNvPr>
              <p14:cNvContentPartPr/>
              <p14:nvPr/>
            </p14:nvContentPartPr>
            <p14:xfrm>
              <a:off x="2082800" y="7391400"/>
              <a:ext cx="905794" cy="6096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AAFB817-F3AA-70A9-5EE8-188C6DE4539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64799" y="7373407"/>
                <a:ext cx="941435" cy="64522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29713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0632" rIns="0" bIns="0" rtlCol="0">
            <a:spAutoFit/>
          </a:bodyPr>
          <a:lstStyle/>
          <a:p>
            <a:pPr marL="120014" algn="ctr">
              <a:lnSpc>
                <a:spcPct val="100000"/>
              </a:lnSpc>
              <a:spcBef>
                <a:spcPts val="1485"/>
              </a:spcBef>
            </a:pPr>
            <a:r>
              <a:rPr sz="8000" b="0" dirty="0">
                <a:solidFill>
                  <a:srgbClr val="000000"/>
                </a:solidFill>
                <a:latin typeface="Helvetica Light"/>
                <a:cs typeface="Helvetica Light"/>
              </a:rPr>
              <a:t>Key</a:t>
            </a:r>
            <a:r>
              <a:rPr sz="8000" b="0" spc="-10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8000"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Assumptions</a:t>
            </a:r>
            <a:endParaRPr sz="8000">
              <a:latin typeface="Helvetica Light"/>
              <a:cs typeface="Helvetica Light"/>
            </a:endParaRPr>
          </a:p>
          <a:p>
            <a:pPr marL="120650" algn="ctr">
              <a:lnSpc>
                <a:spcPct val="100000"/>
              </a:lnSpc>
              <a:spcBef>
                <a:spcPts val="415"/>
              </a:spcBef>
            </a:pPr>
            <a:r>
              <a:rPr sz="2400" b="0" dirty="0">
                <a:solidFill>
                  <a:srgbClr val="000000"/>
                </a:solidFill>
                <a:latin typeface="Helvetica Light"/>
                <a:cs typeface="Helvetica Light"/>
              </a:rPr>
              <a:t>(unique</a:t>
            </a:r>
            <a:r>
              <a:rPr sz="2400" b="0" spc="-5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400" b="0" dirty="0">
                <a:solidFill>
                  <a:srgbClr val="000000"/>
                </a:solidFill>
                <a:latin typeface="Helvetica Light"/>
                <a:cs typeface="Helvetica Light"/>
              </a:rPr>
              <a:t>to</a:t>
            </a:r>
            <a:r>
              <a:rPr sz="2400" b="0" spc="-5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400" b="0" dirty="0">
                <a:solidFill>
                  <a:srgbClr val="000000"/>
                </a:solidFill>
                <a:latin typeface="Helvetica Light"/>
                <a:cs typeface="Helvetica Light"/>
              </a:rPr>
              <a:t>optical</a:t>
            </a:r>
            <a:r>
              <a:rPr sz="2400" b="0" spc="-5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400" b="0" spc="-20" dirty="0">
                <a:solidFill>
                  <a:srgbClr val="000000"/>
                </a:solidFill>
                <a:latin typeface="Helvetica Light"/>
                <a:cs typeface="Helvetica Light"/>
              </a:rPr>
              <a:t>flow)</a:t>
            </a:r>
            <a:endParaRPr sz="2400">
              <a:latin typeface="Helvetica Light"/>
              <a:cs typeface="Helvetica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00200" y="2978403"/>
            <a:ext cx="9678035" cy="63478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5730" algn="ctr">
              <a:lnSpc>
                <a:spcPct val="100000"/>
              </a:lnSpc>
              <a:spcBef>
                <a:spcPts val="100"/>
              </a:spcBef>
            </a:pPr>
            <a:r>
              <a:rPr sz="4600" b="1" dirty="0">
                <a:solidFill>
                  <a:srgbClr val="0433FF"/>
                </a:solidFill>
                <a:latin typeface="Helvetica"/>
                <a:cs typeface="Helvetica"/>
              </a:rPr>
              <a:t>Color</a:t>
            </a:r>
            <a:r>
              <a:rPr sz="4600" b="1" spc="-90" dirty="0">
                <a:solidFill>
                  <a:srgbClr val="0433FF"/>
                </a:solidFill>
                <a:latin typeface="Helvetica"/>
                <a:cs typeface="Helvetica"/>
              </a:rPr>
              <a:t> </a:t>
            </a:r>
            <a:r>
              <a:rPr sz="4600" b="1" spc="-10" dirty="0">
                <a:solidFill>
                  <a:srgbClr val="0433FF"/>
                </a:solidFill>
                <a:latin typeface="Helvetica"/>
                <a:cs typeface="Helvetica"/>
              </a:rPr>
              <a:t>Constancy</a:t>
            </a:r>
            <a:endParaRPr sz="4600" dirty="0">
              <a:latin typeface="Helvetica"/>
              <a:cs typeface="Helvetica"/>
            </a:endParaRPr>
          </a:p>
          <a:p>
            <a:pPr marL="125730" algn="ctr">
              <a:lnSpc>
                <a:spcPct val="100000"/>
              </a:lnSpc>
              <a:spcBef>
                <a:spcPts val="70"/>
              </a:spcBef>
            </a:pPr>
            <a:r>
              <a:rPr sz="2800" dirty="0">
                <a:latin typeface="Helvetica Light"/>
                <a:cs typeface="Helvetica Light"/>
              </a:rPr>
              <a:t>(Brightness</a:t>
            </a:r>
            <a:r>
              <a:rPr sz="2800" spc="-65" dirty="0">
                <a:latin typeface="Helvetica Light"/>
                <a:cs typeface="Helvetica Light"/>
              </a:rPr>
              <a:t> </a:t>
            </a:r>
            <a:r>
              <a:rPr sz="2800" dirty="0">
                <a:latin typeface="Helvetica Light"/>
                <a:cs typeface="Helvetica Light"/>
              </a:rPr>
              <a:t>constancy</a:t>
            </a:r>
            <a:r>
              <a:rPr sz="2800" spc="-65" dirty="0">
                <a:latin typeface="Helvetica Light"/>
                <a:cs typeface="Helvetica Light"/>
              </a:rPr>
              <a:t> </a:t>
            </a:r>
            <a:r>
              <a:rPr sz="2800" dirty="0">
                <a:latin typeface="Helvetica Light"/>
                <a:cs typeface="Helvetica Light"/>
              </a:rPr>
              <a:t>for</a:t>
            </a:r>
            <a:r>
              <a:rPr sz="2800" spc="-60" dirty="0">
                <a:latin typeface="Helvetica Light"/>
                <a:cs typeface="Helvetica Light"/>
              </a:rPr>
              <a:t> </a:t>
            </a:r>
            <a:r>
              <a:rPr sz="2800" dirty="0">
                <a:latin typeface="Helvetica Light"/>
                <a:cs typeface="Helvetica Light"/>
              </a:rPr>
              <a:t>intensity</a:t>
            </a:r>
            <a:r>
              <a:rPr sz="2800" spc="-65" dirty="0">
                <a:latin typeface="Helvetica Light"/>
                <a:cs typeface="Helvetica Light"/>
              </a:rPr>
              <a:t> </a:t>
            </a:r>
            <a:r>
              <a:rPr sz="2800" spc="-10" dirty="0">
                <a:latin typeface="Helvetica Light"/>
                <a:cs typeface="Helvetica Light"/>
              </a:rPr>
              <a:t>images)</a:t>
            </a:r>
            <a:endParaRPr sz="2800" dirty="0">
              <a:latin typeface="Helvetica Light"/>
              <a:cs typeface="Helvetica Light"/>
            </a:endParaRPr>
          </a:p>
          <a:p>
            <a:pPr marL="2844800" marR="5080" indent="-2832100">
              <a:lnSpc>
                <a:spcPts val="4300"/>
              </a:lnSpc>
              <a:spcBef>
                <a:spcPts val="2360"/>
              </a:spcBef>
              <a:tabLst>
                <a:tab pos="5651500" algn="l"/>
                <a:tab pos="7251700" algn="l"/>
              </a:tabLst>
            </a:pPr>
            <a:r>
              <a:rPr sz="3600" dirty="0">
                <a:latin typeface="Helvetica Light"/>
                <a:cs typeface="Helvetica Light"/>
              </a:rPr>
              <a:t>Implication:</a:t>
            </a:r>
            <a:r>
              <a:rPr sz="3600" spc="-7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allows</a:t>
            </a:r>
            <a:r>
              <a:rPr sz="3600" spc="-6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for</a:t>
            </a:r>
            <a:r>
              <a:rPr sz="3600" spc="-60" dirty="0">
                <a:latin typeface="Helvetica Light"/>
                <a:cs typeface="Helvetica Light"/>
              </a:rPr>
              <a:t> </a:t>
            </a:r>
            <a:r>
              <a:rPr lang="en-US" sz="3600" spc="-10" dirty="0">
                <a:latin typeface="Helvetica Light"/>
                <a:cs typeface="Helvetica Light"/>
              </a:rPr>
              <a:t>pixel-to-pixel</a:t>
            </a:r>
            <a:r>
              <a:rPr sz="3600" dirty="0">
                <a:latin typeface="Helvetica Light"/>
                <a:cs typeface="Helvetica Light"/>
              </a:rPr>
              <a:t>	</a:t>
            </a:r>
            <a:r>
              <a:rPr sz="3600" spc="-10" dirty="0">
                <a:latin typeface="Helvetica Light"/>
                <a:cs typeface="Helvetica Light"/>
              </a:rPr>
              <a:t>comparison </a:t>
            </a:r>
            <a:r>
              <a:rPr sz="3600" dirty="0">
                <a:latin typeface="Helvetica Light"/>
                <a:cs typeface="Helvetica Light"/>
              </a:rPr>
              <a:t>(not</a:t>
            </a:r>
            <a:r>
              <a:rPr sz="3600" spc="-5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image</a:t>
            </a:r>
            <a:r>
              <a:rPr sz="3600" spc="-50" dirty="0">
                <a:latin typeface="Helvetica Light"/>
                <a:cs typeface="Helvetica Light"/>
              </a:rPr>
              <a:t> </a:t>
            </a:r>
            <a:r>
              <a:rPr sz="3600" spc="-10" dirty="0">
                <a:latin typeface="Helvetica Light"/>
                <a:cs typeface="Helvetica Light"/>
              </a:rPr>
              <a:t>features)</a:t>
            </a:r>
            <a:endParaRPr sz="3600" dirty="0">
              <a:latin typeface="Helvetica Light"/>
              <a:cs typeface="Helvetica Light"/>
            </a:endParaRPr>
          </a:p>
          <a:p>
            <a:pPr>
              <a:lnSpc>
                <a:spcPct val="100000"/>
              </a:lnSpc>
            </a:pPr>
            <a:endParaRPr sz="3600" dirty="0">
              <a:latin typeface="Helvetica Light"/>
              <a:cs typeface="Helvetica Light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3600" dirty="0">
              <a:latin typeface="Helvetica Light"/>
              <a:cs typeface="Helvetica Light"/>
            </a:endParaRPr>
          </a:p>
          <a:p>
            <a:pPr marL="125095" algn="ctr">
              <a:lnSpc>
                <a:spcPct val="100000"/>
              </a:lnSpc>
              <a:spcBef>
                <a:spcPts val="5"/>
              </a:spcBef>
            </a:pPr>
            <a:r>
              <a:rPr sz="4600" b="1" dirty="0">
                <a:solidFill>
                  <a:srgbClr val="70BF41"/>
                </a:solidFill>
                <a:latin typeface="Helvetica"/>
                <a:cs typeface="Helvetica"/>
              </a:rPr>
              <a:t>Small</a:t>
            </a:r>
            <a:r>
              <a:rPr sz="4600" b="1" spc="-60" dirty="0">
                <a:solidFill>
                  <a:srgbClr val="70BF41"/>
                </a:solidFill>
                <a:latin typeface="Helvetica"/>
                <a:cs typeface="Helvetica"/>
              </a:rPr>
              <a:t> </a:t>
            </a:r>
            <a:r>
              <a:rPr sz="4600" b="1" spc="-10" dirty="0">
                <a:solidFill>
                  <a:srgbClr val="70BF41"/>
                </a:solidFill>
                <a:latin typeface="Helvetica"/>
                <a:cs typeface="Helvetica"/>
              </a:rPr>
              <a:t>Motion</a:t>
            </a:r>
            <a:endParaRPr sz="4600" dirty="0">
              <a:latin typeface="Helvetica"/>
              <a:cs typeface="Helvetica"/>
            </a:endParaRPr>
          </a:p>
          <a:p>
            <a:pPr marL="125730" algn="ctr">
              <a:lnSpc>
                <a:spcPct val="100000"/>
              </a:lnSpc>
              <a:spcBef>
                <a:spcPts val="70"/>
              </a:spcBef>
            </a:pPr>
            <a:r>
              <a:rPr sz="2800" dirty="0">
                <a:latin typeface="Helvetica Light"/>
                <a:cs typeface="Helvetica Light"/>
              </a:rPr>
              <a:t>(pixels</a:t>
            </a:r>
            <a:r>
              <a:rPr sz="2800" spc="-50" dirty="0">
                <a:latin typeface="Helvetica Light"/>
                <a:cs typeface="Helvetica Light"/>
              </a:rPr>
              <a:t> </a:t>
            </a:r>
            <a:r>
              <a:rPr sz="2800" dirty="0">
                <a:latin typeface="Helvetica Light"/>
                <a:cs typeface="Helvetica Light"/>
              </a:rPr>
              <a:t>only</a:t>
            </a:r>
            <a:r>
              <a:rPr sz="2800" spc="-45" dirty="0">
                <a:latin typeface="Helvetica Light"/>
                <a:cs typeface="Helvetica Light"/>
              </a:rPr>
              <a:t> </a:t>
            </a:r>
            <a:r>
              <a:rPr sz="2800" dirty="0">
                <a:latin typeface="Helvetica Light"/>
                <a:cs typeface="Helvetica Light"/>
              </a:rPr>
              <a:t>move</a:t>
            </a:r>
            <a:r>
              <a:rPr sz="2800" spc="-40" dirty="0">
                <a:latin typeface="Helvetica Light"/>
                <a:cs typeface="Helvetica Light"/>
              </a:rPr>
              <a:t> </a:t>
            </a:r>
            <a:r>
              <a:rPr sz="2800" dirty="0">
                <a:latin typeface="Helvetica Light"/>
                <a:cs typeface="Helvetica Light"/>
              </a:rPr>
              <a:t>a</a:t>
            </a:r>
            <a:r>
              <a:rPr sz="2800" spc="-40" dirty="0">
                <a:latin typeface="Helvetica Light"/>
                <a:cs typeface="Helvetica Light"/>
              </a:rPr>
              <a:t> </a:t>
            </a:r>
            <a:r>
              <a:rPr sz="2800" dirty="0">
                <a:latin typeface="Helvetica Light"/>
                <a:cs typeface="Helvetica Light"/>
              </a:rPr>
              <a:t>little</a:t>
            </a:r>
            <a:r>
              <a:rPr sz="2800" spc="-40" dirty="0">
                <a:latin typeface="Helvetica Light"/>
                <a:cs typeface="Helvetica Light"/>
              </a:rPr>
              <a:t> </a:t>
            </a:r>
            <a:r>
              <a:rPr sz="2800" spc="-20" dirty="0">
                <a:latin typeface="Helvetica Light"/>
                <a:cs typeface="Helvetica Light"/>
              </a:rPr>
              <a:t>bit)</a:t>
            </a:r>
            <a:endParaRPr sz="2800" dirty="0">
              <a:latin typeface="Helvetica Light"/>
              <a:cs typeface="Helvetica Light"/>
            </a:endParaRPr>
          </a:p>
          <a:p>
            <a:pPr marL="660400" marR="525780" algn="ctr">
              <a:lnSpc>
                <a:spcPts val="4300"/>
              </a:lnSpc>
              <a:spcBef>
                <a:spcPts val="2630"/>
              </a:spcBef>
            </a:pPr>
            <a:r>
              <a:rPr sz="3600" dirty="0">
                <a:latin typeface="Helvetica Light"/>
                <a:cs typeface="Helvetica Light"/>
              </a:rPr>
              <a:t>Implication:</a:t>
            </a:r>
            <a:r>
              <a:rPr sz="3600" spc="-5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linearization</a:t>
            </a:r>
            <a:r>
              <a:rPr sz="3600" spc="-5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of</a:t>
            </a:r>
            <a:r>
              <a:rPr sz="3600" spc="-5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the</a:t>
            </a:r>
            <a:r>
              <a:rPr sz="3600" spc="-50" dirty="0">
                <a:latin typeface="Helvetica Light"/>
                <a:cs typeface="Helvetica Light"/>
              </a:rPr>
              <a:t> </a:t>
            </a:r>
            <a:r>
              <a:rPr sz="3600" spc="-10" dirty="0">
                <a:latin typeface="Helvetica Light"/>
                <a:cs typeface="Helvetica Light"/>
              </a:rPr>
              <a:t>brightness </a:t>
            </a:r>
            <a:r>
              <a:rPr sz="3600" dirty="0">
                <a:latin typeface="Helvetica Light"/>
                <a:cs typeface="Helvetica Light"/>
              </a:rPr>
              <a:t>constancy</a:t>
            </a:r>
            <a:r>
              <a:rPr sz="3600" spc="-50" dirty="0">
                <a:latin typeface="Helvetica Light"/>
                <a:cs typeface="Helvetica Light"/>
              </a:rPr>
              <a:t> </a:t>
            </a:r>
            <a:r>
              <a:rPr sz="3600" spc="-10" dirty="0">
                <a:latin typeface="Helvetica Light"/>
                <a:cs typeface="Helvetica Light"/>
              </a:rPr>
              <a:t>constraint</a:t>
            </a:r>
            <a:endParaRPr sz="3600" dirty="0">
              <a:latin typeface="Helvetica Light"/>
              <a:cs typeface="Helvetica L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0077" y="213460"/>
            <a:ext cx="11804956" cy="1860919"/>
          </a:xfrm>
          <a:prstGeom prst="rect">
            <a:avLst/>
          </a:prstGeom>
        </p:spPr>
        <p:txBody>
          <a:bodyPr vert="horz" wrap="square" lIns="0" tIns="623722" rIns="0" bIns="0" rtlCol="0">
            <a:spAutoFit/>
          </a:bodyPr>
          <a:lstStyle/>
          <a:p>
            <a:pPr marL="3702685">
              <a:lnSpc>
                <a:spcPct val="100000"/>
              </a:lnSpc>
              <a:spcBef>
                <a:spcPts val="100"/>
              </a:spcBef>
            </a:pPr>
            <a:r>
              <a:rPr lang="en-US" sz="8000"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Overall Goal!</a:t>
            </a:r>
            <a:endParaRPr sz="8000" dirty="0">
              <a:latin typeface="Helvetica Light"/>
              <a:cs typeface="Helvetica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481072" y="2764535"/>
            <a:ext cx="3274060" cy="2514600"/>
            <a:chOff x="2481072" y="2764535"/>
            <a:chExt cx="3274060" cy="2514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81072" y="2764535"/>
              <a:ext cx="3273552" cy="25145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546772" y="2803188"/>
              <a:ext cx="3143250" cy="2384425"/>
            </a:xfrm>
            <a:custGeom>
              <a:avLst/>
              <a:gdLst/>
              <a:ahLst/>
              <a:cxnLst/>
              <a:rect l="l" t="t" r="r" b="b"/>
              <a:pathLst>
                <a:path w="3143250" h="2384425">
                  <a:moveTo>
                    <a:pt x="3142827" y="0"/>
                  </a:moveTo>
                  <a:lnTo>
                    <a:pt x="0" y="0"/>
                  </a:lnTo>
                  <a:lnTo>
                    <a:pt x="0" y="2384215"/>
                  </a:lnTo>
                  <a:lnTo>
                    <a:pt x="3142827" y="2384215"/>
                  </a:lnTo>
                  <a:lnTo>
                    <a:pt x="3142827" y="0"/>
                  </a:lnTo>
                  <a:close/>
                </a:path>
              </a:pathLst>
            </a:custGeom>
            <a:solidFill>
              <a:srgbClr val="FFF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05385" y="3561802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54187" y="0"/>
                  </a:moveTo>
                  <a:lnTo>
                    <a:pt x="33095" y="4258"/>
                  </a:lnTo>
                  <a:lnTo>
                    <a:pt x="15871" y="15871"/>
                  </a:lnTo>
                  <a:lnTo>
                    <a:pt x="4258" y="33095"/>
                  </a:lnTo>
                  <a:lnTo>
                    <a:pt x="0" y="54187"/>
                  </a:lnTo>
                  <a:lnTo>
                    <a:pt x="4258" y="75278"/>
                  </a:lnTo>
                  <a:lnTo>
                    <a:pt x="15871" y="92502"/>
                  </a:lnTo>
                  <a:lnTo>
                    <a:pt x="33095" y="104115"/>
                  </a:lnTo>
                  <a:lnTo>
                    <a:pt x="54187" y="108374"/>
                  </a:lnTo>
                  <a:lnTo>
                    <a:pt x="75278" y="104115"/>
                  </a:lnTo>
                  <a:lnTo>
                    <a:pt x="92502" y="92502"/>
                  </a:lnTo>
                  <a:lnTo>
                    <a:pt x="104115" y="75278"/>
                  </a:lnTo>
                  <a:lnTo>
                    <a:pt x="108374" y="54187"/>
                  </a:lnTo>
                  <a:lnTo>
                    <a:pt x="104115" y="33095"/>
                  </a:lnTo>
                  <a:lnTo>
                    <a:pt x="92502" y="15871"/>
                  </a:lnTo>
                  <a:lnTo>
                    <a:pt x="75278" y="4258"/>
                  </a:lnTo>
                  <a:lnTo>
                    <a:pt x="54187" y="0"/>
                  </a:lnTo>
                  <a:close/>
                </a:path>
              </a:pathLst>
            </a:custGeom>
            <a:solidFill>
              <a:srgbClr val="FF4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05385" y="3561802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0" y="54187"/>
                  </a:moveTo>
                  <a:lnTo>
                    <a:pt x="4258" y="33094"/>
                  </a:lnTo>
                  <a:lnTo>
                    <a:pt x="15871" y="15871"/>
                  </a:lnTo>
                  <a:lnTo>
                    <a:pt x="33094" y="4258"/>
                  </a:lnTo>
                  <a:lnTo>
                    <a:pt x="54187" y="0"/>
                  </a:lnTo>
                  <a:lnTo>
                    <a:pt x="75279" y="4258"/>
                  </a:lnTo>
                  <a:lnTo>
                    <a:pt x="92502" y="15871"/>
                  </a:lnTo>
                  <a:lnTo>
                    <a:pt x="104115" y="33094"/>
                  </a:lnTo>
                  <a:lnTo>
                    <a:pt x="108374" y="54187"/>
                  </a:lnTo>
                  <a:lnTo>
                    <a:pt x="104115" y="75279"/>
                  </a:lnTo>
                  <a:lnTo>
                    <a:pt x="92502" y="92502"/>
                  </a:lnTo>
                  <a:lnTo>
                    <a:pt x="75279" y="104115"/>
                  </a:lnTo>
                  <a:lnTo>
                    <a:pt x="54187" y="108374"/>
                  </a:lnTo>
                  <a:lnTo>
                    <a:pt x="33094" y="104115"/>
                  </a:lnTo>
                  <a:lnTo>
                    <a:pt x="15871" y="92502"/>
                  </a:lnTo>
                  <a:lnTo>
                    <a:pt x="4258" y="75279"/>
                  </a:lnTo>
                  <a:lnTo>
                    <a:pt x="0" y="541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99515" y="3555452"/>
              <a:ext cx="121074" cy="1210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99035" y="4314065"/>
              <a:ext cx="121074" cy="1210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99515" y="4314065"/>
              <a:ext cx="121074" cy="12107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409264" y="3345065"/>
              <a:ext cx="330200" cy="1061085"/>
            </a:xfrm>
            <a:custGeom>
              <a:avLst/>
              <a:gdLst/>
              <a:ahLst/>
              <a:cxnLst/>
              <a:rect l="l" t="t" r="r" b="b"/>
              <a:pathLst>
                <a:path w="330200" h="1061085">
                  <a:moveTo>
                    <a:pt x="221234" y="0"/>
                  </a:moveTo>
                  <a:lnTo>
                    <a:pt x="140411" y="26936"/>
                  </a:lnTo>
                  <a:lnTo>
                    <a:pt x="162864" y="49390"/>
                  </a:lnTo>
                  <a:lnTo>
                    <a:pt x="0" y="212255"/>
                  </a:lnTo>
                  <a:lnTo>
                    <a:pt x="8978" y="221234"/>
                  </a:lnTo>
                  <a:lnTo>
                    <a:pt x="171843" y="58369"/>
                  </a:lnTo>
                  <a:lnTo>
                    <a:pt x="194297" y="80822"/>
                  </a:lnTo>
                  <a:lnTo>
                    <a:pt x="207759" y="40411"/>
                  </a:lnTo>
                  <a:lnTo>
                    <a:pt x="221234" y="0"/>
                  </a:lnTo>
                  <a:close/>
                </a:path>
                <a:path w="330200" h="1061085">
                  <a:moveTo>
                    <a:pt x="329615" y="1022769"/>
                  </a:moveTo>
                  <a:lnTo>
                    <a:pt x="253415" y="984669"/>
                  </a:lnTo>
                  <a:lnTo>
                    <a:pt x="253415" y="1016419"/>
                  </a:lnTo>
                  <a:lnTo>
                    <a:pt x="4483" y="1016419"/>
                  </a:lnTo>
                  <a:lnTo>
                    <a:pt x="4483" y="1029119"/>
                  </a:lnTo>
                  <a:lnTo>
                    <a:pt x="253415" y="1029119"/>
                  </a:lnTo>
                  <a:lnTo>
                    <a:pt x="253415" y="1060869"/>
                  </a:lnTo>
                  <a:lnTo>
                    <a:pt x="316915" y="1029119"/>
                  </a:lnTo>
                  <a:lnTo>
                    <a:pt x="329615" y="10227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07516" y="3665661"/>
              <a:ext cx="223471" cy="22126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630533" y="4444594"/>
              <a:ext cx="76200" cy="278130"/>
            </a:xfrm>
            <a:custGeom>
              <a:avLst/>
              <a:gdLst/>
              <a:ahLst/>
              <a:cxnLst/>
              <a:rect l="l" t="t" r="r" b="b"/>
              <a:pathLst>
                <a:path w="76200" h="278129">
                  <a:moveTo>
                    <a:pt x="31750" y="201508"/>
                  </a:moveTo>
                  <a:lnTo>
                    <a:pt x="0" y="201508"/>
                  </a:lnTo>
                  <a:lnTo>
                    <a:pt x="38101" y="277708"/>
                  </a:lnTo>
                  <a:lnTo>
                    <a:pt x="69850" y="214208"/>
                  </a:lnTo>
                  <a:lnTo>
                    <a:pt x="31750" y="214208"/>
                  </a:lnTo>
                  <a:lnTo>
                    <a:pt x="31750" y="201508"/>
                  </a:lnTo>
                  <a:close/>
                </a:path>
                <a:path w="76200" h="278129">
                  <a:moveTo>
                    <a:pt x="44450" y="0"/>
                  </a:moveTo>
                  <a:lnTo>
                    <a:pt x="31750" y="0"/>
                  </a:lnTo>
                  <a:lnTo>
                    <a:pt x="31750" y="214208"/>
                  </a:lnTo>
                  <a:lnTo>
                    <a:pt x="44450" y="214208"/>
                  </a:lnTo>
                  <a:lnTo>
                    <a:pt x="44450" y="0"/>
                  </a:lnTo>
                  <a:close/>
                </a:path>
                <a:path w="76200" h="278129">
                  <a:moveTo>
                    <a:pt x="76200" y="201508"/>
                  </a:moveTo>
                  <a:lnTo>
                    <a:pt x="44450" y="201508"/>
                  </a:lnTo>
                  <a:lnTo>
                    <a:pt x="44450" y="214208"/>
                  </a:lnTo>
                  <a:lnTo>
                    <a:pt x="69850" y="214208"/>
                  </a:lnTo>
                  <a:lnTo>
                    <a:pt x="76200" y="2015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7251192" y="2764535"/>
            <a:ext cx="3270885" cy="2514600"/>
            <a:chOff x="7251192" y="2764535"/>
            <a:chExt cx="3270885" cy="2514600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51192" y="2764535"/>
              <a:ext cx="3270504" cy="251459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315200" y="2803188"/>
              <a:ext cx="3143250" cy="2384425"/>
            </a:xfrm>
            <a:custGeom>
              <a:avLst/>
              <a:gdLst/>
              <a:ahLst/>
              <a:cxnLst/>
              <a:rect l="l" t="t" r="r" b="b"/>
              <a:pathLst>
                <a:path w="3143250" h="2384425">
                  <a:moveTo>
                    <a:pt x="3142827" y="0"/>
                  </a:moveTo>
                  <a:lnTo>
                    <a:pt x="0" y="0"/>
                  </a:lnTo>
                  <a:lnTo>
                    <a:pt x="0" y="2384215"/>
                  </a:lnTo>
                  <a:lnTo>
                    <a:pt x="3142827" y="2384215"/>
                  </a:lnTo>
                  <a:lnTo>
                    <a:pt x="3142827" y="0"/>
                  </a:lnTo>
                  <a:close/>
                </a:path>
              </a:pathLst>
            </a:custGeom>
            <a:solidFill>
              <a:srgbClr val="FFF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92583" y="3284519"/>
              <a:ext cx="121074" cy="12107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693063" y="3826385"/>
              <a:ext cx="121074" cy="12107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500956" y="4307292"/>
              <a:ext cx="121074" cy="12107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476316" y="4591772"/>
              <a:ext cx="121075" cy="121074"/>
            </a:xfrm>
            <a:prstGeom prst="rect">
              <a:avLst/>
            </a:prstGeom>
          </p:spPr>
        </p:pic>
      </p:grpSp>
      <p:pic>
        <p:nvPicPr>
          <p:cNvPr id="21" name="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365922" y="5518150"/>
            <a:ext cx="1612901" cy="46990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016662" y="5505450"/>
            <a:ext cx="1739901" cy="495300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624681" y="6459452"/>
            <a:ext cx="11755120" cy="1603375"/>
          </a:xfrm>
          <a:prstGeom prst="rect">
            <a:avLst/>
          </a:prstGeom>
        </p:spPr>
        <p:txBody>
          <a:bodyPr vert="horz" wrap="square" lIns="0" tIns="324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55"/>
              </a:spcBef>
            </a:pPr>
            <a:r>
              <a:rPr sz="4900" dirty="0">
                <a:latin typeface="Helvetica Light"/>
                <a:cs typeface="Helvetica Light"/>
              </a:rPr>
              <a:t>Look</a:t>
            </a:r>
            <a:r>
              <a:rPr sz="4900" spc="-80" dirty="0">
                <a:latin typeface="Helvetica Light"/>
                <a:cs typeface="Helvetica Light"/>
              </a:rPr>
              <a:t> </a:t>
            </a:r>
            <a:r>
              <a:rPr sz="4900" dirty="0">
                <a:latin typeface="Helvetica Light"/>
                <a:cs typeface="Helvetica Light"/>
              </a:rPr>
              <a:t>for</a:t>
            </a:r>
            <a:r>
              <a:rPr sz="4900" spc="-75" dirty="0">
                <a:latin typeface="Helvetica Light"/>
                <a:cs typeface="Helvetica Light"/>
              </a:rPr>
              <a:t> </a:t>
            </a:r>
            <a:r>
              <a:rPr sz="4900" dirty="0">
                <a:solidFill>
                  <a:srgbClr val="0433FF"/>
                </a:solidFill>
                <a:latin typeface="Helvetica Light"/>
                <a:cs typeface="Helvetica Light"/>
              </a:rPr>
              <a:t>nearby</a:t>
            </a:r>
            <a:r>
              <a:rPr sz="4900" spc="-80" dirty="0">
                <a:solidFill>
                  <a:srgbClr val="0433FF"/>
                </a:solidFill>
                <a:latin typeface="Helvetica Light"/>
                <a:cs typeface="Helvetica Light"/>
              </a:rPr>
              <a:t> </a:t>
            </a:r>
            <a:r>
              <a:rPr sz="4900" dirty="0">
                <a:solidFill>
                  <a:srgbClr val="0433FF"/>
                </a:solidFill>
                <a:latin typeface="Helvetica Light"/>
                <a:cs typeface="Helvetica Light"/>
              </a:rPr>
              <a:t>pixels</a:t>
            </a:r>
            <a:r>
              <a:rPr sz="4900" spc="-80" dirty="0">
                <a:solidFill>
                  <a:srgbClr val="0433FF"/>
                </a:solidFill>
                <a:latin typeface="Helvetica Light"/>
                <a:cs typeface="Helvetica Light"/>
              </a:rPr>
              <a:t> </a:t>
            </a:r>
            <a:r>
              <a:rPr sz="4900" dirty="0">
                <a:latin typeface="Helvetica Light"/>
                <a:cs typeface="Helvetica Light"/>
              </a:rPr>
              <a:t>with</a:t>
            </a:r>
            <a:r>
              <a:rPr sz="4900" spc="-80" dirty="0">
                <a:latin typeface="Helvetica Light"/>
                <a:cs typeface="Helvetica Light"/>
              </a:rPr>
              <a:t> </a:t>
            </a:r>
            <a:r>
              <a:rPr sz="4900" dirty="0">
                <a:latin typeface="Helvetica Light"/>
                <a:cs typeface="Helvetica Light"/>
              </a:rPr>
              <a:t>the</a:t>
            </a:r>
            <a:r>
              <a:rPr sz="4900" spc="-75" dirty="0">
                <a:latin typeface="Helvetica Light"/>
                <a:cs typeface="Helvetica Light"/>
              </a:rPr>
              <a:t> </a:t>
            </a:r>
            <a:r>
              <a:rPr sz="4900" dirty="0">
                <a:solidFill>
                  <a:srgbClr val="21E60C"/>
                </a:solidFill>
                <a:latin typeface="Helvetica Light"/>
                <a:cs typeface="Helvetica Light"/>
              </a:rPr>
              <a:t>same</a:t>
            </a:r>
            <a:r>
              <a:rPr sz="4900" spc="-80" dirty="0">
                <a:solidFill>
                  <a:srgbClr val="21E60C"/>
                </a:solidFill>
                <a:latin typeface="Helvetica Light"/>
                <a:cs typeface="Helvetica Light"/>
              </a:rPr>
              <a:t> </a:t>
            </a:r>
            <a:r>
              <a:rPr sz="4900" spc="-10" dirty="0">
                <a:solidFill>
                  <a:srgbClr val="21E60C"/>
                </a:solidFill>
                <a:latin typeface="Helvetica Light"/>
                <a:cs typeface="Helvetica Light"/>
              </a:rPr>
              <a:t>color</a:t>
            </a:r>
            <a:endParaRPr sz="4900">
              <a:latin typeface="Helvetica Light"/>
              <a:cs typeface="Helvetica Light"/>
            </a:endParaRPr>
          </a:p>
          <a:p>
            <a:pPr marL="3228975">
              <a:lnSpc>
                <a:spcPct val="100000"/>
              </a:lnSpc>
              <a:spcBef>
                <a:spcPts val="1205"/>
              </a:spcBef>
              <a:tabLst>
                <a:tab pos="9011285" algn="l"/>
              </a:tabLst>
            </a:pPr>
            <a:r>
              <a:rPr sz="2400" dirty="0">
                <a:latin typeface="Helvetica Light"/>
                <a:cs typeface="Helvetica Light"/>
              </a:rPr>
              <a:t>(small</a:t>
            </a:r>
            <a:r>
              <a:rPr sz="2400" spc="-65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motion)</a:t>
            </a:r>
            <a:r>
              <a:rPr sz="2400" dirty="0">
                <a:latin typeface="Helvetica Light"/>
                <a:cs typeface="Helvetica Light"/>
              </a:rPr>
              <a:t>	(color</a:t>
            </a:r>
            <a:r>
              <a:rPr sz="2400" spc="-70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constancy)</a:t>
            </a:r>
            <a:endParaRPr sz="2400">
              <a:latin typeface="Helvetica Light"/>
              <a:cs typeface="Helvetica Ligh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Assumption</a:t>
            </a:r>
            <a:r>
              <a:rPr b="0" spc="-9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spc="-50" dirty="0">
                <a:solidFill>
                  <a:srgbClr val="000000"/>
                </a:solidFill>
                <a:latin typeface="Helvetica Light"/>
                <a:cs typeface="Helvetica Light"/>
              </a:rPr>
              <a:t>1</a:t>
            </a:r>
          </a:p>
          <a:p>
            <a:pPr algn="ctr">
              <a:lnSpc>
                <a:spcPct val="100000"/>
              </a:lnSpc>
              <a:spcBef>
                <a:spcPts val="229"/>
              </a:spcBef>
            </a:pPr>
            <a:r>
              <a:rPr sz="8000" b="0" dirty="0">
                <a:solidFill>
                  <a:srgbClr val="000000"/>
                </a:solidFill>
                <a:latin typeface="Helvetica Light"/>
                <a:cs typeface="Helvetica Light"/>
              </a:rPr>
              <a:t>Brightness</a:t>
            </a:r>
            <a:r>
              <a:rPr sz="8000" b="0" spc="-22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8000"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constancy</a:t>
            </a:r>
            <a:endParaRPr sz="8000">
              <a:latin typeface="Helvetica Light"/>
              <a:cs typeface="Helvetica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44167" y="3389376"/>
            <a:ext cx="2618740" cy="2618740"/>
            <a:chOff x="1344167" y="3389376"/>
            <a:chExt cx="2618740" cy="26187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4167" y="3389376"/>
              <a:ext cx="2618232" cy="261823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4299" y="3403599"/>
              <a:ext cx="2540000" cy="2540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76983" y="5071872"/>
              <a:ext cx="243839" cy="24383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16300" y="5085778"/>
              <a:ext cx="166241" cy="16624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16099" y="5365750"/>
              <a:ext cx="1383957" cy="304800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4349496" y="3389376"/>
            <a:ext cx="2618740" cy="2618740"/>
            <a:chOff x="4349496" y="3389376"/>
            <a:chExt cx="2618740" cy="2618740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49496" y="3389376"/>
              <a:ext cx="2618231" cy="261823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87850" y="3403599"/>
              <a:ext cx="2540000" cy="2540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13960" y="4450080"/>
              <a:ext cx="246887" cy="24383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54600" y="4463478"/>
              <a:ext cx="166241" cy="1662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65871" y="4787900"/>
              <a:ext cx="1383958" cy="304800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8991600" y="3389376"/>
            <a:ext cx="2618740" cy="2618740"/>
            <a:chOff x="8991600" y="3389376"/>
            <a:chExt cx="2618740" cy="2618740"/>
          </a:xfrm>
        </p:grpSpPr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991600" y="3389376"/>
              <a:ext cx="2618231" cy="261823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29700" y="3403599"/>
              <a:ext cx="2540000" cy="25400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896600" y="3776472"/>
              <a:ext cx="243840" cy="24383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934700" y="3790378"/>
              <a:ext cx="166241" cy="16624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906000" y="4152900"/>
              <a:ext cx="1425145" cy="304800"/>
            </a:xfrm>
            <a:prstGeom prst="rect">
              <a:avLst/>
            </a:prstGeom>
          </p:spPr>
        </p:pic>
      </p:grpSp>
      <p:pic>
        <p:nvPicPr>
          <p:cNvPr id="21" name="object 2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645400" y="4654550"/>
            <a:ext cx="469900" cy="63500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828800" y="2392171"/>
            <a:ext cx="9347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Helvetica Light"/>
                <a:cs typeface="Helvetica Light"/>
              </a:rPr>
              <a:t>Scene</a:t>
            </a:r>
            <a:r>
              <a:rPr sz="3600" spc="-6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point</a:t>
            </a:r>
            <a:r>
              <a:rPr sz="3600" spc="-6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moving</a:t>
            </a:r>
            <a:r>
              <a:rPr sz="3600" spc="-6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through</a:t>
            </a:r>
            <a:r>
              <a:rPr sz="3600" spc="-6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image</a:t>
            </a:r>
            <a:r>
              <a:rPr sz="3600" spc="-60" dirty="0">
                <a:latin typeface="Helvetica Light"/>
                <a:cs typeface="Helvetica Light"/>
              </a:rPr>
              <a:t> </a:t>
            </a:r>
            <a:r>
              <a:rPr sz="3600" spc="-10" dirty="0">
                <a:latin typeface="Helvetica Light"/>
                <a:cs typeface="Helvetica Light"/>
              </a:rPr>
              <a:t>sequence</a:t>
            </a:r>
            <a:endParaRPr sz="3600">
              <a:latin typeface="Helvetica Light"/>
              <a:cs typeface="Helvetica Ligh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Assumption</a:t>
            </a:r>
            <a:r>
              <a:rPr b="0" spc="-9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spc="-50" dirty="0">
                <a:solidFill>
                  <a:srgbClr val="000000"/>
                </a:solidFill>
                <a:latin typeface="Helvetica Light"/>
                <a:cs typeface="Helvetica Light"/>
              </a:rPr>
              <a:t>1</a:t>
            </a:r>
          </a:p>
          <a:p>
            <a:pPr algn="ctr">
              <a:lnSpc>
                <a:spcPct val="100000"/>
              </a:lnSpc>
              <a:spcBef>
                <a:spcPts val="229"/>
              </a:spcBef>
            </a:pPr>
            <a:r>
              <a:rPr sz="8000" b="0" dirty="0">
                <a:solidFill>
                  <a:srgbClr val="000000"/>
                </a:solidFill>
                <a:latin typeface="Helvetica Light"/>
                <a:cs typeface="Helvetica Light"/>
              </a:rPr>
              <a:t>Brightness</a:t>
            </a:r>
            <a:r>
              <a:rPr sz="8000" b="0" spc="-22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8000"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constancy</a:t>
            </a:r>
            <a:endParaRPr sz="8000">
              <a:latin typeface="Helvetica Light"/>
              <a:cs typeface="Helvetica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44167" y="3389376"/>
            <a:ext cx="10266045" cy="3129280"/>
            <a:chOff x="1344167" y="3389376"/>
            <a:chExt cx="10266045" cy="31292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4167" y="3389376"/>
              <a:ext cx="2618232" cy="261823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4299" y="3403599"/>
              <a:ext cx="2540000" cy="2540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49495" y="3389376"/>
              <a:ext cx="2618231" cy="26182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87850" y="3403599"/>
              <a:ext cx="2540000" cy="2540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91599" y="3389376"/>
              <a:ext cx="2618231" cy="26182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29700" y="3403599"/>
              <a:ext cx="2540000" cy="25400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76983" y="5071872"/>
              <a:ext cx="243839" cy="24383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16300" y="5085778"/>
              <a:ext cx="166241" cy="16624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13959" y="4450080"/>
              <a:ext cx="246887" cy="24383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54600" y="4463478"/>
              <a:ext cx="166241" cy="1662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896599" y="3776472"/>
              <a:ext cx="243840" cy="24383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934699" y="3790378"/>
              <a:ext cx="166241" cy="16624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54199" y="6048495"/>
              <a:ext cx="1676400" cy="46990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857750" y="6048495"/>
              <a:ext cx="1676400" cy="46990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493249" y="6048495"/>
              <a:ext cx="1689100" cy="46990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816099" y="5365750"/>
              <a:ext cx="1383957" cy="3048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965871" y="4787900"/>
              <a:ext cx="1383958" cy="3048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905999" y="4152900"/>
              <a:ext cx="1425145" cy="3048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016950" y="3856443"/>
              <a:ext cx="8822055" cy="1311275"/>
            </a:xfrm>
            <a:custGeom>
              <a:avLst/>
              <a:gdLst/>
              <a:ahLst/>
              <a:cxnLst/>
              <a:rect l="l" t="t" r="r" b="b"/>
              <a:pathLst>
                <a:path w="8822055" h="1311275">
                  <a:moveTo>
                    <a:pt x="29654" y="1306245"/>
                  </a:moveTo>
                  <a:lnTo>
                    <a:pt x="24968" y="1281277"/>
                  </a:lnTo>
                  <a:lnTo>
                    <a:pt x="0" y="1285963"/>
                  </a:lnTo>
                  <a:lnTo>
                    <a:pt x="4686" y="1310932"/>
                  </a:lnTo>
                  <a:lnTo>
                    <a:pt x="29654" y="1306245"/>
                  </a:lnTo>
                  <a:close/>
                </a:path>
                <a:path w="8822055" h="1311275">
                  <a:moveTo>
                    <a:pt x="79578" y="1296873"/>
                  </a:moveTo>
                  <a:lnTo>
                    <a:pt x="74891" y="1271905"/>
                  </a:lnTo>
                  <a:lnTo>
                    <a:pt x="49923" y="1276591"/>
                  </a:lnTo>
                  <a:lnTo>
                    <a:pt x="54610" y="1301559"/>
                  </a:lnTo>
                  <a:lnTo>
                    <a:pt x="79578" y="1296873"/>
                  </a:lnTo>
                  <a:close/>
                </a:path>
                <a:path w="8822055" h="1311275">
                  <a:moveTo>
                    <a:pt x="129501" y="1287500"/>
                  </a:moveTo>
                  <a:lnTo>
                    <a:pt x="124815" y="1262532"/>
                  </a:lnTo>
                  <a:lnTo>
                    <a:pt x="99860" y="1267218"/>
                  </a:lnTo>
                  <a:lnTo>
                    <a:pt x="104546" y="1292186"/>
                  </a:lnTo>
                  <a:lnTo>
                    <a:pt x="129501" y="1287500"/>
                  </a:lnTo>
                  <a:close/>
                </a:path>
                <a:path w="8822055" h="1311275">
                  <a:moveTo>
                    <a:pt x="179438" y="1278115"/>
                  </a:moveTo>
                  <a:lnTo>
                    <a:pt x="174752" y="1253159"/>
                  </a:lnTo>
                  <a:lnTo>
                    <a:pt x="149783" y="1257846"/>
                  </a:lnTo>
                  <a:lnTo>
                    <a:pt x="154470" y="1282801"/>
                  </a:lnTo>
                  <a:lnTo>
                    <a:pt x="179438" y="1278115"/>
                  </a:lnTo>
                  <a:close/>
                </a:path>
                <a:path w="8822055" h="1311275">
                  <a:moveTo>
                    <a:pt x="229362" y="1268742"/>
                  </a:moveTo>
                  <a:lnTo>
                    <a:pt x="224675" y="1243787"/>
                  </a:lnTo>
                  <a:lnTo>
                    <a:pt x="199707" y="1248473"/>
                  </a:lnTo>
                  <a:lnTo>
                    <a:pt x="204393" y="1273429"/>
                  </a:lnTo>
                  <a:lnTo>
                    <a:pt x="229362" y="1268742"/>
                  </a:lnTo>
                  <a:close/>
                </a:path>
                <a:path w="8822055" h="1311275">
                  <a:moveTo>
                    <a:pt x="279285" y="1259370"/>
                  </a:moveTo>
                  <a:lnTo>
                    <a:pt x="274599" y="1234414"/>
                  </a:lnTo>
                  <a:lnTo>
                    <a:pt x="249643" y="1239100"/>
                  </a:lnTo>
                  <a:lnTo>
                    <a:pt x="254330" y="1264056"/>
                  </a:lnTo>
                  <a:lnTo>
                    <a:pt x="279285" y="1259370"/>
                  </a:lnTo>
                  <a:close/>
                </a:path>
                <a:path w="8822055" h="1311275">
                  <a:moveTo>
                    <a:pt x="329222" y="1249997"/>
                  </a:moveTo>
                  <a:lnTo>
                    <a:pt x="324535" y="1225042"/>
                  </a:lnTo>
                  <a:lnTo>
                    <a:pt x="299567" y="1229728"/>
                  </a:lnTo>
                  <a:lnTo>
                    <a:pt x="304253" y="1254683"/>
                  </a:lnTo>
                  <a:lnTo>
                    <a:pt x="329222" y="1249997"/>
                  </a:lnTo>
                  <a:close/>
                </a:path>
                <a:path w="8822055" h="1311275">
                  <a:moveTo>
                    <a:pt x="379145" y="1240624"/>
                  </a:moveTo>
                  <a:lnTo>
                    <a:pt x="374459" y="1215656"/>
                  </a:lnTo>
                  <a:lnTo>
                    <a:pt x="349491" y="1220355"/>
                  </a:lnTo>
                  <a:lnTo>
                    <a:pt x="354177" y="1245311"/>
                  </a:lnTo>
                  <a:lnTo>
                    <a:pt x="379145" y="1240624"/>
                  </a:lnTo>
                  <a:close/>
                </a:path>
                <a:path w="8822055" h="1311275">
                  <a:moveTo>
                    <a:pt x="429069" y="1231252"/>
                  </a:moveTo>
                  <a:lnTo>
                    <a:pt x="424383" y="1206284"/>
                  </a:lnTo>
                  <a:lnTo>
                    <a:pt x="399415" y="1210970"/>
                  </a:lnTo>
                  <a:lnTo>
                    <a:pt x="404114" y="1235938"/>
                  </a:lnTo>
                  <a:lnTo>
                    <a:pt x="429069" y="1231252"/>
                  </a:lnTo>
                  <a:close/>
                </a:path>
                <a:path w="8822055" h="1311275">
                  <a:moveTo>
                    <a:pt x="478993" y="1221879"/>
                  </a:moveTo>
                  <a:lnTo>
                    <a:pt x="474306" y="1196911"/>
                  </a:lnTo>
                  <a:lnTo>
                    <a:pt x="449351" y="1201597"/>
                  </a:lnTo>
                  <a:lnTo>
                    <a:pt x="454037" y="1226566"/>
                  </a:lnTo>
                  <a:lnTo>
                    <a:pt x="478993" y="1221879"/>
                  </a:lnTo>
                  <a:close/>
                </a:path>
                <a:path w="8822055" h="1311275">
                  <a:moveTo>
                    <a:pt x="528929" y="1212507"/>
                  </a:moveTo>
                  <a:lnTo>
                    <a:pt x="524243" y="1187538"/>
                  </a:lnTo>
                  <a:lnTo>
                    <a:pt x="499275" y="1192225"/>
                  </a:lnTo>
                  <a:lnTo>
                    <a:pt x="503961" y="1217193"/>
                  </a:lnTo>
                  <a:lnTo>
                    <a:pt x="528929" y="1212507"/>
                  </a:lnTo>
                  <a:close/>
                </a:path>
                <a:path w="8822055" h="1311275">
                  <a:moveTo>
                    <a:pt x="578853" y="1203134"/>
                  </a:moveTo>
                  <a:lnTo>
                    <a:pt x="574167" y="1178166"/>
                  </a:lnTo>
                  <a:lnTo>
                    <a:pt x="549198" y="1182852"/>
                  </a:lnTo>
                  <a:lnTo>
                    <a:pt x="553885" y="1207820"/>
                  </a:lnTo>
                  <a:lnTo>
                    <a:pt x="578853" y="1203134"/>
                  </a:lnTo>
                  <a:close/>
                </a:path>
                <a:path w="8822055" h="1311275">
                  <a:moveTo>
                    <a:pt x="628777" y="1193761"/>
                  </a:moveTo>
                  <a:lnTo>
                    <a:pt x="624090" y="1168793"/>
                  </a:lnTo>
                  <a:lnTo>
                    <a:pt x="599135" y="1173480"/>
                  </a:lnTo>
                  <a:lnTo>
                    <a:pt x="603821" y="1198448"/>
                  </a:lnTo>
                  <a:lnTo>
                    <a:pt x="628777" y="1193761"/>
                  </a:lnTo>
                  <a:close/>
                </a:path>
                <a:path w="8822055" h="1311275">
                  <a:moveTo>
                    <a:pt x="678713" y="1184389"/>
                  </a:moveTo>
                  <a:lnTo>
                    <a:pt x="674027" y="1159421"/>
                  </a:lnTo>
                  <a:lnTo>
                    <a:pt x="649058" y="1164107"/>
                  </a:lnTo>
                  <a:lnTo>
                    <a:pt x="653745" y="1189075"/>
                  </a:lnTo>
                  <a:lnTo>
                    <a:pt x="678713" y="1184389"/>
                  </a:lnTo>
                  <a:close/>
                </a:path>
                <a:path w="8822055" h="1311275">
                  <a:moveTo>
                    <a:pt x="728637" y="1175016"/>
                  </a:moveTo>
                  <a:lnTo>
                    <a:pt x="723950" y="1150048"/>
                  </a:lnTo>
                  <a:lnTo>
                    <a:pt x="698982" y="1154734"/>
                  </a:lnTo>
                  <a:lnTo>
                    <a:pt x="703668" y="1179703"/>
                  </a:lnTo>
                  <a:lnTo>
                    <a:pt x="728637" y="1175016"/>
                  </a:lnTo>
                  <a:close/>
                </a:path>
                <a:path w="8822055" h="1311275">
                  <a:moveTo>
                    <a:pt x="778560" y="1165644"/>
                  </a:moveTo>
                  <a:lnTo>
                    <a:pt x="773874" y="1140675"/>
                  </a:lnTo>
                  <a:lnTo>
                    <a:pt x="748919" y="1145362"/>
                  </a:lnTo>
                  <a:lnTo>
                    <a:pt x="753605" y="1170330"/>
                  </a:lnTo>
                  <a:lnTo>
                    <a:pt x="778560" y="1165644"/>
                  </a:lnTo>
                  <a:close/>
                </a:path>
                <a:path w="8822055" h="1311275">
                  <a:moveTo>
                    <a:pt x="828497" y="1156258"/>
                  </a:moveTo>
                  <a:lnTo>
                    <a:pt x="823810" y="1131303"/>
                  </a:lnTo>
                  <a:lnTo>
                    <a:pt x="798842" y="1135989"/>
                  </a:lnTo>
                  <a:lnTo>
                    <a:pt x="803529" y="1160957"/>
                  </a:lnTo>
                  <a:lnTo>
                    <a:pt x="828497" y="1156258"/>
                  </a:lnTo>
                  <a:close/>
                </a:path>
                <a:path w="8822055" h="1311275">
                  <a:moveTo>
                    <a:pt x="878420" y="1146886"/>
                  </a:moveTo>
                  <a:lnTo>
                    <a:pt x="873734" y="1121930"/>
                  </a:lnTo>
                  <a:lnTo>
                    <a:pt x="848766" y="1126617"/>
                  </a:lnTo>
                  <a:lnTo>
                    <a:pt x="853452" y="1151572"/>
                  </a:lnTo>
                  <a:lnTo>
                    <a:pt x="878420" y="1146886"/>
                  </a:lnTo>
                  <a:close/>
                </a:path>
                <a:path w="8822055" h="1311275">
                  <a:moveTo>
                    <a:pt x="928344" y="1137513"/>
                  </a:moveTo>
                  <a:lnTo>
                    <a:pt x="923658" y="1112558"/>
                  </a:lnTo>
                  <a:lnTo>
                    <a:pt x="898702" y="1117244"/>
                  </a:lnTo>
                  <a:lnTo>
                    <a:pt x="903389" y="1142199"/>
                  </a:lnTo>
                  <a:lnTo>
                    <a:pt x="928344" y="1137513"/>
                  </a:lnTo>
                  <a:close/>
                </a:path>
                <a:path w="8822055" h="1311275">
                  <a:moveTo>
                    <a:pt x="978281" y="1128141"/>
                  </a:moveTo>
                  <a:lnTo>
                    <a:pt x="973594" y="1103185"/>
                  </a:lnTo>
                  <a:lnTo>
                    <a:pt x="948626" y="1107871"/>
                  </a:lnTo>
                  <a:lnTo>
                    <a:pt x="953312" y="1132827"/>
                  </a:lnTo>
                  <a:lnTo>
                    <a:pt x="978281" y="1128141"/>
                  </a:lnTo>
                  <a:close/>
                </a:path>
                <a:path w="8822055" h="1311275">
                  <a:moveTo>
                    <a:pt x="1028204" y="1118768"/>
                  </a:moveTo>
                  <a:lnTo>
                    <a:pt x="1023518" y="1093812"/>
                  </a:lnTo>
                  <a:lnTo>
                    <a:pt x="998550" y="1098499"/>
                  </a:lnTo>
                  <a:lnTo>
                    <a:pt x="1003236" y="1123454"/>
                  </a:lnTo>
                  <a:lnTo>
                    <a:pt x="1028204" y="1118768"/>
                  </a:lnTo>
                  <a:close/>
                </a:path>
                <a:path w="8822055" h="1311275">
                  <a:moveTo>
                    <a:pt x="1078128" y="1109395"/>
                  </a:moveTo>
                  <a:lnTo>
                    <a:pt x="1073442" y="1084427"/>
                  </a:lnTo>
                  <a:lnTo>
                    <a:pt x="1048486" y="1089113"/>
                  </a:lnTo>
                  <a:lnTo>
                    <a:pt x="1053172" y="1114082"/>
                  </a:lnTo>
                  <a:lnTo>
                    <a:pt x="1078128" y="1109395"/>
                  </a:lnTo>
                  <a:close/>
                </a:path>
                <a:path w="8822055" h="1311275">
                  <a:moveTo>
                    <a:pt x="1128064" y="1100023"/>
                  </a:moveTo>
                  <a:lnTo>
                    <a:pt x="1123378" y="1075055"/>
                  </a:lnTo>
                  <a:lnTo>
                    <a:pt x="1098410" y="1079741"/>
                  </a:lnTo>
                  <a:lnTo>
                    <a:pt x="1103096" y="1104709"/>
                  </a:lnTo>
                  <a:lnTo>
                    <a:pt x="1128064" y="1100023"/>
                  </a:lnTo>
                  <a:close/>
                </a:path>
                <a:path w="8822055" h="1311275">
                  <a:moveTo>
                    <a:pt x="1177988" y="1090650"/>
                  </a:moveTo>
                  <a:lnTo>
                    <a:pt x="1173302" y="1065682"/>
                  </a:lnTo>
                  <a:lnTo>
                    <a:pt x="1148334" y="1070368"/>
                  </a:lnTo>
                  <a:lnTo>
                    <a:pt x="1153020" y="1095336"/>
                  </a:lnTo>
                  <a:lnTo>
                    <a:pt x="1177988" y="1090650"/>
                  </a:lnTo>
                  <a:close/>
                </a:path>
                <a:path w="8822055" h="1311275">
                  <a:moveTo>
                    <a:pt x="1227912" y="1081278"/>
                  </a:moveTo>
                  <a:lnTo>
                    <a:pt x="1223225" y="1056309"/>
                  </a:lnTo>
                  <a:lnTo>
                    <a:pt x="1198270" y="1060996"/>
                  </a:lnTo>
                  <a:lnTo>
                    <a:pt x="1202956" y="1085964"/>
                  </a:lnTo>
                  <a:lnTo>
                    <a:pt x="1227912" y="1081278"/>
                  </a:lnTo>
                  <a:close/>
                </a:path>
                <a:path w="8822055" h="1311275">
                  <a:moveTo>
                    <a:pt x="1277848" y="1071905"/>
                  </a:moveTo>
                  <a:lnTo>
                    <a:pt x="1273162" y="1046937"/>
                  </a:lnTo>
                  <a:lnTo>
                    <a:pt x="1248194" y="1051623"/>
                  </a:lnTo>
                  <a:lnTo>
                    <a:pt x="1252880" y="1076591"/>
                  </a:lnTo>
                  <a:lnTo>
                    <a:pt x="1277848" y="1071905"/>
                  </a:lnTo>
                  <a:close/>
                </a:path>
                <a:path w="8822055" h="1311275">
                  <a:moveTo>
                    <a:pt x="1327772" y="1062532"/>
                  </a:moveTo>
                  <a:lnTo>
                    <a:pt x="1323086" y="1037564"/>
                  </a:lnTo>
                  <a:lnTo>
                    <a:pt x="1298117" y="1042250"/>
                  </a:lnTo>
                  <a:lnTo>
                    <a:pt x="1302804" y="1067219"/>
                  </a:lnTo>
                  <a:lnTo>
                    <a:pt x="1327772" y="1062532"/>
                  </a:lnTo>
                  <a:close/>
                </a:path>
                <a:path w="8822055" h="1311275">
                  <a:moveTo>
                    <a:pt x="1377696" y="1053160"/>
                  </a:moveTo>
                  <a:lnTo>
                    <a:pt x="1373009" y="1028192"/>
                  </a:lnTo>
                  <a:lnTo>
                    <a:pt x="1348054" y="1032878"/>
                  </a:lnTo>
                  <a:lnTo>
                    <a:pt x="1352740" y="1057846"/>
                  </a:lnTo>
                  <a:lnTo>
                    <a:pt x="1377696" y="1053160"/>
                  </a:lnTo>
                  <a:close/>
                </a:path>
                <a:path w="8822055" h="1311275">
                  <a:moveTo>
                    <a:pt x="1427632" y="1043787"/>
                  </a:moveTo>
                  <a:lnTo>
                    <a:pt x="1422933" y="1018819"/>
                  </a:lnTo>
                  <a:lnTo>
                    <a:pt x="1397977" y="1023505"/>
                  </a:lnTo>
                  <a:lnTo>
                    <a:pt x="1402664" y="1048473"/>
                  </a:lnTo>
                  <a:lnTo>
                    <a:pt x="1427632" y="1043787"/>
                  </a:lnTo>
                  <a:close/>
                </a:path>
                <a:path w="8822055" h="1311275">
                  <a:moveTo>
                    <a:pt x="1477556" y="1034402"/>
                  </a:moveTo>
                  <a:lnTo>
                    <a:pt x="1472869" y="1009446"/>
                  </a:lnTo>
                  <a:lnTo>
                    <a:pt x="1447901" y="1014133"/>
                  </a:lnTo>
                  <a:lnTo>
                    <a:pt x="1452587" y="1039101"/>
                  </a:lnTo>
                  <a:lnTo>
                    <a:pt x="1477556" y="1034402"/>
                  </a:lnTo>
                  <a:close/>
                </a:path>
                <a:path w="8822055" h="1311275">
                  <a:moveTo>
                    <a:pt x="1527479" y="1025029"/>
                  </a:moveTo>
                  <a:lnTo>
                    <a:pt x="1522793" y="1000074"/>
                  </a:lnTo>
                  <a:lnTo>
                    <a:pt x="1497825" y="1004760"/>
                  </a:lnTo>
                  <a:lnTo>
                    <a:pt x="1502524" y="1029716"/>
                  </a:lnTo>
                  <a:lnTo>
                    <a:pt x="1527479" y="1025029"/>
                  </a:lnTo>
                  <a:close/>
                </a:path>
                <a:path w="8822055" h="1311275">
                  <a:moveTo>
                    <a:pt x="1577403" y="1015657"/>
                  </a:moveTo>
                  <a:lnTo>
                    <a:pt x="1572717" y="990701"/>
                  </a:lnTo>
                  <a:lnTo>
                    <a:pt x="1547761" y="995387"/>
                  </a:lnTo>
                  <a:lnTo>
                    <a:pt x="1552448" y="1020343"/>
                  </a:lnTo>
                  <a:lnTo>
                    <a:pt x="1577403" y="1015657"/>
                  </a:lnTo>
                  <a:close/>
                </a:path>
                <a:path w="8822055" h="1311275">
                  <a:moveTo>
                    <a:pt x="1627339" y="1006284"/>
                  </a:moveTo>
                  <a:lnTo>
                    <a:pt x="1622653" y="981329"/>
                  </a:lnTo>
                  <a:lnTo>
                    <a:pt x="1597685" y="986015"/>
                  </a:lnTo>
                  <a:lnTo>
                    <a:pt x="1602371" y="1010970"/>
                  </a:lnTo>
                  <a:lnTo>
                    <a:pt x="1627339" y="1006284"/>
                  </a:lnTo>
                  <a:close/>
                </a:path>
                <a:path w="8822055" h="1311275">
                  <a:moveTo>
                    <a:pt x="1677263" y="996911"/>
                  </a:moveTo>
                  <a:lnTo>
                    <a:pt x="1672577" y="971956"/>
                  </a:lnTo>
                  <a:lnTo>
                    <a:pt x="1647609" y="976642"/>
                  </a:lnTo>
                  <a:lnTo>
                    <a:pt x="1652295" y="1001598"/>
                  </a:lnTo>
                  <a:lnTo>
                    <a:pt x="1677263" y="996911"/>
                  </a:lnTo>
                  <a:close/>
                </a:path>
                <a:path w="8822055" h="1311275">
                  <a:moveTo>
                    <a:pt x="1727187" y="987539"/>
                  </a:moveTo>
                  <a:lnTo>
                    <a:pt x="1722501" y="962571"/>
                  </a:lnTo>
                  <a:lnTo>
                    <a:pt x="1697545" y="967257"/>
                  </a:lnTo>
                  <a:lnTo>
                    <a:pt x="1702231" y="992225"/>
                  </a:lnTo>
                  <a:lnTo>
                    <a:pt x="1727187" y="987539"/>
                  </a:lnTo>
                  <a:close/>
                </a:path>
                <a:path w="8822055" h="1311275">
                  <a:moveTo>
                    <a:pt x="1777123" y="978166"/>
                  </a:moveTo>
                  <a:lnTo>
                    <a:pt x="1772437" y="953198"/>
                  </a:lnTo>
                  <a:lnTo>
                    <a:pt x="1747469" y="957884"/>
                  </a:lnTo>
                  <a:lnTo>
                    <a:pt x="1752155" y="982853"/>
                  </a:lnTo>
                  <a:lnTo>
                    <a:pt x="1777123" y="978166"/>
                  </a:lnTo>
                  <a:close/>
                </a:path>
                <a:path w="8822055" h="1311275">
                  <a:moveTo>
                    <a:pt x="1827047" y="968794"/>
                  </a:moveTo>
                  <a:lnTo>
                    <a:pt x="1822361" y="943825"/>
                  </a:lnTo>
                  <a:lnTo>
                    <a:pt x="1797392" y="948512"/>
                  </a:lnTo>
                  <a:lnTo>
                    <a:pt x="1802079" y="973480"/>
                  </a:lnTo>
                  <a:lnTo>
                    <a:pt x="1827047" y="968794"/>
                  </a:lnTo>
                  <a:close/>
                </a:path>
                <a:path w="8822055" h="1311275">
                  <a:moveTo>
                    <a:pt x="1876971" y="959421"/>
                  </a:moveTo>
                  <a:lnTo>
                    <a:pt x="1872284" y="934453"/>
                  </a:lnTo>
                  <a:lnTo>
                    <a:pt x="1847329" y="939139"/>
                  </a:lnTo>
                  <a:lnTo>
                    <a:pt x="1852015" y="964107"/>
                  </a:lnTo>
                  <a:lnTo>
                    <a:pt x="1876971" y="959421"/>
                  </a:lnTo>
                  <a:close/>
                </a:path>
                <a:path w="8822055" h="1311275">
                  <a:moveTo>
                    <a:pt x="1926907" y="950048"/>
                  </a:moveTo>
                  <a:lnTo>
                    <a:pt x="1922221" y="925080"/>
                  </a:lnTo>
                  <a:lnTo>
                    <a:pt x="1897253" y="929767"/>
                  </a:lnTo>
                  <a:lnTo>
                    <a:pt x="1901939" y="954735"/>
                  </a:lnTo>
                  <a:lnTo>
                    <a:pt x="1926907" y="950048"/>
                  </a:lnTo>
                  <a:close/>
                </a:path>
                <a:path w="8822055" h="1311275">
                  <a:moveTo>
                    <a:pt x="1976831" y="940676"/>
                  </a:moveTo>
                  <a:lnTo>
                    <a:pt x="1972144" y="915708"/>
                  </a:lnTo>
                  <a:lnTo>
                    <a:pt x="1947176" y="920394"/>
                  </a:lnTo>
                  <a:lnTo>
                    <a:pt x="1951863" y="945362"/>
                  </a:lnTo>
                  <a:lnTo>
                    <a:pt x="1976831" y="940676"/>
                  </a:lnTo>
                  <a:close/>
                </a:path>
                <a:path w="8822055" h="1311275">
                  <a:moveTo>
                    <a:pt x="2026754" y="931303"/>
                  </a:moveTo>
                  <a:lnTo>
                    <a:pt x="2022068" y="906335"/>
                  </a:lnTo>
                  <a:lnTo>
                    <a:pt x="1997113" y="911021"/>
                  </a:lnTo>
                  <a:lnTo>
                    <a:pt x="2001799" y="935990"/>
                  </a:lnTo>
                  <a:lnTo>
                    <a:pt x="2026754" y="931303"/>
                  </a:lnTo>
                  <a:close/>
                </a:path>
                <a:path w="8822055" h="1311275">
                  <a:moveTo>
                    <a:pt x="2076691" y="921931"/>
                  </a:moveTo>
                  <a:lnTo>
                    <a:pt x="2072005" y="896962"/>
                  </a:lnTo>
                  <a:lnTo>
                    <a:pt x="2047036" y="901649"/>
                  </a:lnTo>
                  <a:lnTo>
                    <a:pt x="2051723" y="926617"/>
                  </a:lnTo>
                  <a:lnTo>
                    <a:pt x="2076691" y="921931"/>
                  </a:lnTo>
                  <a:close/>
                </a:path>
                <a:path w="8822055" h="1311275">
                  <a:moveTo>
                    <a:pt x="2126615" y="912558"/>
                  </a:moveTo>
                  <a:lnTo>
                    <a:pt x="2121928" y="887590"/>
                  </a:lnTo>
                  <a:lnTo>
                    <a:pt x="2096960" y="892276"/>
                  </a:lnTo>
                  <a:lnTo>
                    <a:pt x="2101646" y="917244"/>
                  </a:lnTo>
                  <a:lnTo>
                    <a:pt x="2126615" y="912558"/>
                  </a:lnTo>
                  <a:close/>
                </a:path>
                <a:path w="8822055" h="1311275">
                  <a:moveTo>
                    <a:pt x="2176538" y="903173"/>
                  </a:moveTo>
                  <a:lnTo>
                    <a:pt x="2171852" y="878217"/>
                  </a:lnTo>
                  <a:lnTo>
                    <a:pt x="2146897" y="882904"/>
                  </a:lnTo>
                  <a:lnTo>
                    <a:pt x="2151583" y="907859"/>
                  </a:lnTo>
                  <a:lnTo>
                    <a:pt x="2176538" y="903173"/>
                  </a:lnTo>
                  <a:close/>
                </a:path>
                <a:path w="8822055" h="1311275">
                  <a:moveTo>
                    <a:pt x="2226475" y="893800"/>
                  </a:moveTo>
                  <a:lnTo>
                    <a:pt x="2221788" y="868845"/>
                  </a:lnTo>
                  <a:lnTo>
                    <a:pt x="2196820" y="873531"/>
                  </a:lnTo>
                  <a:lnTo>
                    <a:pt x="2201507" y="898486"/>
                  </a:lnTo>
                  <a:lnTo>
                    <a:pt x="2226475" y="893800"/>
                  </a:lnTo>
                  <a:close/>
                </a:path>
                <a:path w="8822055" h="1311275">
                  <a:moveTo>
                    <a:pt x="2276398" y="884428"/>
                  </a:moveTo>
                  <a:lnTo>
                    <a:pt x="2271712" y="859472"/>
                  </a:lnTo>
                  <a:lnTo>
                    <a:pt x="2246744" y="864158"/>
                  </a:lnTo>
                  <a:lnTo>
                    <a:pt x="2251430" y="889114"/>
                  </a:lnTo>
                  <a:lnTo>
                    <a:pt x="2276398" y="884428"/>
                  </a:lnTo>
                  <a:close/>
                </a:path>
                <a:path w="8822055" h="1311275">
                  <a:moveTo>
                    <a:pt x="2326322" y="875055"/>
                  </a:moveTo>
                  <a:lnTo>
                    <a:pt x="2321636" y="850099"/>
                  </a:lnTo>
                  <a:lnTo>
                    <a:pt x="2296668" y="854786"/>
                  </a:lnTo>
                  <a:lnTo>
                    <a:pt x="2301367" y="879741"/>
                  </a:lnTo>
                  <a:lnTo>
                    <a:pt x="2326322" y="875055"/>
                  </a:lnTo>
                  <a:close/>
                </a:path>
                <a:path w="8822055" h="1311275">
                  <a:moveTo>
                    <a:pt x="2376246" y="865682"/>
                  </a:moveTo>
                  <a:lnTo>
                    <a:pt x="2371560" y="840714"/>
                  </a:lnTo>
                  <a:lnTo>
                    <a:pt x="2346604" y="845413"/>
                  </a:lnTo>
                  <a:lnTo>
                    <a:pt x="2351290" y="870369"/>
                  </a:lnTo>
                  <a:lnTo>
                    <a:pt x="2376246" y="865682"/>
                  </a:lnTo>
                  <a:close/>
                </a:path>
                <a:path w="8822055" h="1311275">
                  <a:moveTo>
                    <a:pt x="2426182" y="856310"/>
                  </a:moveTo>
                  <a:lnTo>
                    <a:pt x="2421496" y="831342"/>
                  </a:lnTo>
                  <a:lnTo>
                    <a:pt x="2396528" y="836028"/>
                  </a:lnTo>
                  <a:lnTo>
                    <a:pt x="2401214" y="860996"/>
                  </a:lnTo>
                  <a:lnTo>
                    <a:pt x="2426182" y="856310"/>
                  </a:lnTo>
                  <a:close/>
                </a:path>
                <a:path w="8822055" h="1311275">
                  <a:moveTo>
                    <a:pt x="2476106" y="846937"/>
                  </a:moveTo>
                  <a:lnTo>
                    <a:pt x="2471420" y="821969"/>
                  </a:lnTo>
                  <a:lnTo>
                    <a:pt x="2446451" y="826655"/>
                  </a:lnTo>
                  <a:lnTo>
                    <a:pt x="2451138" y="851623"/>
                  </a:lnTo>
                  <a:lnTo>
                    <a:pt x="2476106" y="846937"/>
                  </a:lnTo>
                  <a:close/>
                </a:path>
                <a:path w="8822055" h="1311275">
                  <a:moveTo>
                    <a:pt x="2526030" y="837565"/>
                  </a:moveTo>
                  <a:lnTo>
                    <a:pt x="2521343" y="812596"/>
                  </a:lnTo>
                  <a:lnTo>
                    <a:pt x="2496388" y="817283"/>
                  </a:lnTo>
                  <a:lnTo>
                    <a:pt x="2501074" y="842251"/>
                  </a:lnTo>
                  <a:lnTo>
                    <a:pt x="2526030" y="837565"/>
                  </a:lnTo>
                  <a:close/>
                </a:path>
                <a:path w="8822055" h="1311275">
                  <a:moveTo>
                    <a:pt x="2575966" y="828192"/>
                  </a:moveTo>
                  <a:lnTo>
                    <a:pt x="2571280" y="803224"/>
                  </a:lnTo>
                  <a:lnTo>
                    <a:pt x="2546312" y="807910"/>
                  </a:lnTo>
                  <a:lnTo>
                    <a:pt x="2550998" y="832878"/>
                  </a:lnTo>
                  <a:lnTo>
                    <a:pt x="2575966" y="828192"/>
                  </a:lnTo>
                  <a:close/>
                </a:path>
                <a:path w="8822055" h="1311275">
                  <a:moveTo>
                    <a:pt x="2625890" y="818819"/>
                  </a:moveTo>
                  <a:lnTo>
                    <a:pt x="2621203" y="793851"/>
                  </a:lnTo>
                  <a:lnTo>
                    <a:pt x="2596235" y="798537"/>
                  </a:lnTo>
                  <a:lnTo>
                    <a:pt x="2600922" y="823506"/>
                  </a:lnTo>
                  <a:lnTo>
                    <a:pt x="2625890" y="818819"/>
                  </a:lnTo>
                  <a:close/>
                </a:path>
                <a:path w="8822055" h="1311275">
                  <a:moveTo>
                    <a:pt x="2675813" y="809447"/>
                  </a:moveTo>
                  <a:lnTo>
                    <a:pt x="2671127" y="784479"/>
                  </a:lnTo>
                  <a:lnTo>
                    <a:pt x="2646172" y="789165"/>
                  </a:lnTo>
                  <a:lnTo>
                    <a:pt x="2650858" y="814133"/>
                  </a:lnTo>
                  <a:lnTo>
                    <a:pt x="2675813" y="809447"/>
                  </a:lnTo>
                  <a:close/>
                </a:path>
                <a:path w="8822055" h="1311275">
                  <a:moveTo>
                    <a:pt x="2725750" y="800074"/>
                  </a:moveTo>
                  <a:lnTo>
                    <a:pt x="2721064" y="775106"/>
                  </a:lnTo>
                  <a:lnTo>
                    <a:pt x="2696095" y="779792"/>
                  </a:lnTo>
                  <a:lnTo>
                    <a:pt x="2700782" y="804760"/>
                  </a:lnTo>
                  <a:lnTo>
                    <a:pt x="2725750" y="800074"/>
                  </a:lnTo>
                  <a:close/>
                </a:path>
                <a:path w="8822055" h="1311275">
                  <a:moveTo>
                    <a:pt x="2775674" y="790702"/>
                  </a:moveTo>
                  <a:lnTo>
                    <a:pt x="2770987" y="765733"/>
                  </a:lnTo>
                  <a:lnTo>
                    <a:pt x="2746019" y="770420"/>
                  </a:lnTo>
                  <a:lnTo>
                    <a:pt x="2750705" y="795388"/>
                  </a:lnTo>
                  <a:lnTo>
                    <a:pt x="2775674" y="790702"/>
                  </a:lnTo>
                  <a:close/>
                </a:path>
                <a:path w="8822055" h="1311275">
                  <a:moveTo>
                    <a:pt x="2825597" y="781316"/>
                  </a:moveTo>
                  <a:lnTo>
                    <a:pt x="2820911" y="756361"/>
                  </a:lnTo>
                  <a:lnTo>
                    <a:pt x="2795955" y="761047"/>
                  </a:lnTo>
                  <a:lnTo>
                    <a:pt x="2800642" y="786003"/>
                  </a:lnTo>
                  <a:lnTo>
                    <a:pt x="2825597" y="781316"/>
                  </a:lnTo>
                  <a:close/>
                </a:path>
                <a:path w="8822055" h="1311275">
                  <a:moveTo>
                    <a:pt x="2875534" y="771944"/>
                  </a:moveTo>
                  <a:lnTo>
                    <a:pt x="2870847" y="746988"/>
                  </a:lnTo>
                  <a:lnTo>
                    <a:pt x="2845879" y="751674"/>
                  </a:lnTo>
                  <a:lnTo>
                    <a:pt x="2850565" y="776630"/>
                  </a:lnTo>
                  <a:lnTo>
                    <a:pt x="2875534" y="771944"/>
                  </a:lnTo>
                  <a:close/>
                </a:path>
                <a:path w="8822055" h="1311275">
                  <a:moveTo>
                    <a:pt x="2925457" y="762571"/>
                  </a:moveTo>
                  <a:lnTo>
                    <a:pt x="2920771" y="737616"/>
                  </a:lnTo>
                  <a:lnTo>
                    <a:pt x="2895803" y="742302"/>
                  </a:lnTo>
                  <a:lnTo>
                    <a:pt x="2900489" y="767257"/>
                  </a:lnTo>
                  <a:lnTo>
                    <a:pt x="2925457" y="762571"/>
                  </a:lnTo>
                  <a:close/>
                </a:path>
                <a:path w="8822055" h="1311275">
                  <a:moveTo>
                    <a:pt x="3017659" y="732345"/>
                  </a:moveTo>
                  <a:lnTo>
                    <a:pt x="3003778" y="727392"/>
                  </a:lnTo>
                  <a:lnTo>
                    <a:pt x="2907449" y="693051"/>
                  </a:lnTo>
                  <a:lnTo>
                    <a:pt x="2900184" y="696493"/>
                  </a:lnTo>
                  <a:lnTo>
                    <a:pt x="2895473" y="709714"/>
                  </a:lnTo>
                  <a:lnTo>
                    <a:pt x="2898927" y="716978"/>
                  </a:lnTo>
                  <a:lnTo>
                    <a:pt x="2945879" y="733717"/>
                  </a:lnTo>
                  <a:lnTo>
                    <a:pt x="2950273" y="757097"/>
                  </a:lnTo>
                  <a:lnTo>
                    <a:pt x="2912580" y="789736"/>
                  </a:lnTo>
                  <a:lnTo>
                    <a:pt x="2912008" y="797750"/>
                  </a:lnTo>
                  <a:lnTo>
                    <a:pt x="2921190" y="808355"/>
                  </a:lnTo>
                  <a:lnTo>
                    <a:pt x="2929204" y="808939"/>
                  </a:lnTo>
                  <a:lnTo>
                    <a:pt x="2988157" y="757885"/>
                  </a:lnTo>
                  <a:lnTo>
                    <a:pt x="2998470" y="748957"/>
                  </a:lnTo>
                  <a:lnTo>
                    <a:pt x="3017659" y="732345"/>
                  </a:lnTo>
                  <a:close/>
                </a:path>
                <a:path w="8822055" h="1311275">
                  <a:moveTo>
                    <a:pt x="3280181" y="673277"/>
                  </a:moveTo>
                  <a:lnTo>
                    <a:pt x="3277387" y="648030"/>
                  </a:lnTo>
                  <a:lnTo>
                    <a:pt x="3252152" y="650824"/>
                  </a:lnTo>
                  <a:lnTo>
                    <a:pt x="3254933" y="676071"/>
                  </a:lnTo>
                  <a:lnTo>
                    <a:pt x="3280181" y="673277"/>
                  </a:lnTo>
                  <a:close/>
                </a:path>
                <a:path w="8822055" h="1311275">
                  <a:moveTo>
                    <a:pt x="3330676" y="667689"/>
                  </a:moveTo>
                  <a:lnTo>
                    <a:pt x="3327882" y="642442"/>
                  </a:lnTo>
                  <a:lnTo>
                    <a:pt x="3302635" y="645236"/>
                  </a:lnTo>
                  <a:lnTo>
                    <a:pt x="3305429" y="670483"/>
                  </a:lnTo>
                  <a:lnTo>
                    <a:pt x="3330676" y="667689"/>
                  </a:lnTo>
                  <a:close/>
                </a:path>
                <a:path w="8822055" h="1311275">
                  <a:moveTo>
                    <a:pt x="3381171" y="662101"/>
                  </a:moveTo>
                  <a:lnTo>
                    <a:pt x="3378377" y="636866"/>
                  </a:lnTo>
                  <a:lnTo>
                    <a:pt x="3353130" y="639648"/>
                  </a:lnTo>
                  <a:lnTo>
                    <a:pt x="3355924" y="664895"/>
                  </a:lnTo>
                  <a:lnTo>
                    <a:pt x="3381171" y="662101"/>
                  </a:lnTo>
                  <a:close/>
                </a:path>
                <a:path w="8822055" h="1311275">
                  <a:moveTo>
                    <a:pt x="3431667" y="656526"/>
                  </a:moveTo>
                  <a:lnTo>
                    <a:pt x="3428873" y="631278"/>
                  </a:lnTo>
                  <a:lnTo>
                    <a:pt x="3403625" y="634072"/>
                  </a:lnTo>
                  <a:lnTo>
                    <a:pt x="3406419" y="659320"/>
                  </a:lnTo>
                  <a:lnTo>
                    <a:pt x="3431667" y="656526"/>
                  </a:lnTo>
                  <a:close/>
                </a:path>
                <a:path w="8822055" h="1311275">
                  <a:moveTo>
                    <a:pt x="3482149" y="650938"/>
                  </a:moveTo>
                  <a:lnTo>
                    <a:pt x="3479355" y="625690"/>
                  </a:lnTo>
                  <a:lnTo>
                    <a:pt x="3454120" y="628484"/>
                  </a:lnTo>
                  <a:lnTo>
                    <a:pt x="3456902" y="653732"/>
                  </a:lnTo>
                  <a:lnTo>
                    <a:pt x="3482149" y="650938"/>
                  </a:lnTo>
                  <a:close/>
                </a:path>
                <a:path w="8822055" h="1311275">
                  <a:moveTo>
                    <a:pt x="3532644" y="645350"/>
                  </a:moveTo>
                  <a:lnTo>
                    <a:pt x="3529850" y="620102"/>
                  </a:lnTo>
                  <a:lnTo>
                    <a:pt x="3504603" y="622896"/>
                  </a:lnTo>
                  <a:lnTo>
                    <a:pt x="3507397" y="648144"/>
                  </a:lnTo>
                  <a:lnTo>
                    <a:pt x="3532644" y="645350"/>
                  </a:lnTo>
                  <a:close/>
                </a:path>
                <a:path w="8822055" h="1311275">
                  <a:moveTo>
                    <a:pt x="3583140" y="639762"/>
                  </a:moveTo>
                  <a:lnTo>
                    <a:pt x="3580346" y="614514"/>
                  </a:lnTo>
                  <a:lnTo>
                    <a:pt x="3555098" y="617308"/>
                  </a:lnTo>
                  <a:lnTo>
                    <a:pt x="3557892" y="642556"/>
                  </a:lnTo>
                  <a:lnTo>
                    <a:pt x="3583140" y="639762"/>
                  </a:lnTo>
                  <a:close/>
                </a:path>
                <a:path w="8822055" h="1311275">
                  <a:moveTo>
                    <a:pt x="3633635" y="634187"/>
                  </a:moveTo>
                  <a:lnTo>
                    <a:pt x="3630841" y="608939"/>
                  </a:lnTo>
                  <a:lnTo>
                    <a:pt x="3605593" y="611733"/>
                  </a:lnTo>
                  <a:lnTo>
                    <a:pt x="3608387" y="636968"/>
                  </a:lnTo>
                  <a:lnTo>
                    <a:pt x="3633635" y="634187"/>
                  </a:lnTo>
                  <a:close/>
                </a:path>
                <a:path w="8822055" h="1311275">
                  <a:moveTo>
                    <a:pt x="3684117" y="628599"/>
                  </a:moveTo>
                  <a:lnTo>
                    <a:pt x="3681323" y="603351"/>
                  </a:lnTo>
                  <a:lnTo>
                    <a:pt x="3656088" y="606145"/>
                  </a:lnTo>
                  <a:lnTo>
                    <a:pt x="3658870" y="631393"/>
                  </a:lnTo>
                  <a:lnTo>
                    <a:pt x="3684117" y="628599"/>
                  </a:lnTo>
                  <a:close/>
                </a:path>
                <a:path w="8822055" h="1311275">
                  <a:moveTo>
                    <a:pt x="3734612" y="623011"/>
                  </a:moveTo>
                  <a:lnTo>
                    <a:pt x="3731818" y="597763"/>
                  </a:lnTo>
                  <a:lnTo>
                    <a:pt x="3706571" y="600557"/>
                  </a:lnTo>
                  <a:lnTo>
                    <a:pt x="3709365" y="625805"/>
                  </a:lnTo>
                  <a:lnTo>
                    <a:pt x="3734612" y="623011"/>
                  </a:lnTo>
                  <a:close/>
                </a:path>
                <a:path w="8822055" h="1311275">
                  <a:moveTo>
                    <a:pt x="3785108" y="617423"/>
                  </a:moveTo>
                  <a:lnTo>
                    <a:pt x="3782314" y="592175"/>
                  </a:lnTo>
                  <a:lnTo>
                    <a:pt x="3757066" y="594969"/>
                  </a:lnTo>
                  <a:lnTo>
                    <a:pt x="3759860" y="620217"/>
                  </a:lnTo>
                  <a:lnTo>
                    <a:pt x="3785108" y="617423"/>
                  </a:lnTo>
                  <a:close/>
                </a:path>
                <a:path w="8822055" h="1311275">
                  <a:moveTo>
                    <a:pt x="3835603" y="611835"/>
                  </a:moveTo>
                  <a:lnTo>
                    <a:pt x="3832809" y="586600"/>
                  </a:lnTo>
                  <a:lnTo>
                    <a:pt x="3807561" y="589381"/>
                  </a:lnTo>
                  <a:lnTo>
                    <a:pt x="3810355" y="614629"/>
                  </a:lnTo>
                  <a:lnTo>
                    <a:pt x="3835603" y="611835"/>
                  </a:lnTo>
                  <a:close/>
                </a:path>
                <a:path w="8822055" h="1311275">
                  <a:moveTo>
                    <a:pt x="3886085" y="606259"/>
                  </a:moveTo>
                  <a:lnTo>
                    <a:pt x="3883291" y="581012"/>
                  </a:lnTo>
                  <a:lnTo>
                    <a:pt x="3858056" y="583806"/>
                  </a:lnTo>
                  <a:lnTo>
                    <a:pt x="3860838" y="609053"/>
                  </a:lnTo>
                  <a:lnTo>
                    <a:pt x="3886085" y="606259"/>
                  </a:lnTo>
                  <a:close/>
                </a:path>
                <a:path w="8822055" h="1311275">
                  <a:moveTo>
                    <a:pt x="3936581" y="600671"/>
                  </a:moveTo>
                  <a:lnTo>
                    <a:pt x="3933787" y="575424"/>
                  </a:lnTo>
                  <a:lnTo>
                    <a:pt x="3908539" y="578218"/>
                  </a:lnTo>
                  <a:lnTo>
                    <a:pt x="3911333" y="603465"/>
                  </a:lnTo>
                  <a:lnTo>
                    <a:pt x="3936581" y="600671"/>
                  </a:lnTo>
                  <a:close/>
                </a:path>
                <a:path w="8822055" h="1311275">
                  <a:moveTo>
                    <a:pt x="3987076" y="595083"/>
                  </a:moveTo>
                  <a:lnTo>
                    <a:pt x="3984282" y="569836"/>
                  </a:lnTo>
                  <a:lnTo>
                    <a:pt x="3959034" y="572630"/>
                  </a:lnTo>
                  <a:lnTo>
                    <a:pt x="3961828" y="597877"/>
                  </a:lnTo>
                  <a:lnTo>
                    <a:pt x="3987076" y="595083"/>
                  </a:lnTo>
                  <a:close/>
                </a:path>
                <a:path w="8822055" h="1311275">
                  <a:moveTo>
                    <a:pt x="4037571" y="589495"/>
                  </a:moveTo>
                  <a:lnTo>
                    <a:pt x="4034777" y="564248"/>
                  </a:lnTo>
                  <a:lnTo>
                    <a:pt x="4009529" y="567042"/>
                  </a:lnTo>
                  <a:lnTo>
                    <a:pt x="4012323" y="592289"/>
                  </a:lnTo>
                  <a:lnTo>
                    <a:pt x="4037571" y="589495"/>
                  </a:lnTo>
                  <a:close/>
                </a:path>
                <a:path w="8822055" h="1311275">
                  <a:moveTo>
                    <a:pt x="4088053" y="583907"/>
                  </a:moveTo>
                  <a:lnTo>
                    <a:pt x="4085259" y="558673"/>
                  </a:lnTo>
                  <a:lnTo>
                    <a:pt x="4060025" y="561467"/>
                  </a:lnTo>
                  <a:lnTo>
                    <a:pt x="4062806" y="586701"/>
                  </a:lnTo>
                  <a:lnTo>
                    <a:pt x="4088053" y="583907"/>
                  </a:lnTo>
                  <a:close/>
                </a:path>
                <a:path w="8822055" h="1311275">
                  <a:moveTo>
                    <a:pt x="4138549" y="578332"/>
                  </a:moveTo>
                  <a:lnTo>
                    <a:pt x="4135755" y="553085"/>
                  </a:lnTo>
                  <a:lnTo>
                    <a:pt x="4110507" y="555879"/>
                  </a:lnTo>
                  <a:lnTo>
                    <a:pt x="4113301" y="581126"/>
                  </a:lnTo>
                  <a:lnTo>
                    <a:pt x="4138549" y="578332"/>
                  </a:lnTo>
                  <a:close/>
                </a:path>
                <a:path w="8822055" h="1311275">
                  <a:moveTo>
                    <a:pt x="4189044" y="572744"/>
                  </a:moveTo>
                  <a:lnTo>
                    <a:pt x="4186250" y="547497"/>
                  </a:lnTo>
                  <a:lnTo>
                    <a:pt x="4161002" y="550291"/>
                  </a:lnTo>
                  <a:lnTo>
                    <a:pt x="4163796" y="575538"/>
                  </a:lnTo>
                  <a:lnTo>
                    <a:pt x="4189044" y="572744"/>
                  </a:lnTo>
                  <a:close/>
                </a:path>
                <a:path w="8822055" h="1311275">
                  <a:moveTo>
                    <a:pt x="4239539" y="567156"/>
                  </a:moveTo>
                  <a:lnTo>
                    <a:pt x="4236745" y="541909"/>
                  </a:lnTo>
                  <a:lnTo>
                    <a:pt x="4211498" y="544703"/>
                  </a:lnTo>
                  <a:lnTo>
                    <a:pt x="4214292" y="569950"/>
                  </a:lnTo>
                  <a:lnTo>
                    <a:pt x="4239539" y="567156"/>
                  </a:lnTo>
                  <a:close/>
                </a:path>
                <a:path w="8822055" h="1311275">
                  <a:moveTo>
                    <a:pt x="4290022" y="561568"/>
                  </a:moveTo>
                  <a:lnTo>
                    <a:pt x="4287228" y="536321"/>
                  </a:lnTo>
                  <a:lnTo>
                    <a:pt x="4261993" y="539115"/>
                  </a:lnTo>
                  <a:lnTo>
                    <a:pt x="4264774" y="564362"/>
                  </a:lnTo>
                  <a:lnTo>
                    <a:pt x="4290022" y="561568"/>
                  </a:lnTo>
                  <a:close/>
                </a:path>
                <a:path w="8822055" h="1311275">
                  <a:moveTo>
                    <a:pt x="4340517" y="555993"/>
                  </a:moveTo>
                  <a:lnTo>
                    <a:pt x="4337723" y="530745"/>
                  </a:lnTo>
                  <a:lnTo>
                    <a:pt x="4312475" y="533539"/>
                  </a:lnTo>
                  <a:lnTo>
                    <a:pt x="4315269" y="558774"/>
                  </a:lnTo>
                  <a:lnTo>
                    <a:pt x="4340517" y="555993"/>
                  </a:lnTo>
                  <a:close/>
                </a:path>
                <a:path w="8822055" h="1311275">
                  <a:moveTo>
                    <a:pt x="4391012" y="550405"/>
                  </a:moveTo>
                  <a:lnTo>
                    <a:pt x="4388218" y="525157"/>
                  </a:lnTo>
                  <a:lnTo>
                    <a:pt x="4362970" y="527951"/>
                  </a:lnTo>
                  <a:lnTo>
                    <a:pt x="4365764" y="553199"/>
                  </a:lnTo>
                  <a:lnTo>
                    <a:pt x="4391012" y="550405"/>
                  </a:lnTo>
                  <a:close/>
                </a:path>
                <a:path w="8822055" h="1311275">
                  <a:moveTo>
                    <a:pt x="4441507" y="544817"/>
                  </a:moveTo>
                  <a:lnTo>
                    <a:pt x="4438713" y="519569"/>
                  </a:lnTo>
                  <a:lnTo>
                    <a:pt x="4413466" y="522363"/>
                  </a:lnTo>
                  <a:lnTo>
                    <a:pt x="4416260" y="547611"/>
                  </a:lnTo>
                  <a:lnTo>
                    <a:pt x="4441507" y="544817"/>
                  </a:lnTo>
                  <a:close/>
                </a:path>
                <a:path w="8822055" h="1311275">
                  <a:moveTo>
                    <a:pt x="4491990" y="539229"/>
                  </a:moveTo>
                  <a:lnTo>
                    <a:pt x="4489196" y="513981"/>
                  </a:lnTo>
                  <a:lnTo>
                    <a:pt x="4463948" y="516775"/>
                  </a:lnTo>
                  <a:lnTo>
                    <a:pt x="4466742" y="542023"/>
                  </a:lnTo>
                  <a:lnTo>
                    <a:pt x="4491990" y="539229"/>
                  </a:lnTo>
                  <a:close/>
                </a:path>
                <a:path w="8822055" h="1311275">
                  <a:moveTo>
                    <a:pt x="4542485" y="533641"/>
                  </a:moveTo>
                  <a:lnTo>
                    <a:pt x="4539691" y="508406"/>
                  </a:lnTo>
                  <a:lnTo>
                    <a:pt x="4514443" y="511187"/>
                  </a:lnTo>
                  <a:lnTo>
                    <a:pt x="4517237" y="536435"/>
                  </a:lnTo>
                  <a:lnTo>
                    <a:pt x="4542485" y="533641"/>
                  </a:lnTo>
                  <a:close/>
                </a:path>
                <a:path w="8822055" h="1311275">
                  <a:moveTo>
                    <a:pt x="4592980" y="528066"/>
                  </a:moveTo>
                  <a:lnTo>
                    <a:pt x="4590186" y="502818"/>
                  </a:lnTo>
                  <a:lnTo>
                    <a:pt x="4564939" y="505612"/>
                  </a:lnTo>
                  <a:lnTo>
                    <a:pt x="4567733" y="530860"/>
                  </a:lnTo>
                  <a:lnTo>
                    <a:pt x="4592980" y="528066"/>
                  </a:lnTo>
                  <a:close/>
                </a:path>
                <a:path w="8822055" h="1311275">
                  <a:moveTo>
                    <a:pt x="4643475" y="522478"/>
                  </a:moveTo>
                  <a:lnTo>
                    <a:pt x="4640681" y="497230"/>
                  </a:lnTo>
                  <a:lnTo>
                    <a:pt x="4615434" y="500024"/>
                  </a:lnTo>
                  <a:lnTo>
                    <a:pt x="4618228" y="525272"/>
                  </a:lnTo>
                  <a:lnTo>
                    <a:pt x="4643475" y="522478"/>
                  </a:lnTo>
                  <a:close/>
                </a:path>
                <a:path w="8822055" h="1311275">
                  <a:moveTo>
                    <a:pt x="4693958" y="516890"/>
                  </a:moveTo>
                  <a:lnTo>
                    <a:pt x="4691164" y="491642"/>
                  </a:lnTo>
                  <a:lnTo>
                    <a:pt x="4665916" y="494436"/>
                  </a:lnTo>
                  <a:lnTo>
                    <a:pt x="4668710" y="519684"/>
                  </a:lnTo>
                  <a:lnTo>
                    <a:pt x="4693958" y="516890"/>
                  </a:lnTo>
                  <a:close/>
                </a:path>
                <a:path w="8822055" h="1311275">
                  <a:moveTo>
                    <a:pt x="4744453" y="511302"/>
                  </a:moveTo>
                  <a:lnTo>
                    <a:pt x="4741659" y="486054"/>
                  </a:lnTo>
                  <a:lnTo>
                    <a:pt x="4716411" y="488848"/>
                  </a:lnTo>
                  <a:lnTo>
                    <a:pt x="4719205" y="514096"/>
                  </a:lnTo>
                  <a:lnTo>
                    <a:pt x="4744453" y="511302"/>
                  </a:lnTo>
                  <a:close/>
                </a:path>
                <a:path w="8822055" h="1311275">
                  <a:moveTo>
                    <a:pt x="4794948" y="505726"/>
                  </a:moveTo>
                  <a:lnTo>
                    <a:pt x="4792154" y="480479"/>
                  </a:lnTo>
                  <a:lnTo>
                    <a:pt x="4766907" y="483273"/>
                  </a:lnTo>
                  <a:lnTo>
                    <a:pt x="4769701" y="508508"/>
                  </a:lnTo>
                  <a:lnTo>
                    <a:pt x="4794948" y="505726"/>
                  </a:lnTo>
                  <a:close/>
                </a:path>
                <a:path w="8822055" h="1311275">
                  <a:moveTo>
                    <a:pt x="4845443" y="500138"/>
                  </a:moveTo>
                  <a:lnTo>
                    <a:pt x="4842649" y="474891"/>
                  </a:lnTo>
                  <a:lnTo>
                    <a:pt x="4817402" y="477685"/>
                  </a:lnTo>
                  <a:lnTo>
                    <a:pt x="4820196" y="502932"/>
                  </a:lnTo>
                  <a:lnTo>
                    <a:pt x="4845443" y="500138"/>
                  </a:lnTo>
                  <a:close/>
                </a:path>
                <a:path w="8822055" h="1311275">
                  <a:moveTo>
                    <a:pt x="4895926" y="494550"/>
                  </a:moveTo>
                  <a:lnTo>
                    <a:pt x="4893132" y="469303"/>
                  </a:lnTo>
                  <a:lnTo>
                    <a:pt x="4867884" y="472097"/>
                  </a:lnTo>
                  <a:lnTo>
                    <a:pt x="4870678" y="497344"/>
                  </a:lnTo>
                  <a:lnTo>
                    <a:pt x="4895926" y="494550"/>
                  </a:lnTo>
                  <a:close/>
                </a:path>
                <a:path w="8822055" h="1311275">
                  <a:moveTo>
                    <a:pt x="4946421" y="488962"/>
                  </a:moveTo>
                  <a:lnTo>
                    <a:pt x="4943627" y="463715"/>
                  </a:lnTo>
                  <a:lnTo>
                    <a:pt x="4918380" y="466509"/>
                  </a:lnTo>
                  <a:lnTo>
                    <a:pt x="4921174" y="491756"/>
                  </a:lnTo>
                  <a:lnTo>
                    <a:pt x="4946421" y="488962"/>
                  </a:lnTo>
                  <a:close/>
                </a:path>
                <a:path w="8822055" h="1311275">
                  <a:moveTo>
                    <a:pt x="4996916" y="483374"/>
                  </a:moveTo>
                  <a:lnTo>
                    <a:pt x="4994122" y="458139"/>
                  </a:lnTo>
                  <a:lnTo>
                    <a:pt x="4968875" y="460921"/>
                  </a:lnTo>
                  <a:lnTo>
                    <a:pt x="4971669" y="486168"/>
                  </a:lnTo>
                  <a:lnTo>
                    <a:pt x="4996916" y="483374"/>
                  </a:lnTo>
                  <a:close/>
                </a:path>
                <a:path w="8822055" h="1311275">
                  <a:moveTo>
                    <a:pt x="5047399" y="477799"/>
                  </a:moveTo>
                  <a:lnTo>
                    <a:pt x="5044618" y="452551"/>
                  </a:lnTo>
                  <a:lnTo>
                    <a:pt x="5019370" y="455345"/>
                  </a:lnTo>
                  <a:lnTo>
                    <a:pt x="5022164" y="480580"/>
                  </a:lnTo>
                  <a:lnTo>
                    <a:pt x="5047399" y="477799"/>
                  </a:lnTo>
                  <a:close/>
                </a:path>
                <a:path w="8822055" h="1311275">
                  <a:moveTo>
                    <a:pt x="5097894" y="472211"/>
                  </a:moveTo>
                  <a:lnTo>
                    <a:pt x="5095100" y="446963"/>
                  </a:lnTo>
                  <a:lnTo>
                    <a:pt x="5069852" y="449757"/>
                  </a:lnTo>
                  <a:lnTo>
                    <a:pt x="5072646" y="475005"/>
                  </a:lnTo>
                  <a:lnTo>
                    <a:pt x="5097894" y="472211"/>
                  </a:lnTo>
                  <a:close/>
                </a:path>
                <a:path w="8822055" h="1311275">
                  <a:moveTo>
                    <a:pt x="5148389" y="466623"/>
                  </a:moveTo>
                  <a:lnTo>
                    <a:pt x="5145595" y="441375"/>
                  </a:lnTo>
                  <a:lnTo>
                    <a:pt x="5120348" y="444169"/>
                  </a:lnTo>
                  <a:lnTo>
                    <a:pt x="5123142" y="469417"/>
                  </a:lnTo>
                  <a:lnTo>
                    <a:pt x="5148389" y="466623"/>
                  </a:lnTo>
                  <a:close/>
                </a:path>
                <a:path w="8822055" h="1311275">
                  <a:moveTo>
                    <a:pt x="5198884" y="461035"/>
                  </a:moveTo>
                  <a:lnTo>
                    <a:pt x="5196090" y="435787"/>
                  </a:lnTo>
                  <a:lnTo>
                    <a:pt x="5170843" y="438581"/>
                  </a:lnTo>
                  <a:lnTo>
                    <a:pt x="5173637" y="463829"/>
                  </a:lnTo>
                  <a:lnTo>
                    <a:pt x="5198884" y="461035"/>
                  </a:lnTo>
                  <a:close/>
                </a:path>
                <a:path w="8822055" h="1311275">
                  <a:moveTo>
                    <a:pt x="5249367" y="455447"/>
                  </a:moveTo>
                  <a:lnTo>
                    <a:pt x="5246586" y="430212"/>
                  </a:lnTo>
                  <a:lnTo>
                    <a:pt x="5221338" y="432993"/>
                  </a:lnTo>
                  <a:lnTo>
                    <a:pt x="5224132" y="458241"/>
                  </a:lnTo>
                  <a:lnTo>
                    <a:pt x="5249367" y="455447"/>
                  </a:lnTo>
                  <a:close/>
                </a:path>
                <a:path w="8822055" h="1311275">
                  <a:moveTo>
                    <a:pt x="5299862" y="449872"/>
                  </a:moveTo>
                  <a:lnTo>
                    <a:pt x="5297068" y="424624"/>
                  </a:lnTo>
                  <a:lnTo>
                    <a:pt x="5271821" y="427418"/>
                  </a:lnTo>
                  <a:lnTo>
                    <a:pt x="5274615" y="452666"/>
                  </a:lnTo>
                  <a:lnTo>
                    <a:pt x="5299862" y="449872"/>
                  </a:lnTo>
                  <a:close/>
                </a:path>
                <a:path w="8822055" h="1311275">
                  <a:moveTo>
                    <a:pt x="5350357" y="444284"/>
                  </a:moveTo>
                  <a:lnTo>
                    <a:pt x="5347563" y="419036"/>
                  </a:lnTo>
                  <a:lnTo>
                    <a:pt x="5322316" y="421830"/>
                  </a:lnTo>
                  <a:lnTo>
                    <a:pt x="5325110" y="447078"/>
                  </a:lnTo>
                  <a:lnTo>
                    <a:pt x="5350357" y="444284"/>
                  </a:lnTo>
                  <a:close/>
                </a:path>
                <a:path w="8822055" h="1311275">
                  <a:moveTo>
                    <a:pt x="5400853" y="438696"/>
                  </a:moveTo>
                  <a:lnTo>
                    <a:pt x="5398059" y="413448"/>
                  </a:lnTo>
                  <a:lnTo>
                    <a:pt x="5372811" y="416242"/>
                  </a:lnTo>
                  <a:lnTo>
                    <a:pt x="5375605" y="441490"/>
                  </a:lnTo>
                  <a:lnTo>
                    <a:pt x="5400853" y="438696"/>
                  </a:lnTo>
                  <a:close/>
                </a:path>
                <a:path w="8822055" h="1311275">
                  <a:moveTo>
                    <a:pt x="5451335" y="433108"/>
                  </a:moveTo>
                  <a:lnTo>
                    <a:pt x="5448554" y="407860"/>
                  </a:lnTo>
                  <a:lnTo>
                    <a:pt x="5423306" y="410654"/>
                  </a:lnTo>
                  <a:lnTo>
                    <a:pt x="5426100" y="435902"/>
                  </a:lnTo>
                  <a:lnTo>
                    <a:pt x="5451335" y="433108"/>
                  </a:lnTo>
                  <a:close/>
                </a:path>
                <a:path w="8822055" h="1311275">
                  <a:moveTo>
                    <a:pt x="5501830" y="427532"/>
                  </a:moveTo>
                  <a:lnTo>
                    <a:pt x="5499036" y="402285"/>
                  </a:lnTo>
                  <a:lnTo>
                    <a:pt x="5473789" y="405079"/>
                  </a:lnTo>
                  <a:lnTo>
                    <a:pt x="5476583" y="430314"/>
                  </a:lnTo>
                  <a:lnTo>
                    <a:pt x="5501830" y="427532"/>
                  </a:lnTo>
                  <a:close/>
                </a:path>
                <a:path w="8822055" h="1311275">
                  <a:moveTo>
                    <a:pt x="5552325" y="421944"/>
                  </a:moveTo>
                  <a:lnTo>
                    <a:pt x="5549531" y="396697"/>
                  </a:lnTo>
                  <a:lnTo>
                    <a:pt x="5524284" y="399491"/>
                  </a:lnTo>
                  <a:lnTo>
                    <a:pt x="5527078" y="424738"/>
                  </a:lnTo>
                  <a:lnTo>
                    <a:pt x="5552325" y="421944"/>
                  </a:lnTo>
                  <a:close/>
                </a:path>
                <a:path w="8822055" h="1311275">
                  <a:moveTo>
                    <a:pt x="5602821" y="416356"/>
                  </a:moveTo>
                  <a:lnTo>
                    <a:pt x="5600027" y="391109"/>
                  </a:lnTo>
                  <a:lnTo>
                    <a:pt x="5574779" y="393903"/>
                  </a:lnTo>
                  <a:lnTo>
                    <a:pt x="5577573" y="419150"/>
                  </a:lnTo>
                  <a:lnTo>
                    <a:pt x="5602821" y="416356"/>
                  </a:lnTo>
                  <a:close/>
                </a:path>
                <a:path w="8822055" h="1311275">
                  <a:moveTo>
                    <a:pt x="5653303" y="410768"/>
                  </a:moveTo>
                  <a:lnTo>
                    <a:pt x="5650522" y="385521"/>
                  </a:lnTo>
                  <a:lnTo>
                    <a:pt x="5625274" y="388315"/>
                  </a:lnTo>
                  <a:lnTo>
                    <a:pt x="5628068" y="413562"/>
                  </a:lnTo>
                  <a:lnTo>
                    <a:pt x="5653303" y="410768"/>
                  </a:lnTo>
                  <a:close/>
                </a:path>
                <a:path w="8822055" h="1311275">
                  <a:moveTo>
                    <a:pt x="5703798" y="405180"/>
                  </a:moveTo>
                  <a:lnTo>
                    <a:pt x="5701004" y="379945"/>
                  </a:lnTo>
                  <a:lnTo>
                    <a:pt x="5675757" y="382727"/>
                  </a:lnTo>
                  <a:lnTo>
                    <a:pt x="5678551" y="407974"/>
                  </a:lnTo>
                  <a:lnTo>
                    <a:pt x="5703798" y="405180"/>
                  </a:lnTo>
                  <a:close/>
                </a:path>
                <a:path w="8822055" h="1311275">
                  <a:moveTo>
                    <a:pt x="5754294" y="399605"/>
                  </a:moveTo>
                  <a:lnTo>
                    <a:pt x="5751500" y="374357"/>
                  </a:lnTo>
                  <a:lnTo>
                    <a:pt x="5726252" y="377151"/>
                  </a:lnTo>
                  <a:lnTo>
                    <a:pt x="5729046" y="402399"/>
                  </a:lnTo>
                  <a:lnTo>
                    <a:pt x="5754294" y="399605"/>
                  </a:lnTo>
                  <a:close/>
                </a:path>
                <a:path w="8822055" h="1311275">
                  <a:moveTo>
                    <a:pt x="5804789" y="394017"/>
                  </a:moveTo>
                  <a:lnTo>
                    <a:pt x="5801995" y="368769"/>
                  </a:lnTo>
                  <a:lnTo>
                    <a:pt x="5776747" y="371563"/>
                  </a:lnTo>
                  <a:lnTo>
                    <a:pt x="5779541" y="396811"/>
                  </a:lnTo>
                  <a:lnTo>
                    <a:pt x="5804789" y="394017"/>
                  </a:lnTo>
                  <a:close/>
                </a:path>
                <a:path w="8822055" h="1311275">
                  <a:moveTo>
                    <a:pt x="5855271" y="388429"/>
                  </a:moveTo>
                  <a:lnTo>
                    <a:pt x="5852490" y="363181"/>
                  </a:lnTo>
                  <a:lnTo>
                    <a:pt x="5827242" y="365975"/>
                  </a:lnTo>
                  <a:lnTo>
                    <a:pt x="5830036" y="391223"/>
                  </a:lnTo>
                  <a:lnTo>
                    <a:pt x="5855271" y="388429"/>
                  </a:lnTo>
                  <a:close/>
                </a:path>
                <a:path w="8822055" h="1311275">
                  <a:moveTo>
                    <a:pt x="5905766" y="382841"/>
                  </a:moveTo>
                  <a:lnTo>
                    <a:pt x="5902972" y="357593"/>
                  </a:lnTo>
                  <a:lnTo>
                    <a:pt x="5877725" y="360387"/>
                  </a:lnTo>
                  <a:lnTo>
                    <a:pt x="5880519" y="385635"/>
                  </a:lnTo>
                  <a:lnTo>
                    <a:pt x="5905766" y="382841"/>
                  </a:lnTo>
                  <a:close/>
                </a:path>
                <a:path w="8822055" h="1311275">
                  <a:moveTo>
                    <a:pt x="5956262" y="377253"/>
                  </a:moveTo>
                  <a:lnTo>
                    <a:pt x="5953468" y="352018"/>
                  </a:lnTo>
                  <a:lnTo>
                    <a:pt x="5928220" y="354812"/>
                  </a:lnTo>
                  <a:lnTo>
                    <a:pt x="5931014" y="380047"/>
                  </a:lnTo>
                  <a:lnTo>
                    <a:pt x="5956262" y="377253"/>
                  </a:lnTo>
                  <a:close/>
                </a:path>
                <a:path w="8822055" h="1311275">
                  <a:moveTo>
                    <a:pt x="6006757" y="371678"/>
                  </a:moveTo>
                  <a:lnTo>
                    <a:pt x="6003963" y="346430"/>
                  </a:lnTo>
                  <a:lnTo>
                    <a:pt x="5978715" y="349224"/>
                  </a:lnTo>
                  <a:lnTo>
                    <a:pt x="5981509" y="374472"/>
                  </a:lnTo>
                  <a:lnTo>
                    <a:pt x="6006757" y="371678"/>
                  </a:lnTo>
                  <a:close/>
                </a:path>
                <a:path w="8822055" h="1311275">
                  <a:moveTo>
                    <a:pt x="6057239" y="366090"/>
                  </a:moveTo>
                  <a:lnTo>
                    <a:pt x="6054458" y="340842"/>
                  </a:lnTo>
                  <a:lnTo>
                    <a:pt x="6029210" y="343636"/>
                  </a:lnTo>
                  <a:lnTo>
                    <a:pt x="6032004" y="368884"/>
                  </a:lnTo>
                  <a:lnTo>
                    <a:pt x="6057239" y="366090"/>
                  </a:lnTo>
                  <a:close/>
                </a:path>
                <a:path w="8822055" h="1311275">
                  <a:moveTo>
                    <a:pt x="6107735" y="360502"/>
                  </a:moveTo>
                  <a:lnTo>
                    <a:pt x="6104941" y="335254"/>
                  </a:lnTo>
                  <a:lnTo>
                    <a:pt x="6079693" y="338048"/>
                  </a:lnTo>
                  <a:lnTo>
                    <a:pt x="6082487" y="363296"/>
                  </a:lnTo>
                  <a:lnTo>
                    <a:pt x="6107735" y="360502"/>
                  </a:lnTo>
                  <a:close/>
                </a:path>
                <a:path w="8822055" h="1311275">
                  <a:moveTo>
                    <a:pt x="6158230" y="354914"/>
                  </a:moveTo>
                  <a:lnTo>
                    <a:pt x="6155436" y="329666"/>
                  </a:lnTo>
                  <a:lnTo>
                    <a:pt x="6130188" y="332460"/>
                  </a:lnTo>
                  <a:lnTo>
                    <a:pt x="6132982" y="357708"/>
                  </a:lnTo>
                  <a:lnTo>
                    <a:pt x="6158230" y="354914"/>
                  </a:lnTo>
                  <a:close/>
                </a:path>
                <a:path w="8822055" h="1311275">
                  <a:moveTo>
                    <a:pt x="6208725" y="349338"/>
                  </a:moveTo>
                  <a:lnTo>
                    <a:pt x="6205931" y="324091"/>
                  </a:lnTo>
                  <a:lnTo>
                    <a:pt x="6180683" y="326885"/>
                  </a:lnTo>
                  <a:lnTo>
                    <a:pt x="6183477" y="352120"/>
                  </a:lnTo>
                  <a:lnTo>
                    <a:pt x="6208725" y="349338"/>
                  </a:lnTo>
                  <a:close/>
                </a:path>
                <a:path w="8822055" h="1311275">
                  <a:moveTo>
                    <a:pt x="6259207" y="343750"/>
                  </a:moveTo>
                  <a:lnTo>
                    <a:pt x="6256426" y="318503"/>
                  </a:lnTo>
                  <a:lnTo>
                    <a:pt x="6231179" y="321297"/>
                  </a:lnTo>
                  <a:lnTo>
                    <a:pt x="6233973" y="346544"/>
                  </a:lnTo>
                  <a:lnTo>
                    <a:pt x="6259207" y="343750"/>
                  </a:lnTo>
                  <a:close/>
                </a:path>
                <a:path w="8822055" h="1311275">
                  <a:moveTo>
                    <a:pt x="6309703" y="338162"/>
                  </a:moveTo>
                  <a:lnTo>
                    <a:pt x="6306909" y="312915"/>
                  </a:lnTo>
                  <a:lnTo>
                    <a:pt x="6281661" y="315709"/>
                  </a:lnTo>
                  <a:lnTo>
                    <a:pt x="6284455" y="340956"/>
                  </a:lnTo>
                  <a:lnTo>
                    <a:pt x="6309703" y="338162"/>
                  </a:lnTo>
                  <a:close/>
                </a:path>
                <a:path w="8822055" h="1311275">
                  <a:moveTo>
                    <a:pt x="6360198" y="332574"/>
                  </a:moveTo>
                  <a:lnTo>
                    <a:pt x="6357404" y="307327"/>
                  </a:lnTo>
                  <a:lnTo>
                    <a:pt x="6332156" y="310121"/>
                  </a:lnTo>
                  <a:lnTo>
                    <a:pt x="6334950" y="335368"/>
                  </a:lnTo>
                  <a:lnTo>
                    <a:pt x="6360198" y="332574"/>
                  </a:lnTo>
                  <a:close/>
                </a:path>
                <a:path w="8822055" h="1311275">
                  <a:moveTo>
                    <a:pt x="6410693" y="326986"/>
                  </a:moveTo>
                  <a:lnTo>
                    <a:pt x="6407899" y="301752"/>
                  </a:lnTo>
                  <a:lnTo>
                    <a:pt x="6382652" y="304533"/>
                  </a:lnTo>
                  <a:lnTo>
                    <a:pt x="6385446" y="329780"/>
                  </a:lnTo>
                  <a:lnTo>
                    <a:pt x="6410693" y="326986"/>
                  </a:lnTo>
                  <a:close/>
                </a:path>
                <a:path w="8822055" h="1311275">
                  <a:moveTo>
                    <a:pt x="6461176" y="321411"/>
                  </a:moveTo>
                  <a:lnTo>
                    <a:pt x="6458394" y="296164"/>
                  </a:lnTo>
                  <a:lnTo>
                    <a:pt x="6433147" y="298958"/>
                  </a:lnTo>
                  <a:lnTo>
                    <a:pt x="6435941" y="324205"/>
                  </a:lnTo>
                  <a:lnTo>
                    <a:pt x="6461176" y="321411"/>
                  </a:lnTo>
                  <a:close/>
                </a:path>
                <a:path w="8822055" h="1311275">
                  <a:moveTo>
                    <a:pt x="6511671" y="315823"/>
                  </a:moveTo>
                  <a:lnTo>
                    <a:pt x="6508877" y="290576"/>
                  </a:lnTo>
                  <a:lnTo>
                    <a:pt x="6483629" y="293370"/>
                  </a:lnTo>
                  <a:lnTo>
                    <a:pt x="6486423" y="318617"/>
                  </a:lnTo>
                  <a:lnTo>
                    <a:pt x="6511671" y="315823"/>
                  </a:lnTo>
                  <a:close/>
                </a:path>
                <a:path w="8822055" h="1311275">
                  <a:moveTo>
                    <a:pt x="6562166" y="310235"/>
                  </a:moveTo>
                  <a:lnTo>
                    <a:pt x="6559372" y="284988"/>
                  </a:lnTo>
                  <a:lnTo>
                    <a:pt x="6534124" y="287782"/>
                  </a:lnTo>
                  <a:lnTo>
                    <a:pt x="6536918" y="313029"/>
                  </a:lnTo>
                  <a:lnTo>
                    <a:pt x="6562166" y="310235"/>
                  </a:lnTo>
                  <a:close/>
                </a:path>
                <a:path w="8822055" h="1311275">
                  <a:moveTo>
                    <a:pt x="6612661" y="304647"/>
                  </a:moveTo>
                  <a:lnTo>
                    <a:pt x="6609867" y="279400"/>
                  </a:lnTo>
                  <a:lnTo>
                    <a:pt x="6584620" y="282194"/>
                  </a:lnTo>
                  <a:lnTo>
                    <a:pt x="6587414" y="307441"/>
                  </a:lnTo>
                  <a:lnTo>
                    <a:pt x="6612661" y="304647"/>
                  </a:lnTo>
                  <a:close/>
                </a:path>
                <a:path w="8822055" h="1311275">
                  <a:moveTo>
                    <a:pt x="6663144" y="299072"/>
                  </a:moveTo>
                  <a:lnTo>
                    <a:pt x="6660362" y="273824"/>
                  </a:lnTo>
                  <a:lnTo>
                    <a:pt x="6635115" y="276618"/>
                  </a:lnTo>
                  <a:lnTo>
                    <a:pt x="6637909" y="301853"/>
                  </a:lnTo>
                  <a:lnTo>
                    <a:pt x="6663144" y="299072"/>
                  </a:lnTo>
                  <a:close/>
                </a:path>
                <a:path w="8822055" h="1311275">
                  <a:moveTo>
                    <a:pt x="6713639" y="293484"/>
                  </a:moveTo>
                  <a:lnTo>
                    <a:pt x="6710845" y="268236"/>
                  </a:lnTo>
                  <a:lnTo>
                    <a:pt x="6685597" y="271030"/>
                  </a:lnTo>
                  <a:lnTo>
                    <a:pt x="6688391" y="296278"/>
                  </a:lnTo>
                  <a:lnTo>
                    <a:pt x="6713639" y="293484"/>
                  </a:lnTo>
                  <a:close/>
                </a:path>
                <a:path w="8822055" h="1311275">
                  <a:moveTo>
                    <a:pt x="6764134" y="287896"/>
                  </a:moveTo>
                  <a:lnTo>
                    <a:pt x="6761340" y="262648"/>
                  </a:lnTo>
                  <a:lnTo>
                    <a:pt x="6736093" y="265442"/>
                  </a:lnTo>
                  <a:lnTo>
                    <a:pt x="6738887" y="290690"/>
                  </a:lnTo>
                  <a:lnTo>
                    <a:pt x="6764134" y="287896"/>
                  </a:lnTo>
                  <a:close/>
                </a:path>
                <a:path w="8822055" h="1311275">
                  <a:moveTo>
                    <a:pt x="6814629" y="282308"/>
                  </a:moveTo>
                  <a:lnTo>
                    <a:pt x="6811835" y="257060"/>
                  </a:lnTo>
                  <a:lnTo>
                    <a:pt x="6786588" y="259854"/>
                  </a:lnTo>
                  <a:lnTo>
                    <a:pt x="6789382" y="285102"/>
                  </a:lnTo>
                  <a:lnTo>
                    <a:pt x="6814629" y="282308"/>
                  </a:lnTo>
                  <a:close/>
                </a:path>
                <a:path w="8822055" h="1311275">
                  <a:moveTo>
                    <a:pt x="6865112" y="276720"/>
                  </a:moveTo>
                  <a:lnTo>
                    <a:pt x="6862331" y="251485"/>
                  </a:lnTo>
                  <a:lnTo>
                    <a:pt x="6837083" y="254266"/>
                  </a:lnTo>
                  <a:lnTo>
                    <a:pt x="6839877" y="279514"/>
                  </a:lnTo>
                  <a:lnTo>
                    <a:pt x="6865112" y="276720"/>
                  </a:lnTo>
                  <a:close/>
                </a:path>
                <a:path w="8822055" h="1311275">
                  <a:moveTo>
                    <a:pt x="6915607" y="271145"/>
                  </a:moveTo>
                  <a:lnTo>
                    <a:pt x="6912813" y="245897"/>
                  </a:lnTo>
                  <a:lnTo>
                    <a:pt x="6887565" y="248691"/>
                  </a:lnTo>
                  <a:lnTo>
                    <a:pt x="6890359" y="273939"/>
                  </a:lnTo>
                  <a:lnTo>
                    <a:pt x="6915607" y="271145"/>
                  </a:lnTo>
                  <a:close/>
                </a:path>
                <a:path w="8822055" h="1311275">
                  <a:moveTo>
                    <a:pt x="6966102" y="265557"/>
                  </a:moveTo>
                  <a:lnTo>
                    <a:pt x="6963308" y="240309"/>
                  </a:lnTo>
                  <a:lnTo>
                    <a:pt x="6938061" y="243103"/>
                  </a:lnTo>
                  <a:lnTo>
                    <a:pt x="6940855" y="268351"/>
                  </a:lnTo>
                  <a:lnTo>
                    <a:pt x="6966102" y="265557"/>
                  </a:lnTo>
                  <a:close/>
                </a:path>
                <a:path w="8822055" h="1311275">
                  <a:moveTo>
                    <a:pt x="7016597" y="259969"/>
                  </a:moveTo>
                  <a:lnTo>
                    <a:pt x="7013803" y="234721"/>
                  </a:lnTo>
                  <a:lnTo>
                    <a:pt x="6988556" y="237515"/>
                  </a:lnTo>
                  <a:lnTo>
                    <a:pt x="6991350" y="262763"/>
                  </a:lnTo>
                  <a:lnTo>
                    <a:pt x="7016597" y="259969"/>
                  </a:lnTo>
                  <a:close/>
                </a:path>
                <a:path w="8822055" h="1311275">
                  <a:moveTo>
                    <a:pt x="7067080" y="254381"/>
                  </a:moveTo>
                  <a:lnTo>
                    <a:pt x="7064299" y="229133"/>
                  </a:lnTo>
                  <a:lnTo>
                    <a:pt x="7039051" y="231927"/>
                  </a:lnTo>
                  <a:lnTo>
                    <a:pt x="7041845" y="257175"/>
                  </a:lnTo>
                  <a:lnTo>
                    <a:pt x="7067080" y="254381"/>
                  </a:lnTo>
                  <a:close/>
                </a:path>
                <a:path w="8822055" h="1311275">
                  <a:moveTo>
                    <a:pt x="7117575" y="248793"/>
                  </a:moveTo>
                  <a:lnTo>
                    <a:pt x="7114781" y="223558"/>
                  </a:lnTo>
                  <a:lnTo>
                    <a:pt x="7089534" y="226339"/>
                  </a:lnTo>
                  <a:lnTo>
                    <a:pt x="7092328" y="251587"/>
                  </a:lnTo>
                  <a:lnTo>
                    <a:pt x="7117575" y="248793"/>
                  </a:lnTo>
                  <a:close/>
                </a:path>
                <a:path w="8822055" h="1311275">
                  <a:moveTo>
                    <a:pt x="7168070" y="243217"/>
                  </a:moveTo>
                  <a:lnTo>
                    <a:pt x="7165276" y="217970"/>
                  </a:lnTo>
                  <a:lnTo>
                    <a:pt x="7140029" y="220764"/>
                  </a:lnTo>
                  <a:lnTo>
                    <a:pt x="7142823" y="246011"/>
                  </a:lnTo>
                  <a:lnTo>
                    <a:pt x="7168070" y="243217"/>
                  </a:lnTo>
                  <a:close/>
                </a:path>
                <a:path w="8822055" h="1311275">
                  <a:moveTo>
                    <a:pt x="7218566" y="237629"/>
                  </a:moveTo>
                  <a:lnTo>
                    <a:pt x="7215772" y="212382"/>
                  </a:lnTo>
                  <a:lnTo>
                    <a:pt x="7190524" y="215176"/>
                  </a:lnTo>
                  <a:lnTo>
                    <a:pt x="7193318" y="240423"/>
                  </a:lnTo>
                  <a:lnTo>
                    <a:pt x="7218566" y="237629"/>
                  </a:lnTo>
                  <a:close/>
                </a:path>
                <a:path w="8822055" h="1311275">
                  <a:moveTo>
                    <a:pt x="7269048" y="232041"/>
                  </a:moveTo>
                  <a:lnTo>
                    <a:pt x="7266267" y="206794"/>
                  </a:lnTo>
                  <a:lnTo>
                    <a:pt x="7241019" y="209588"/>
                  </a:lnTo>
                  <a:lnTo>
                    <a:pt x="7243813" y="234835"/>
                  </a:lnTo>
                  <a:lnTo>
                    <a:pt x="7269048" y="232041"/>
                  </a:lnTo>
                  <a:close/>
                </a:path>
                <a:path w="8822055" h="1311275">
                  <a:moveTo>
                    <a:pt x="7319543" y="226453"/>
                  </a:moveTo>
                  <a:lnTo>
                    <a:pt x="7316749" y="201206"/>
                  </a:lnTo>
                  <a:lnTo>
                    <a:pt x="7291502" y="204000"/>
                  </a:lnTo>
                  <a:lnTo>
                    <a:pt x="7294296" y="229247"/>
                  </a:lnTo>
                  <a:lnTo>
                    <a:pt x="7319543" y="226453"/>
                  </a:lnTo>
                  <a:close/>
                </a:path>
                <a:path w="8822055" h="1311275">
                  <a:moveTo>
                    <a:pt x="7370038" y="220878"/>
                  </a:moveTo>
                  <a:lnTo>
                    <a:pt x="7367244" y="195630"/>
                  </a:lnTo>
                  <a:lnTo>
                    <a:pt x="7341997" y="198424"/>
                  </a:lnTo>
                  <a:lnTo>
                    <a:pt x="7344791" y="223659"/>
                  </a:lnTo>
                  <a:lnTo>
                    <a:pt x="7370038" y="220878"/>
                  </a:lnTo>
                  <a:close/>
                </a:path>
                <a:path w="8822055" h="1311275">
                  <a:moveTo>
                    <a:pt x="7420534" y="215290"/>
                  </a:moveTo>
                  <a:lnTo>
                    <a:pt x="7417740" y="190042"/>
                  </a:lnTo>
                  <a:lnTo>
                    <a:pt x="7392492" y="192836"/>
                  </a:lnTo>
                  <a:lnTo>
                    <a:pt x="7395286" y="218084"/>
                  </a:lnTo>
                  <a:lnTo>
                    <a:pt x="7420534" y="215290"/>
                  </a:lnTo>
                  <a:close/>
                </a:path>
                <a:path w="8822055" h="1311275">
                  <a:moveTo>
                    <a:pt x="7471016" y="209702"/>
                  </a:moveTo>
                  <a:lnTo>
                    <a:pt x="7468235" y="184454"/>
                  </a:lnTo>
                  <a:lnTo>
                    <a:pt x="7442987" y="187248"/>
                  </a:lnTo>
                  <a:lnTo>
                    <a:pt x="7445781" y="212496"/>
                  </a:lnTo>
                  <a:lnTo>
                    <a:pt x="7471016" y="209702"/>
                  </a:lnTo>
                  <a:close/>
                </a:path>
                <a:path w="8822055" h="1311275">
                  <a:moveTo>
                    <a:pt x="7521511" y="204114"/>
                  </a:moveTo>
                  <a:lnTo>
                    <a:pt x="7518717" y="178866"/>
                  </a:lnTo>
                  <a:lnTo>
                    <a:pt x="7493470" y="181660"/>
                  </a:lnTo>
                  <a:lnTo>
                    <a:pt x="7496264" y="206908"/>
                  </a:lnTo>
                  <a:lnTo>
                    <a:pt x="7521511" y="204114"/>
                  </a:lnTo>
                  <a:close/>
                </a:path>
                <a:path w="8822055" h="1311275">
                  <a:moveTo>
                    <a:pt x="7572007" y="198526"/>
                  </a:moveTo>
                  <a:lnTo>
                    <a:pt x="7569213" y="173291"/>
                  </a:lnTo>
                  <a:lnTo>
                    <a:pt x="7543965" y="176072"/>
                  </a:lnTo>
                  <a:lnTo>
                    <a:pt x="7546759" y="201320"/>
                  </a:lnTo>
                  <a:lnTo>
                    <a:pt x="7572007" y="198526"/>
                  </a:lnTo>
                  <a:close/>
                </a:path>
                <a:path w="8822055" h="1311275">
                  <a:moveTo>
                    <a:pt x="7622502" y="192951"/>
                  </a:moveTo>
                  <a:lnTo>
                    <a:pt x="7619708" y="167703"/>
                  </a:lnTo>
                  <a:lnTo>
                    <a:pt x="7594460" y="170497"/>
                  </a:lnTo>
                  <a:lnTo>
                    <a:pt x="7597254" y="195745"/>
                  </a:lnTo>
                  <a:lnTo>
                    <a:pt x="7622502" y="192951"/>
                  </a:lnTo>
                  <a:close/>
                </a:path>
                <a:path w="8822055" h="1311275">
                  <a:moveTo>
                    <a:pt x="7672984" y="187363"/>
                  </a:moveTo>
                  <a:lnTo>
                    <a:pt x="7670190" y="162115"/>
                  </a:lnTo>
                  <a:lnTo>
                    <a:pt x="7644955" y="164909"/>
                  </a:lnTo>
                  <a:lnTo>
                    <a:pt x="7647749" y="190157"/>
                  </a:lnTo>
                  <a:lnTo>
                    <a:pt x="7672984" y="187363"/>
                  </a:lnTo>
                  <a:close/>
                </a:path>
                <a:path w="8822055" h="1311275">
                  <a:moveTo>
                    <a:pt x="7723479" y="181775"/>
                  </a:moveTo>
                  <a:lnTo>
                    <a:pt x="7720685" y="156527"/>
                  </a:lnTo>
                  <a:lnTo>
                    <a:pt x="7695438" y="159321"/>
                  </a:lnTo>
                  <a:lnTo>
                    <a:pt x="7698232" y="184569"/>
                  </a:lnTo>
                  <a:lnTo>
                    <a:pt x="7723479" y="181775"/>
                  </a:lnTo>
                  <a:close/>
                </a:path>
                <a:path w="8822055" h="1311275">
                  <a:moveTo>
                    <a:pt x="7773975" y="176187"/>
                  </a:moveTo>
                  <a:lnTo>
                    <a:pt x="7771181" y="150939"/>
                  </a:lnTo>
                  <a:lnTo>
                    <a:pt x="7745933" y="153733"/>
                  </a:lnTo>
                  <a:lnTo>
                    <a:pt x="7748727" y="178981"/>
                  </a:lnTo>
                  <a:lnTo>
                    <a:pt x="7773975" y="176187"/>
                  </a:lnTo>
                  <a:close/>
                </a:path>
                <a:path w="8822055" h="1311275">
                  <a:moveTo>
                    <a:pt x="7824470" y="170611"/>
                  </a:moveTo>
                  <a:lnTo>
                    <a:pt x="7821676" y="145364"/>
                  </a:lnTo>
                  <a:lnTo>
                    <a:pt x="7796428" y="148158"/>
                  </a:lnTo>
                  <a:lnTo>
                    <a:pt x="7799222" y="173393"/>
                  </a:lnTo>
                  <a:lnTo>
                    <a:pt x="7824470" y="170611"/>
                  </a:lnTo>
                  <a:close/>
                </a:path>
                <a:path w="8822055" h="1311275">
                  <a:moveTo>
                    <a:pt x="7874952" y="165023"/>
                  </a:moveTo>
                  <a:lnTo>
                    <a:pt x="7872158" y="139776"/>
                  </a:lnTo>
                  <a:lnTo>
                    <a:pt x="7846923" y="142570"/>
                  </a:lnTo>
                  <a:lnTo>
                    <a:pt x="7849717" y="167817"/>
                  </a:lnTo>
                  <a:lnTo>
                    <a:pt x="7874952" y="165023"/>
                  </a:lnTo>
                  <a:close/>
                </a:path>
                <a:path w="8822055" h="1311275">
                  <a:moveTo>
                    <a:pt x="7925448" y="159435"/>
                  </a:moveTo>
                  <a:lnTo>
                    <a:pt x="7922654" y="134188"/>
                  </a:lnTo>
                  <a:lnTo>
                    <a:pt x="7897406" y="136982"/>
                  </a:lnTo>
                  <a:lnTo>
                    <a:pt x="7900200" y="162229"/>
                  </a:lnTo>
                  <a:lnTo>
                    <a:pt x="7925448" y="159435"/>
                  </a:lnTo>
                  <a:close/>
                </a:path>
                <a:path w="8822055" h="1311275">
                  <a:moveTo>
                    <a:pt x="7975943" y="153847"/>
                  </a:moveTo>
                  <a:lnTo>
                    <a:pt x="7973149" y="128600"/>
                  </a:lnTo>
                  <a:lnTo>
                    <a:pt x="7947901" y="131394"/>
                  </a:lnTo>
                  <a:lnTo>
                    <a:pt x="7950695" y="156641"/>
                  </a:lnTo>
                  <a:lnTo>
                    <a:pt x="7975943" y="153847"/>
                  </a:lnTo>
                  <a:close/>
                </a:path>
                <a:path w="8822055" h="1311275">
                  <a:moveTo>
                    <a:pt x="8026438" y="148259"/>
                  </a:moveTo>
                  <a:lnTo>
                    <a:pt x="8023644" y="123012"/>
                  </a:lnTo>
                  <a:lnTo>
                    <a:pt x="7998396" y="125806"/>
                  </a:lnTo>
                  <a:lnTo>
                    <a:pt x="8001190" y="151053"/>
                  </a:lnTo>
                  <a:lnTo>
                    <a:pt x="8026438" y="148259"/>
                  </a:lnTo>
                  <a:close/>
                </a:path>
                <a:path w="8822055" h="1311275">
                  <a:moveTo>
                    <a:pt x="8076920" y="142684"/>
                  </a:moveTo>
                  <a:lnTo>
                    <a:pt x="8074126" y="117436"/>
                  </a:lnTo>
                  <a:lnTo>
                    <a:pt x="8048892" y="120230"/>
                  </a:lnTo>
                  <a:lnTo>
                    <a:pt x="8051686" y="145465"/>
                  </a:lnTo>
                  <a:lnTo>
                    <a:pt x="8076920" y="142684"/>
                  </a:lnTo>
                  <a:close/>
                </a:path>
                <a:path w="8822055" h="1311275">
                  <a:moveTo>
                    <a:pt x="8127416" y="137096"/>
                  </a:moveTo>
                  <a:lnTo>
                    <a:pt x="8124622" y="111848"/>
                  </a:lnTo>
                  <a:lnTo>
                    <a:pt x="8099374" y="114642"/>
                  </a:lnTo>
                  <a:lnTo>
                    <a:pt x="8102168" y="139890"/>
                  </a:lnTo>
                  <a:lnTo>
                    <a:pt x="8127416" y="137096"/>
                  </a:lnTo>
                  <a:close/>
                </a:path>
                <a:path w="8822055" h="1311275">
                  <a:moveTo>
                    <a:pt x="8177911" y="131508"/>
                  </a:moveTo>
                  <a:lnTo>
                    <a:pt x="8175117" y="106260"/>
                  </a:lnTo>
                  <a:lnTo>
                    <a:pt x="8149869" y="109054"/>
                  </a:lnTo>
                  <a:lnTo>
                    <a:pt x="8152663" y="134302"/>
                  </a:lnTo>
                  <a:lnTo>
                    <a:pt x="8177911" y="131508"/>
                  </a:lnTo>
                  <a:close/>
                </a:path>
                <a:path w="8822055" h="1311275">
                  <a:moveTo>
                    <a:pt x="8228406" y="125920"/>
                  </a:moveTo>
                  <a:lnTo>
                    <a:pt x="8225612" y="100672"/>
                  </a:lnTo>
                  <a:lnTo>
                    <a:pt x="8200364" y="103466"/>
                  </a:lnTo>
                  <a:lnTo>
                    <a:pt x="8203158" y="128714"/>
                  </a:lnTo>
                  <a:lnTo>
                    <a:pt x="8228406" y="125920"/>
                  </a:lnTo>
                  <a:close/>
                </a:path>
                <a:path w="8822055" h="1311275">
                  <a:moveTo>
                    <a:pt x="8278889" y="120332"/>
                  </a:moveTo>
                  <a:lnTo>
                    <a:pt x="8276095" y="95097"/>
                  </a:lnTo>
                  <a:lnTo>
                    <a:pt x="8250860" y="97878"/>
                  </a:lnTo>
                  <a:lnTo>
                    <a:pt x="8253654" y="123126"/>
                  </a:lnTo>
                  <a:lnTo>
                    <a:pt x="8278889" y="120332"/>
                  </a:lnTo>
                  <a:close/>
                </a:path>
                <a:path w="8822055" h="1311275">
                  <a:moveTo>
                    <a:pt x="8329384" y="114757"/>
                  </a:moveTo>
                  <a:lnTo>
                    <a:pt x="8326590" y="89509"/>
                  </a:lnTo>
                  <a:lnTo>
                    <a:pt x="8301342" y="92303"/>
                  </a:lnTo>
                  <a:lnTo>
                    <a:pt x="8304136" y="117551"/>
                  </a:lnTo>
                  <a:lnTo>
                    <a:pt x="8329384" y="114757"/>
                  </a:lnTo>
                  <a:close/>
                </a:path>
                <a:path w="8822055" h="1311275">
                  <a:moveTo>
                    <a:pt x="8379879" y="109169"/>
                  </a:moveTo>
                  <a:lnTo>
                    <a:pt x="8377085" y="83921"/>
                  </a:lnTo>
                  <a:lnTo>
                    <a:pt x="8351837" y="86715"/>
                  </a:lnTo>
                  <a:lnTo>
                    <a:pt x="8354631" y="111963"/>
                  </a:lnTo>
                  <a:lnTo>
                    <a:pt x="8379879" y="109169"/>
                  </a:lnTo>
                  <a:close/>
                </a:path>
                <a:path w="8822055" h="1311275">
                  <a:moveTo>
                    <a:pt x="8430374" y="103581"/>
                  </a:moveTo>
                  <a:lnTo>
                    <a:pt x="8427580" y="78333"/>
                  </a:lnTo>
                  <a:lnTo>
                    <a:pt x="8402333" y="81127"/>
                  </a:lnTo>
                  <a:lnTo>
                    <a:pt x="8405127" y="106375"/>
                  </a:lnTo>
                  <a:lnTo>
                    <a:pt x="8430374" y="103581"/>
                  </a:lnTo>
                  <a:close/>
                </a:path>
                <a:path w="8822055" h="1311275">
                  <a:moveTo>
                    <a:pt x="8480857" y="97993"/>
                  </a:moveTo>
                  <a:lnTo>
                    <a:pt x="8478063" y="72745"/>
                  </a:lnTo>
                  <a:lnTo>
                    <a:pt x="8452828" y="75539"/>
                  </a:lnTo>
                  <a:lnTo>
                    <a:pt x="8455622" y="100787"/>
                  </a:lnTo>
                  <a:lnTo>
                    <a:pt x="8480857" y="97993"/>
                  </a:lnTo>
                  <a:close/>
                </a:path>
                <a:path w="8822055" h="1311275">
                  <a:moveTo>
                    <a:pt x="8531352" y="92417"/>
                  </a:moveTo>
                  <a:lnTo>
                    <a:pt x="8528558" y="67170"/>
                  </a:lnTo>
                  <a:lnTo>
                    <a:pt x="8503310" y="69964"/>
                  </a:lnTo>
                  <a:lnTo>
                    <a:pt x="8506104" y="95199"/>
                  </a:lnTo>
                  <a:lnTo>
                    <a:pt x="8531352" y="92417"/>
                  </a:lnTo>
                  <a:close/>
                </a:path>
                <a:path w="8822055" h="1311275">
                  <a:moveTo>
                    <a:pt x="8581847" y="86829"/>
                  </a:moveTo>
                  <a:lnTo>
                    <a:pt x="8579053" y="61582"/>
                  </a:lnTo>
                  <a:lnTo>
                    <a:pt x="8553806" y="64376"/>
                  </a:lnTo>
                  <a:lnTo>
                    <a:pt x="8556600" y="89623"/>
                  </a:lnTo>
                  <a:lnTo>
                    <a:pt x="8581847" y="86829"/>
                  </a:lnTo>
                  <a:close/>
                </a:path>
                <a:path w="8822055" h="1311275">
                  <a:moveTo>
                    <a:pt x="8632342" y="81241"/>
                  </a:moveTo>
                  <a:lnTo>
                    <a:pt x="8629548" y="55994"/>
                  </a:lnTo>
                  <a:lnTo>
                    <a:pt x="8604301" y="58788"/>
                  </a:lnTo>
                  <a:lnTo>
                    <a:pt x="8607095" y="84035"/>
                  </a:lnTo>
                  <a:lnTo>
                    <a:pt x="8632342" y="81241"/>
                  </a:lnTo>
                  <a:close/>
                </a:path>
                <a:path w="8822055" h="1311275">
                  <a:moveTo>
                    <a:pt x="8682825" y="75653"/>
                  </a:moveTo>
                  <a:lnTo>
                    <a:pt x="8680044" y="50406"/>
                  </a:lnTo>
                  <a:lnTo>
                    <a:pt x="8654796" y="53200"/>
                  </a:lnTo>
                  <a:lnTo>
                    <a:pt x="8657590" y="78447"/>
                  </a:lnTo>
                  <a:lnTo>
                    <a:pt x="8682825" y="75653"/>
                  </a:lnTo>
                  <a:close/>
                </a:path>
                <a:path w="8822055" h="1311275">
                  <a:moveTo>
                    <a:pt x="8733320" y="70065"/>
                  </a:moveTo>
                  <a:lnTo>
                    <a:pt x="8730526" y="44831"/>
                  </a:lnTo>
                  <a:lnTo>
                    <a:pt x="8705278" y="47612"/>
                  </a:lnTo>
                  <a:lnTo>
                    <a:pt x="8708072" y="72859"/>
                  </a:lnTo>
                  <a:lnTo>
                    <a:pt x="8733320" y="70065"/>
                  </a:lnTo>
                  <a:close/>
                </a:path>
                <a:path w="8822055" h="1311275">
                  <a:moveTo>
                    <a:pt x="8821953" y="47485"/>
                  </a:moveTo>
                  <a:lnTo>
                    <a:pt x="8805227" y="40055"/>
                  </a:lnTo>
                  <a:lnTo>
                    <a:pt x="8803373" y="39243"/>
                  </a:lnTo>
                  <a:lnTo>
                    <a:pt x="8715019" y="0"/>
                  </a:lnTo>
                  <a:lnTo>
                    <a:pt x="8707514" y="2895"/>
                  </a:lnTo>
                  <a:lnTo>
                    <a:pt x="8701824" y="15709"/>
                  </a:lnTo>
                  <a:lnTo>
                    <a:pt x="8704720" y="23215"/>
                  </a:lnTo>
                  <a:lnTo>
                    <a:pt x="8756231" y="46088"/>
                  </a:lnTo>
                  <a:lnTo>
                    <a:pt x="8758123" y="63220"/>
                  </a:lnTo>
                  <a:lnTo>
                    <a:pt x="8712860" y="96799"/>
                  </a:lnTo>
                  <a:lnTo>
                    <a:pt x="8711679" y="104749"/>
                  </a:lnTo>
                  <a:lnTo>
                    <a:pt x="8720036" y="116014"/>
                  </a:lnTo>
                  <a:lnTo>
                    <a:pt x="8727986" y="117195"/>
                  </a:lnTo>
                  <a:lnTo>
                    <a:pt x="8795283" y="67284"/>
                  </a:lnTo>
                  <a:lnTo>
                    <a:pt x="8802573" y="61861"/>
                  </a:lnTo>
                  <a:lnTo>
                    <a:pt x="8821953" y="474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3" name="object 2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645400" y="4654550"/>
            <a:ext cx="469900" cy="63500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1828800" y="2392171"/>
            <a:ext cx="9347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Helvetica Light"/>
                <a:cs typeface="Helvetica Light"/>
              </a:rPr>
              <a:t>Scene</a:t>
            </a:r>
            <a:r>
              <a:rPr sz="3600" spc="-6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point</a:t>
            </a:r>
            <a:r>
              <a:rPr sz="3600" spc="-6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moving</a:t>
            </a:r>
            <a:r>
              <a:rPr sz="3600" spc="-6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through</a:t>
            </a:r>
            <a:r>
              <a:rPr sz="3600" spc="-6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image</a:t>
            </a:r>
            <a:r>
              <a:rPr sz="3600" spc="-60" dirty="0">
                <a:latin typeface="Helvetica Light"/>
                <a:cs typeface="Helvetica Light"/>
              </a:rPr>
              <a:t> </a:t>
            </a:r>
            <a:r>
              <a:rPr sz="3600" spc="-10" dirty="0">
                <a:latin typeface="Helvetica Light"/>
                <a:cs typeface="Helvetica Light"/>
              </a:rPr>
              <a:t>sequence</a:t>
            </a:r>
            <a:endParaRPr sz="3600">
              <a:latin typeface="Helvetica Light"/>
              <a:cs typeface="Helvetica Ligh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5593" y="246379"/>
            <a:ext cx="9853930" cy="182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Assumption</a:t>
            </a:r>
            <a:r>
              <a:rPr b="0" spc="-9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spc="-50" dirty="0">
                <a:solidFill>
                  <a:srgbClr val="000000"/>
                </a:solidFill>
                <a:latin typeface="Helvetica Light"/>
                <a:cs typeface="Helvetica Light"/>
              </a:rPr>
              <a:t>1</a:t>
            </a:r>
          </a:p>
          <a:p>
            <a:pPr algn="ctr">
              <a:lnSpc>
                <a:spcPct val="100000"/>
              </a:lnSpc>
              <a:spcBef>
                <a:spcPts val="229"/>
              </a:spcBef>
            </a:pPr>
            <a:r>
              <a:rPr sz="8000" b="0" dirty="0">
                <a:solidFill>
                  <a:srgbClr val="000000"/>
                </a:solidFill>
                <a:latin typeface="Helvetica Light"/>
                <a:cs typeface="Helvetica Light"/>
              </a:rPr>
              <a:t>Brightness</a:t>
            </a:r>
            <a:r>
              <a:rPr sz="8000" b="0" spc="-22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8000"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constancy</a:t>
            </a:r>
            <a:endParaRPr sz="8000">
              <a:latin typeface="Helvetica Light"/>
              <a:cs typeface="Helvetica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44167" y="3389376"/>
            <a:ext cx="10266045" cy="3129280"/>
            <a:chOff x="1344167" y="3389376"/>
            <a:chExt cx="10266045" cy="31292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4167" y="3389376"/>
              <a:ext cx="2618232" cy="261823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4299" y="3403599"/>
              <a:ext cx="2540000" cy="2540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49495" y="3389376"/>
              <a:ext cx="2618231" cy="26182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87850" y="3403599"/>
              <a:ext cx="2540000" cy="2540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91599" y="3389376"/>
              <a:ext cx="2618231" cy="26182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29700" y="3403599"/>
              <a:ext cx="2540000" cy="25400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76983" y="5071872"/>
              <a:ext cx="243839" cy="24383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16300" y="5085778"/>
              <a:ext cx="166241" cy="16624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13959" y="4450080"/>
              <a:ext cx="246887" cy="24383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54600" y="4463478"/>
              <a:ext cx="166241" cy="1662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896599" y="3776472"/>
              <a:ext cx="243840" cy="24383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934699" y="3790378"/>
              <a:ext cx="166241" cy="16624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54199" y="6048495"/>
              <a:ext cx="1676400" cy="46990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857750" y="6048495"/>
              <a:ext cx="1676400" cy="46990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493249" y="6048495"/>
              <a:ext cx="1689100" cy="46990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816099" y="5365750"/>
              <a:ext cx="1383957" cy="3048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965871" y="4787900"/>
              <a:ext cx="1383958" cy="3048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905999" y="4152900"/>
              <a:ext cx="1425145" cy="3048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016950" y="3856443"/>
              <a:ext cx="8822055" cy="1311275"/>
            </a:xfrm>
            <a:custGeom>
              <a:avLst/>
              <a:gdLst/>
              <a:ahLst/>
              <a:cxnLst/>
              <a:rect l="l" t="t" r="r" b="b"/>
              <a:pathLst>
                <a:path w="8822055" h="1311275">
                  <a:moveTo>
                    <a:pt x="29654" y="1306245"/>
                  </a:moveTo>
                  <a:lnTo>
                    <a:pt x="24968" y="1281277"/>
                  </a:lnTo>
                  <a:lnTo>
                    <a:pt x="0" y="1285963"/>
                  </a:lnTo>
                  <a:lnTo>
                    <a:pt x="4686" y="1310932"/>
                  </a:lnTo>
                  <a:lnTo>
                    <a:pt x="29654" y="1306245"/>
                  </a:lnTo>
                  <a:close/>
                </a:path>
                <a:path w="8822055" h="1311275">
                  <a:moveTo>
                    <a:pt x="79578" y="1296873"/>
                  </a:moveTo>
                  <a:lnTo>
                    <a:pt x="74891" y="1271905"/>
                  </a:lnTo>
                  <a:lnTo>
                    <a:pt x="49923" y="1276591"/>
                  </a:lnTo>
                  <a:lnTo>
                    <a:pt x="54610" y="1301559"/>
                  </a:lnTo>
                  <a:lnTo>
                    <a:pt x="79578" y="1296873"/>
                  </a:lnTo>
                  <a:close/>
                </a:path>
                <a:path w="8822055" h="1311275">
                  <a:moveTo>
                    <a:pt x="129501" y="1287500"/>
                  </a:moveTo>
                  <a:lnTo>
                    <a:pt x="124815" y="1262532"/>
                  </a:lnTo>
                  <a:lnTo>
                    <a:pt x="99860" y="1267218"/>
                  </a:lnTo>
                  <a:lnTo>
                    <a:pt x="104546" y="1292186"/>
                  </a:lnTo>
                  <a:lnTo>
                    <a:pt x="129501" y="1287500"/>
                  </a:lnTo>
                  <a:close/>
                </a:path>
                <a:path w="8822055" h="1311275">
                  <a:moveTo>
                    <a:pt x="179438" y="1278115"/>
                  </a:moveTo>
                  <a:lnTo>
                    <a:pt x="174752" y="1253159"/>
                  </a:lnTo>
                  <a:lnTo>
                    <a:pt x="149783" y="1257846"/>
                  </a:lnTo>
                  <a:lnTo>
                    <a:pt x="154470" y="1282801"/>
                  </a:lnTo>
                  <a:lnTo>
                    <a:pt x="179438" y="1278115"/>
                  </a:lnTo>
                  <a:close/>
                </a:path>
                <a:path w="8822055" h="1311275">
                  <a:moveTo>
                    <a:pt x="229362" y="1268742"/>
                  </a:moveTo>
                  <a:lnTo>
                    <a:pt x="224675" y="1243787"/>
                  </a:lnTo>
                  <a:lnTo>
                    <a:pt x="199707" y="1248473"/>
                  </a:lnTo>
                  <a:lnTo>
                    <a:pt x="204393" y="1273429"/>
                  </a:lnTo>
                  <a:lnTo>
                    <a:pt x="229362" y="1268742"/>
                  </a:lnTo>
                  <a:close/>
                </a:path>
                <a:path w="8822055" h="1311275">
                  <a:moveTo>
                    <a:pt x="279285" y="1259370"/>
                  </a:moveTo>
                  <a:lnTo>
                    <a:pt x="274599" y="1234414"/>
                  </a:lnTo>
                  <a:lnTo>
                    <a:pt x="249643" y="1239100"/>
                  </a:lnTo>
                  <a:lnTo>
                    <a:pt x="254330" y="1264056"/>
                  </a:lnTo>
                  <a:lnTo>
                    <a:pt x="279285" y="1259370"/>
                  </a:lnTo>
                  <a:close/>
                </a:path>
                <a:path w="8822055" h="1311275">
                  <a:moveTo>
                    <a:pt x="329222" y="1249997"/>
                  </a:moveTo>
                  <a:lnTo>
                    <a:pt x="324535" y="1225042"/>
                  </a:lnTo>
                  <a:lnTo>
                    <a:pt x="299567" y="1229728"/>
                  </a:lnTo>
                  <a:lnTo>
                    <a:pt x="304253" y="1254683"/>
                  </a:lnTo>
                  <a:lnTo>
                    <a:pt x="329222" y="1249997"/>
                  </a:lnTo>
                  <a:close/>
                </a:path>
                <a:path w="8822055" h="1311275">
                  <a:moveTo>
                    <a:pt x="379145" y="1240624"/>
                  </a:moveTo>
                  <a:lnTo>
                    <a:pt x="374459" y="1215656"/>
                  </a:lnTo>
                  <a:lnTo>
                    <a:pt x="349491" y="1220355"/>
                  </a:lnTo>
                  <a:lnTo>
                    <a:pt x="354177" y="1245311"/>
                  </a:lnTo>
                  <a:lnTo>
                    <a:pt x="379145" y="1240624"/>
                  </a:lnTo>
                  <a:close/>
                </a:path>
                <a:path w="8822055" h="1311275">
                  <a:moveTo>
                    <a:pt x="429069" y="1231252"/>
                  </a:moveTo>
                  <a:lnTo>
                    <a:pt x="424383" y="1206284"/>
                  </a:lnTo>
                  <a:lnTo>
                    <a:pt x="399415" y="1210970"/>
                  </a:lnTo>
                  <a:lnTo>
                    <a:pt x="404114" y="1235938"/>
                  </a:lnTo>
                  <a:lnTo>
                    <a:pt x="429069" y="1231252"/>
                  </a:lnTo>
                  <a:close/>
                </a:path>
                <a:path w="8822055" h="1311275">
                  <a:moveTo>
                    <a:pt x="478993" y="1221879"/>
                  </a:moveTo>
                  <a:lnTo>
                    <a:pt x="474306" y="1196911"/>
                  </a:lnTo>
                  <a:lnTo>
                    <a:pt x="449351" y="1201597"/>
                  </a:lnTo>
                  <a:lnTo>
                    <a:pt x="454037" y="1226566"/>
                  </a:lnTo>
                  <a:lnTo>
                    <a:pt x="478993" y="1221879"/>
                  </a:lnTo>
                  <a:close/>
                </a:path>
                <a:path w="8822055" h="1311275">
                  <a:moveTo>
                    <a:pt x="528929" y="1212507"/>
                  </a:moveTo>
                  <a:lnTo>
                    <a:pt x="524243" y="1187538"/>
                  </a:lnTo>
                  <a:lnTo>
                    <a:pt x="499275" y="1192225"/>
                  </a:lnTo>
                  <a:lnTo>
                    <a:pt x="503961" y="1217193"/>
                  </a:lnTo>
                  <a:lnTo>
                    <a:pt x="528929" y="1212507"/>
                  </a:lnTo>
                  <a:close/>
                </a:path>
                <a:path w="8822055" h="1311275">
                  <a:moveTo>
                    <a:pt x="578853" y="1203134"/>
                  </a:moveTo>
                  <a:lnTo>
                    <a:pt x="574167" y="1178166"/>
                  </a:lnTo>
                  <a:lnTo>
                    <a:pt x="549198" y="1182852"/>
                  </a:lnTo>
                  <a:lnTo>
                    <a:pt x="553885" y="1207820"/>
                  </a:lnTo>
                  <a:lnTo>
                    <a:pt x="578853" y="1203134"/>
                  </a:lnTo>
                  <a:close/>
                </a:path>
                <a:path w="8822055" h="1311275">
                  <a:moveTo>
                    <a:pt x="628777" y="1193761"/>
                  </a:moveTo>
                  <a:lnTo>
                    <a:pt x="624090" y="1168793"/>
                  </a:lnTo>
                  <a:lnTo>
                    <a:pt x="599135" y="1173480"/>
                  </a:lnTo>
                  <a:lnTo>
                    <a:pt x="603821" y="1198448"/>
                  </a:lnTo>
                  <a:lnTo>
                    <a:pt x="628777" y="1193761"/>
                  </a:lnTo>
                  <a:close/>
                </a:path>
                <a:path w="8822055" h="1311275">
                  <a:moveTo>
                    <a:pt x="678713" y="1184389"/>
                  </a:moveTo>
                  <a:lnTo>
                    <a:pt x="674027" y="1159421"/>
                  </a:lnTo>
                  <a:lnTo>
                    <a:pt x="649058" y="1164107"/>
                  </a:lnTo>
                  <a:lnTo>
                    <a:pt x="653745" y="1189075"/>
                  </a:lnTo>
                  <a:lnTo>
                    <a:pt x="678713" y="1184389"/>
                  </a:lnTo>
                  <a:close/>
                </a:path>
                <a:path w="8822055" h="1311275">
                  <a:moveTo>
                    <a:pt x="728637" y="1175016"/>
                  </a:moveTo>
                  <a:lnTo>
                    <a:pt x="723950" y="1150048"/>
                  </a:lnTo>
                  <a:lnTo>
                    <a:pt x="698982" y="1154734"/>
                  </a:lnTo>
                  <a:lnTo>
                    <a:pt x="703668" y="1179703"/>
                  </a:lnTo>
                  <a:lnTo>
                    <a:pt x="728637" y="1175016"/>
                  </a:lnTo>
                  <a:close/>
                </a:path>
                <a:path w="8822055" h="1311275">
                  <a:moveTo>
                    <a:pt x="778560" y="1165644"/>
                  </a:moveTo>
                  <a:lnTo>
                    <a:pt x="773874" y="1140675"/>
                  </a:lnTo>
                  <a:lnTo>
                    <a:pt x="748919" y="1145362"/>
                  </a:lnTo>
                  <a:lnTo>
                    <a:pt x="753605" y="1170330"/>
                  </a:lnTo>
                  <a:lnTo>
                    <a:pt x="778560" y="1165644"/>
                  </a:lnTo>
                  <a:close/>
                </a:path>
                <a:path w="8822055" h="1311275">
                  <a:moveTo>
                    <a:pt x="828497" y="1156258"/>
                  </a:moveTo>
                  <a:lnTo>
                    <a:pt x="823810" y="1131303"/>
                  </a:lnTo>
                  <a:lnTo>
                    <a:pt x="798842" y="1135989"/>
                  </a:lnTo>
                  <a:lnTo>
                    <a:pt x="803529" y="1160957"/>
                  </a:lnTo>
                  <a:lnTo>
                    <a:pt x="828497" y="1156258"/>
                  </a:lnTo>
                  <a:close/>
                </a:path>
                <a:path w="8822055" h="1311275">
                  <a:moveTo>
                    <a:pt x="878420" y="1146886"/>
                  </a:moveTo>
                  <a:lnTo>
                    <a:pt x="873734" y="1121930"/>
                  </a:lnTo>
                  <a:lnTo>
                    <a:pt x="848766" y="1126617"/>
                  </a:lnTo>
                  <a:lnTo>
                    <a:pt x="853452" y="1151572"/>
                  </a:lnTo>
                  <a:lnTo>
                    <a:pt x="878420" y="1146886"/>
                  </a:lnTo>
                  <a:close/>
                </a:path>
                <a:path w="8822055" h="1311275">
                  <a:moveTo>
                    <a:pt x="928344" y="1137513"/>
                  </a:moveTo>
                  <a:lnTo>
                    <a:pt x="923658" y="1112558"/>
                  </a:lnTo>
                  <a:lnTo>
                    <a:pt x="898702" y="1117244"/>
                  </a:lnTo>
                  <a:lnTo>
                    <a:pt x="903389" y="1142199"/>
                  </a:lnTo>
                  <a:lnTo>
                    <a:pt x="928344" y="1137513"/>
                  </a:lnTo>
                  <a:close/>
                </a:path>
                <a:path w="8822055" h="1311275">
                  <a:moveTo>
                    <a:pt x="978281" y="1128141"/>
                  </a:moveTo>
                  <a:lnTo>
                    <a:pt x="973594" y="1103185"/>
                  </a:lnTo>
                  <a:lnTo>
                    <a:pt x="948626" y="1107871"/>
                  </a:lnTo>
                  <a:lnTo>
                    <a:pt x="953312" y="1132827"/>
                  </a:lnTo>
                  <a:lnTo>
                    <a:pt x="978281" y="1128141"/>
                  </a:lnTo>
                  <a:close/>
                </a:path>
                <a:path w="8822055" h="1311275">
                  <a:moveTo>
                    <a:pt x="1028204" y="1118768"/>
                  </a:moveTo>
                  <a:lnTo>
                    <a:pt x="1023518" y="1093812"/>
                  </a:lnTo>
                  <a:lnTo>
                    <a:pt x="998550" y="1098499"/>
                  </a:lnTo>
                  <a:lnTo>
                    <a:pt x="1003236" y="1123454"/>
                  </a:lnTo>
                  <a:lnTo>
                    <a:pt x="1028204" y="1118768"/>
                  </a:lnTo>
                  <a:close/>
                </a:path>
                <a:path w="8822055" h="1311275">
                  <a:moveTo>
                    <a:pt x="1078128" y="1109395"/>
                  </a:moveTo>
                  <a:lnTo>
                    <a:pt x="1073442" y="1084427"/>
                  </a:lnTo>
                  <a:lnTo>
                    <a:pt x="1048486" y="1089113"/>
                  </a:lnTo>
                  <a:lnTo>
                    <a:pt x="1053172" y="1114082"/>
                  </a:lnTo>
                  <a:lnTo>
                    <a:pt x="1078128" y="1109395"/>
                  </a:lnTo>
                  <a:close/>
                </a:path>
                <a:path w="8822055" h="1311275">
                  <a:moveTo>
                    <a:pt x="1128064" y="1100023"/>
                  </a:moveTo>
                  <a:lnTo>
                    <a:pt x="1123378" y="1075055"/>
                  </a:lnTo>
                  <a:lnTo>
                    <a:pt x="1098410" y="1079741"/>
                  </a:lnTo>
                  <a:lnTo>
                    <a:pt x="1103096" y="1104709"/>
                  </a:lnTo>
                  <a:lnTo>
                    <a:pt x="1128064" y="1100023"/>
                  </a:lnTo>
                  <a:close/>
                </a:path>
                <a:path w="8822055" h="1311275">
                  <a:moveTo>
                    <a:pt x="1177988" y="1090650"/>
                  </a:moveTo>
                  <a:lnTo>
                    <a:pt x="1173302" y="1065682"/>
                  </a:lnTo>
                  <a:lnTo>
                    <a:pt x="1148334" y="1070368"/>
                  </a:lnTo>
                  <a:lnTo>
                    <a:pt x="1153020" y="1095336"/>
                  </a:lnTo>
                  <a:lnTo>
                    <a:pt x="1177988" y="1090650"/>
                  </a:lnTo>
                  <a:close/>
                </a:path>
                <a:path w="8822055" h="1311275">
                  <a:moveTo>
                    <a:pt x="1227912" y="1081278"/>
                  </a:moveTo>
                  <a:lnTo>
                    <a:pt x="1223225" y="1056309"/>
                  </a:lnTo>
                  <a:lnTo>
                    <a:pt x="1198270" y="1060996"/>
                  </a:lnTo>
                  <a:lnTo>
                    <a:pt x="1202956" y="1085964"/>
                  </a:lnTo>
                  <a:lnTo>
                    <a:pt x="1227912" y="1081278"/>
                  </a:lnTo>
                  <a:close/>
                </a:path>
                <a:path w="8822055" h="1311275">
                  <a:moveTo>
                    <a:pt x="1277848" y="1071905"/>
                  </a:moveTo>
                  <a:lnTo>
                    <a:pt x="1273162" y="1046937"/>
                  </a:lnTo>
                  <a:lnTo>
                    <a:pt x="1248194" y="1051623"/>
                  </a:lnTo>
                  <a:lnTo>
                    <a:pt x="1252880" y="1076591"/>
                  </a:lnTo>
                  <a:lnTo>
                    <a:pt x="1277848" y="1071905"/>
                  </a:lnTo>
                  <a:close/>
                </a:path>
                <a:path w="8822055" h="1311275">
                  <a:moveTo>
                    <a:pt x="1327772" y="1062532"/>
                  </a:moveTo>
                  <a:lnTo>
                    <a:pt x="1323086" y="1037564"/>
                  </a:lnTo>
                  <a:lnTo>
                    <a:pt x="1298117" y="1042250"/>
                  </a:lnTo>
                  <a:lnTo>
                    <a:pt x="1302804" y="1067219"/>
                  </a:lnTo>
                  <a:lnTo>
                    <a:pt x="1327772" y="1062532"/>
                  </a:lnTo>
                  <a:close/>
                </a:path>
                <a:path w="8822055" h="1311275">
                  <a:moveTo>
                    <a:pt x="1377696" y="1053160"/>
                  </a:moveTo>
                  <a:lnTo>
                    <a:pt x="1373009" y="1028192"/>
                  </a:lnTo>
                  <a:lnTo>
                    <a:pt x="1348054" y="1032878"/>
                  </a:lnTo>
                  <a:lnTo>
                    <a:pt x="1352740" y="1057846"/>
                  </a:lnTo>
                  <a:lnTo>
                    <a:pt x="1377696" y="1053160"/>
                  </a:lnTo>
                  <a:close/>
                </a:path>
                <a:path w="8822055" h="1311275">
                  <a:moveTo>
                    <a:pt x="1427632" y="1043787"/>
                  </a:moveTo>
                  <a:lnTo>
                    <a:pt x="1422933" y="1018819"/>
                  </a:lnTo>
                  <a:lnTo>
                    <a:pt x="1397977" y="1023505"/>
                  </a:lnTo>
                  <a:lnTo>
                    <a:pt x="1402664" y="1048473"/>
                  </a:lnTo>
                  <a:lnTo>
                    <a:pt x="1427632" y="1043787"/>
                  </a:lnTo>
                  <a:close/>
                </a:path>
                <a:path w="8822055" h="1311275">
                  <a:moveTo>
                    <a:pt x="1477556" y="1034402"/>
                  </a:moveTo>
                  <a:lnTo>
                    <a:pt x="1472869" y="1009446"/>
                  </a:lnTo>
                  <a:lnTo>
                    <a:pt x="1447901" y="1014133"/>
                  </a:lnTo>
                  <a:lnTo>
                    <a:pt x="1452587" y="1039101"/>
                  </a:lnTo>
                  <a:lnTo>
                    <a:pt x="1477556" y="1034402"/>
                  </a:lnTo>
                  <a:close/>
                </a:path>
                <a:path w="8822055" h="1311275">
                  <a:moveTo>
                    <a:pt x="1527479" y="1025029"/>
                  </a:moveTo>
                  <a:lnTo>
                    <a:pt x="1522793" y="1000074"/>
                  </a:lnTo>
                  <a:lnTo>
                    <a:pt x="1497825" y="1004760"/>
                  </a:lnTo>
                  <a:lnTo>
                    <a:pt x="1502524" y="1029716"/>
                  </a:lnTo>
                  <a:lnTo>
                    <a:pt x="1527479" y="1025029"/>
                  </a:lnTo>
                  <a:close/>
                </a:path>
                <a:path w="8822055" h="1311275">
                  <a:moveTo>
                    <a:pt x="1577403" y="1015657"/>
                  </a:moveTo>
                  <a:lnTo>
                    <a:pt x="1572717" y="990701"/>
                  </a:lnTo>
                  <a:lnTo>
                    <a:pt x="1547761" y="995387"/>
                  </a:lnTo>
                  <a:lnTo>
                    <a:pt x="1552448" y="1020343"/>
                  </a:lnTo>
                  <a:lnTo>
                    <a:pt x="1577403" y="1015657"/>
                  </a:lnTo>
                  <a:close/>
                </a:path>
                <a:path w="8822055" h="1311275">
                  <a:moveTo>
                    <a:pt x="1627339" y="1006284"/>
                  </a:moveTo>
                  <a:lnTo>
                    <a:pt x="1622653" y="981329"/>
                  </a:lnTo>
                  <a:lnTo>
                    <a:pt x="1597685" y="986015"/>
                  </a:lnTo>
                  <a:lnTo>
                    <a:pt x="1602371" y="1010970"/>
                  </a:lnTo>
                  <a:lnTo>
                    <a:pt x="1627339" y="1006284"/>
                  </a:lnTo>
                  <a:close/>
                </a:path>
                <a:path w="8822055" h="1311275">
                  <a:moveTo>
                    <a:pt x="1677263" y="996911"/>
                  </a:moveTo>
                  <a:lnTo>
                    <a:pt x="1672577" y="971956"/>
                  </a:lnTo>
                  <a:lnTo>
                    <a:pt x="1647609" y="976642"/>
                  </a:lnTo>
                  <a:lnTo>
                    <a:pt x="1652295" y="1001598"/>
                  </a:lnTo>
                  <a:lnTo>
                    <a:pt x="1677263" y="996911"/>
                  </a:lnTo>
                  <a:close/>
                </a:path>
                <a:path w="8822055" h="1311275">
                  <a:moveTo>
                    <a:pt x="1727187" y="987539"/>
                  </a:moveTo>
                  <a:lnTo>
                    <a:pt x="1722501" y="962571"/>
                  </a:lnTo>
                  <a:lnTo>
                    <a:pt x="1697545" y="967257"/>
                  </a:lnTo>
                  <a:lnTo>
                    <a:pt x="1702231" y="992225"/>
                  </a:lnTo>
                  <a:lnTo>
                    <a:pt x="1727187" y="987539"/>
                  </a:lnTo>
                  <a:close/>
                </a:path>
                <a:path w="8822055" h="1311275">
                  <a:moveTo>
                    <a:pt x="1777123" y="978166"/>
                  </a:moveTo>
                  <a:lnTo>
                    <a:pt x="1772437" y="953198"/>
                  </a:lnTo>
                  <a:lnTo>
                    <a:pt x="1747469" y="957884"/>
                  </a:lnTo>
                  <a:lnTo>
                    <a:pt x="1752155" y="982853"/>
                  </a:lnTo>
                  <a:lnTo>
                    <a:pt x="1777123" y="978166"/>
                  </a:lnTo>
                  <a:close/>
                </a:path>
                <a:path w="8822055" h="1311275">
                  <a:moveTo>
                    <a:pt x="1827047" y="968794"/>
                  </a:moveTo>
                  <a:lnTo>
                    <a:pt x="1822361" y="943825"/>
                  </a:lnTo>
                  <a:lnTo>
                    <a:pt x="1797392" y="948512"/>
                  </a:lnTo>
                  <a:lnTo>
                    <a:pt x="1802079" y="973480"/>
                  </a:lnTo>
                  <a:lnTo>
                    <a:pt x="1827047" y="968794"/>
                  </a:lnTo>
                  <a:close/>
                </a:path>
                <a:path w="8822055" h="1311275">
                  <a:moveTo>
                    <a:pt x="1876971" y="959421"/>
                  </a:moveTo>
                  <a:lnTo>
                    <a:pt x="1872284" y="934453"/>
                  </a:lnTo>
                  <a:lnTo>
                    <a:pt x="1847329" y="939139"/>
                  </a:lnTo>
                  <a:lnTo>
                    <a:pt x="1852015" y="964107"/>
                  </a:lnTo>
                  <a:lnTo>
                    <a:pt x="1876971" y="959421"/>
                  </a:lnTo>
                  <a:close/>
                </a:path>
                <a:path w="8822055" h="1311275">
                  <a:moveTo>
                    <a:pt x="1926907" y="950048"/>
                  </a:moveTo>
                  <a:lnTo>
                    <a:pt x="1922221" y="925080"/>
                  </a:lnTo>
                  <a:lnTo>
                    <a:pt x="1897253" y="929767"/>
                  </a:lnTo>
                  <a:lnTo>
                    <a:pt x="1901939" y="954735"/>
                  </a:lnTo>
                  <a:lnTo>
                    <a:pt x="1926907" y="950048"/>
                  </a:lnTo>
                  <a:close/>
                </a:path>
                <a:path w="8822055" h="1311275">
                  <a:moveTo>
                    <a:pt x="1976831" y="940676"/>
                  </a:moveTo>
                  <a:lnTo>
                    <a:pt x="1972144" y="915708"/>
                  </a:lnTo>
                  <a:lnTo>
                    <a:pt x="1947176" y="920394"/>
                  </a:lnTo>
                  <a:lnTo>
                    <a:pt x="1951863" y="945362"/>
                  </a:lnTo>
                  <a:lnTo>
                    <a:pt x="1976831" y="940676"/>
                  </a:lnTo>
                  <a:close/>
                </a:path>
                <a:path w="8822055" h="1311275">
                  <a:moveTo>
                    <a:pt x="2026754" y="931303"/>
                  </a:moveTo>
                  <a:lnTo>
                    <a:pt x="2022068" y="906335"/>
                  </a:lnTo>
                  <a:lnTo>
                    <a:pt x="1997113" y="911021"/>
                  </a:lnTo>
                  <a:lnTo>
                    <a:pt x="2001799" y="935990"/>
                  </a:lnTo>
                  <a:lnTo>
                    <a:pt x="2026754" y="931303"/>
                  </a:lnTo>
                  <a:close/>
                </a:path>
                <a:path w="8822055" h="1311275">
                  <a:moveTo>
                    <a:pt x="2076691" y="921931"/>
                  </a:moveTo>
                  <a:lnTo>
                    <a:pt x="2072005" y="896962"/>
                  </a:lnTo>
                  <a:lnTo>
                    <a:pt x="2047036" y="901649"/>
                  </a:lnTo>
                  <a:lnTo>
                    <a:pt x="2051723" y="926617"/>
                  </a:lnTo>
                  <a:lnTo>
                    <a:pt x="2076691" y="921931"/>
                  </a:lnTo>
                  <a:close/>
                </a:path>
                <a:path w="8822055" h="1311275">
                  <a:moveTo>
                    <a:pt x="2126615" y="912558"/>
                  </a:moveTo>
                  <a:lnTo>
                    <a:pt x="2121928" y="887590"/>
                  </a:lnTo>
                  <a:lnTo>
                    <a:pt x="2096960" y="892276"/>
                  </a:lnTo>
                  <a:lnTo>
                    <a:pt x="2101646" y="917244"/>
                  </a:lnTo>
                  <a:lnTo>
                    <a:pt x="2126615" y="912558"/>
                  </a:lnTo>
                  <a:close/>
                </a:path>
                <a:path w="8822055" h="1311275">
                  <a:moveTo>
                    <a:pt x="2176538" y="903173"/>
                  </a:moveTo>
                  <a:lnTo>
                    <a:pt x="2171852" y="878217"/>
                  </a:lnTo>
                  <a:lnTo>
                    <a:pt x="2146897" y="882904"/>
                  </a:lnTo>
                  <a:lnTo>
                    <a:pt x="2151583" y="907859"/>
                  </a:lnTo>
                  <a:lnTo>
                    <a:pt x="2176538" y="903173"/>
                  </a:lnTo>
                  <a:close/>
                </a:path>
                <a:path w="8822055" h="1311275">
                  <a:moveTo>
                    <a:pt x="2226475" y="893800"/>
                  </a:moveTo>
                  <a:lnTo>
                    <a:pt x="2221788" y="868845"/>
                  </a:lnTo>
                  <a:lnTo>
                    <a:pt x="2196820" y="873531"/>
                  </a:lnTo>
                  <a:lnTo>
                    <a:pt x="2201507" y="898486"/>
                  </a:lnTo>
                  <a:lnTo>
                    <a:pt x="2226475" y="893800"/>
                  </a:lnTo>
                  <a:close/>
                </a:path>
                <a:path w="8822055" h="1311275">
                  <a:moveTo>
                    <a:pt x="2276398" y="884428"/>
                  </a:moveTo>
                  <a:lnTo>
                    <a:pt x="2271712" y="859472"/>
                  </a:lnTo>
                  <a:lnTo>
                    <a:pt x="2246744" y="864158"/>
                  </a:lnTo>
                  <a:lnTo>
                    <a:pt x="2251430" y="889114"/>
                  </a:lnTo>
                  <a:lnTo>
                    <a:pt x="2276398" y="884428"/>
                  </a:lnTo>
                  <a:close/>
                </a:path>
                <a:path w="8822055" h="1311275">
                  <a:moveTo>
                    <a:pt x="2326322" y="875055"/>
                  </a:moveTo>
                  <a:lnTo>
                    <a:pt x="2321636" y="850099"/>
                  </a:lnTo>
                  <a:lnTo>
                    <a:pt x="2296668" y="854786"/>
                  </a:lnTo>
                  <a:lnTo>
                    <a:pt x="2301367" y="879741"/>
                  </a:lnTo>
                  <a:lnTo>
                    <a:pt x="2326322" y="875055"/>
                  </a:lnTo>
                  <a:close/>
                </a:path>
                <a:path w="8822055" h="1311275">
                  <a:moveTo>
                    <a:pt x="2376246" y="865682"/>
                  </a:moveTo>
                  <a:lnTo>
                    <a:pt x="2371560" y="840714"/>
                  </a:lnTo>
                  <a:lnTo>
                    <a:pt x="2346604" y="845413"/>
                  </a:lnTo>
                  <a:lnTo>
                    <a:pt x="2351290" y="870369"/>
                  </a:lnTo>
                  <a:lnTo>
                    <a:pt x="2376246" y="865682"/>
                  </a:lnTo>
                  <a:close/>
                </a:path>
                <a:path w="8822055" h="1311275">
                  <a:moveTo>
                    <a:pt x="2426182" y="856310"/>
                  </a:moveTo>
                  <a:lnTo>
                    <a:pt x="2421496" y="831342"/>
                  </a:lnTo>
                  <a:lnTo>
                    <a:pt x="2396528" y="836028"/>
                  </a:lnTo>
                  <a:lnTo>
                    <a:pt x="2401214" y="860996"/>
                  </a:lnTo>
                  <a:lnTo>
                    <a:pt x="2426182" y="856310"/>
                  </a:lnTo>
                  <a:close/>
                </a:path>
                <a:path w="8822055" h="1311275">
                  <a:moveTo>
                    <a:pt x="2476106" y="846937"/>
                  </a:moveTo>
                  <a:lnTo>
                    <a:pt x="2471420" y="821969"/>
                  </a:lnTo>
                  <a:lnTo>
                    <a:pt x="2446451" y="826655"/>
                  </a:lnTo>
                  <a:lnTo>
                    <a:pt x="2451138" y="851623"/>
                  </a:lnTo>
                  <a:lnTo>
                    <a:pt x="2476106" y="846937"/>
                  </a:lnTo>
                  <a:close/>
                </a:path>
                <a:path w="8822055" h="1311275">
                  <a:moveTo>
                    <a:pt x="2526030" y="837565"/>
                  </a:moveTo>
                  <a:lnTo>
                    <a:pt x="2521343" y="812596"/>
                  </a:lnTo>
                  <a:lnTo>
                    <a:pt x="2496388" y="817283"/>
                  </a:lnTo>
                  <a:lnTo>
                    <a:pt x="2501074" y="842251"/>
                  </a:lnTo>
                  <a:lnTo>
                    <a:pt x="2526030" y="837565"/>
                  </a:lnTo>
                  <a:close/>
                </a:path>
                <a:path w="8822055" h="1311275">
                  <a:moveTo>
                    <a:pt x="2575966" y="828192"/>
                  </a:moveTo>
                  <a:lnTo>
                    <a:pt x="2571280" y="803224"/>
                  </a:lnTo>
                  <a:lnTo>
                    <a:pt x="2546312" y="807910"/>
                  </a:lnTo>
                  <a:lnTo>
                    <a:pt x="2550998" y="832878"/>
                  </a:lnTo>
                  <a:lnTo>
                    <a:pt x="2575966" y="828192"/>
                  </a:lnTo>
                  <a:close/>
                </a:path>
                <a:path w="8822055" h="1311275">
                  <a:moveTo>
                    <a:pt x="2625890" y="818819"/>
                  </a:moveTo>
                  <a:lnTo>
                    <a:pt x="2621203" y="793851"/>
                  </a:lnTo>
                  <a:lnTo>
                    <a:pt x="2596235" y="798537"/>
                  </a:lnTo>
                  <a:lnTo>
                    <a:pt x="2600922" y="823506"/>
                  </a:lnTo>
                  <a:lnTo>
                    <a:pt x="2625890" y="818819"/>
                  </a:lnTo>
                  <a:close/>
                </a:path>
                <a:path w="8822055" h="1311275">
                  <a:moveTo>
                    <a:pt x="2675813" y="809447"/>
                  </a:moveTo>
                  <a:lnTo>
                    <a:pt x="2671127" y="784479"/>
                  </a:lnTo>
                  <a:lnTo>
                    <a:pt x="2646172" y="789165"/>
                  </a:lnTo>
                  <a:lnTo>
                    <a:pt x="2650858" y="814133"/>
                  </a:lnTo>
                  <a:lnTo>
                    <a:pt x="2675813" y="809447"/>
                  </a:lnTo>
                  <a:close/>
                </a:path>
                <a:path w="8822055" h="1311275">
                  <a:moveTo>
                    <a:pt x="2725750" y="800074"/>
                  </a:moveTo>
                  <a:lnTo>
                    <a:pt x="2721064" y="775106"/>
                  </a:lnTo>
                  <a:lnTo>
                    <a:pt x="2696095" y="779792"/>
                  </a:lnTo>
                  <a:lnTo>
                    <a:pt x="2700782" y="804760"/>
                  </a:lnTo>
                  <a:lnTo>
                    <a:pt x="2725750" y="800074"/>
                  </a:lnTo>
                  <a:close/>
                </a:path>
                <a:path w="8822055" h="1311275">
                  <a:moveTo>
                    <a:pt x="2775674" y="790702"/>
                  </a:moveTo>
                  <a:lnTo>
                    <a:pt x="2770987" y="765733"/>
                  </a:lnTo>
                  <a:lnTo>
                    <a:pt x="2746019" y="770420"/>
                  </a:lnTo>
                  <a:lnTo>
                    <a:pt x="2750705" y="795388"/>
                  </a:lnTo>
                  <a:lnTo>
                    <a:pt x="2775674" y="790702"/>
                  </a:lnTo>
                  <a:close/>
                </a:path>
                <a:path w="8822055" h="1311275">
                  <a:moveTo>
                    <a:pt x="2825597" y="781316"/>
                  </a:moveTo>
                  <a:lnTo>
                    <a:pt x="2820911" y="756361"/>
                  </a:lnTo>
                  <a:lnTo>
                    <a:pt x="2795955" y="761047"/>
                  </a:lnTo>
                  <a:lnTo>
                    <a:pt x="2800642" y="786003"/>
                  </a:lnTo>
                  <a:lnTo>
                    <a:pt x="2825597" y="781316"/>
                  </a:lnTo>
                  <a:close/>
                </a:path>
                <a:path w="8822055" h="1311275">
                  <a:moveTo>
                    <a:pt x="2875534" y="771944"/>
                  </a:moveTo>
                  <a:lnTo>
                    <a:pt x="2870847" y="746988"/>
                  </a:lnTo>
                  <a:lnTo>
                    <a:pt x="2845879" y="751674"/>
                  </a:lnTo>
                  <a:lnTo>
                    <a:pt x="2850565" y="776630"/>
                  </a:lnTo>
                  <a:lnTo>
                    <a:pt x="2875534" y="771944"/>
                  </a:lnTo>
                  <a:close/>
                </a:path>
                <a:path w="8822055" h="1311275">
                  <a:moveTo>
                    <a:pt x="2925457" y="762571"/>
                  </a:moveTo>
                  <a:lnTo>
                    <a:pt x="2920771" y="737616"/>
                  </a:lnTo>
                  <a:lnTo>
                    <a:pt x="2895803" y="742302"/>
                  </a:lnTo>
                  <a:lnTo>
                    <a:pt x="2900489" y="767257"/>
                  </a:lnTo>
                  <a:lnTo>
                    <a:pt x="2925457" y="762571"/>
                  </a:lnTo>
                  <a:close/>
                </a:path>
                <a:path w="8822055" h="1311275">
                  <a:moveTo>
                    <a:pt x="3017659" y="732345"/>
                  </a:moveTo>
                  <a:lnTo>
                    <a:pt x="3003778" y="727392"/>
                  </a:lnTo>
                  <a:lnTo>
                    <a:pt x="2907449" y="693051"/>
                  </a:lnTo>
                  <a:lnTo>
                    <a:pt x="2900184" y="696493"/>
                  </a:lnTo>
                  <a:lnTo>
                    <a:pt x="2895473" y="709714"/>
                  </a:lnTo>
                  <a:lnTo>
                    <a:pt x="2898927" y="716978"/>
                  </a:lnTo>
                  <a:lnTo>
                    <a:pt x="2945879" y="733717"/>
                  </a:lnTo>
                  <a:lnTo>
                    <a:pt x="2950273" y="757097"/>
                  </a:lnTo>
                  <a:lnTo>
                    <a:pt x="2912580" y="789736"/>
                  </a:lnTo>
                  <a:lnTo>
                    <a:pt x="2912008" y="797750"/>
                  </a:lnTo>
                  <a:lnTo>
                    <a:pt x="2921190" y="808355"/>
                  </a:lnTo>
                  <a:lnTo>
                    <a:pt x="2929204" y="808939"/>
                  </a:lnTo>
                  <a:lnTo>
                    <a:pt x="2988157" y="757885"/>
                  </a:lnTo>
                  <a:lnTo>
                    <a:pt x="2998470" y="748957"/>
                  </a:lnTo>
                  <a:lnTo>
                    <a:pt x="3017659" y="732345"/>
                  </a:lnTo>
                  <a:close/>
                </a:path>
                <a:path w="8822055" h="1311275">
                  <a:moveTo>
                    <a:pt x="3280181" y="673277"/>
                  </a:moveTo>
                  <a:lnTo>
                    <a:pt x="3277387" y="648030"/>
                  </a:lnTo>
                  <a:lnTo>
                    <a:pt x="3252152" y="650824"/>
                  </a:lnTo>
                  <a:lnTo>
                    <a:pt x="3254933" y="676071"/>
                  </a:lnTo>
                  <a:lnTo>
                    <a:pt x="3280181" y="673277"/>
                  </a:lnTo>
                  <a:close/>
                </a:path>
                <a:path w="8822055" h="1311275">
                  <a:moveTo>
                    <a:pt x="3330676" y="667689"/>
                  </a:moveTo>
                  <a:lnTo>
                    <a:pt x="3327882" y="642442"/>
                  </a:lnTo>
                  <a:lnTo>
                    <a:pt x="3302635" y="645236"/>
                  </a:lnTo>
                  <a:lnTo>
                    <a:pt x="3305429" y="670483"/>
                  </a:lnTo>
                  <a:lnTo>
                    <a:pt x="3330676" y="667689"/>
                  </a:lnTo>
                  <a:close/>
                </a:path>
                <a:path w="8822055" h="1311275">
                  <a:moveTo>
                    <a:pt x="3381171" y="662101"/>
                  </a:moveTo>
                  <a:lnTo>
                    <a:pt x="3378377" y="636866"/>
                  </a:lnTo>
                  <a:lnTo>
                    <a:pt x="3353130" y="639648"/>
                  </a:lnTo>
                  <a:lnTo>
                    <a:pt x="3355924" y="664895"/>
                  </a:lnTo>
                  <a:lnTo>
                    <a:pt x="3381171" y="662101"/>
                  </a:lnTo>
                  <a:close/>
                </a:path>
                <a:path w="8822055" h="1311275">
                  <a:moveTo>
                    <a:pt x="3431667" y="656526"/>
                  </a:moveTo>
                  <a:lnTo>
                    <a:pt x="3428873" y="631278"/>
                  </a:lnTo>
                  <a:lnTo>
                    <a:pt x="3403625" y="634072"/>
                  </a:lnTo>
                  <a:lnTo>
                    <a:pt x="3406419" y="659320"/>
                  </a:lnTo>
                  <a:lnTo>
                    <a:pt x="3431667" y="656526"/>
                  </a:lnTo>
                  <a:close/>
                </a:path>
                <a:path w="8822055" h="1311275">
                  <a:moveTo>
                    <a:pt x="3482149" y="650938"/>
                  </a:moveTo>
                  <a:lnTo>
                    <a:pt x="3479355" y="625690"/>
                  </a:lnTo>
                  <a:lnTo>
                    <a:pt x="3454120" y="628484"/>
                  </a:lnTo>
                  <a:lnTo>
                    <a:pt x="3456902" y="653732"/>
                  </a:lnTo>
                  <a:lnTo>
                    <a:pt x="3482149" y="650938"/>
                  </a:lnTo>
                  <a:close/>
                </a:path>
                <a:path w="8822055" h="1311275">
                  <a:moveTo>
                    <a:pt x="3532644" y="645350"/>
                  </a:moveTo>
                  <a:lnTo>
                    <a:pt x="3529850" y="620102"/>
                  </a:lnTo>
                  <a:lnTo>
                    <a:pt x="3504603" y="622896"/>
                  </a:lnTo>
                  <a:lnTo>
                    <a:pt x="3507397" y="648144"/>
                  </a:lnTo>
                  <a:lnTo>
                    <a:pt x="3532644" y="645350"/>
                  </a:lnTo>
                  <a:close/>
                </a:path>
                <a:path w="8822055" h="1311275">
                  <a:moveTo>
                    <a:pt x="3583140" y="639762"/>
                  </a:moveTo>
                  <a:lnTo>
                    <a:pt x="3580346" y="614514"/>
                  </a:lnTo>
                  <a:lnTo>
                    <a:pt x="3555098" y="617308"/>
                  </a:lnTo>
                  <a:lnTo>
                    <a:pt x="3557892" y="642556"/>
                  </a:lnTo>
                  <a:lnTo>
                    <a:pt x="3583140" y="639762"/>
                  </a:lnTo>
                  <a:close/>
                </a:path>
                <a:path w="8822055" h="1311275">
                  <a:moveTo>
                    <a:pt x="3633635" y="634187"/>
                  </a:moveTo>
                  <a:lnTo>
                    <a:pt x="3630841" y="608939"/>
                  </a:lnTo>
                  <a:lnTo>
                    <a:pt x="3605593" y="611733"/>
                  </a:lnTo>
                  <a:lnTo>
                    <a:pt x="3608387" y="636968"/>
                  </a:lnTo>
                  <a:lnTo>
                    <a:pt x="3633635" y="634187"/>
                  </a:lnTo>
                  <a:close/>
                </a:path>
                <a:path w="8822055" h="1311275">
                  <a:moveTo>
                    <a:pt x="3684117" y="628599"/>
                  </a:moveTo>
                  <a:lnTo>
                    <a:pt x="3681323" y="603351"/>
                  </a:lnTo>
                  <a:lnTo>
                    <a:pt x="3656088" y="606145"/>
                  </a:lnTo>
                  <a:lnTo>
                    <a:pt x="3658870" y="631393"/>
                  </a:lnTo>
                  <a:lnTo>
                    <a:pt x="3684117" y="628599"/>
                  </a:lnTo>
                  <a:close/>
                </a:path>
                <a:path w="8822055" h="1311275">
                  <a:moveTo>
                    <a:pt x="3734612" y="623011"/>
                  </a:moveTo>
                  <a:lnTo>
                    <a:pt x="3731818" y="597763"/>
                  </a:lnTo>
                  <a:lnTo>
                    <a:pt x="3706571" y="600557"/>
                  </a:lnTo>
                  <a:lnTo>
                    <a:pt x="3709365" y="625805"/>
                  </a:lnTo>
                  <a:lnTo>
                    <a:pt x="3734612" y="623011"/>
                  </a:lnTo>
                  <a:close/>
                </a:path>
                <a:path w="8822055" h="1311275">
                  <a:moveTo>
                    <a:pt x="3785108" y="617423"/>
                  </a:moveTo>
                  <a:lnTo>
                    <a:pt x="3782314" y="592175"/>
                  </a:lnTo>
                  <a:lnTo>
                    <a:pt x="3757066" y="594969"/>
                  </a:lnTo>
                  <a:lnTo>
                    <a:pt x="3759860" y="620217"/>
                  </a:lnTo>
                  <a:lnTo>
                    <a:pt x="3785108" y="617423"/>
                  </a:lnTo>
                  <a:close/>
                </a:path>
                <a:path w="8822055" h="1311275">
                  <a:moveTo>
                    <a:pt x="3835603" y="611835"/>
                  </a:moveTo>
                  <a:lnTo>
                    <a:pt x="3832809" y="586600"/>
                  </a:lnTo>
                  <a:lnTo>
                    <a:pt x="3807561" y="589381"/>
                  </a:lnTo>
                  <a:lnTo>
                    <a:pt x="3810355" y="614629"/>
                  </a:lnTo>
                  <a:lnTo>
                    <a:pt x="3835603" y="611835"/>
                  </a:lnTo>
                  <a:close/>
                </a:path>
                <a:path w="8822055" h="1311275">
                  <a:moveTo>
                    <a:pt x="3886085" y="606259"/>
                  </a:moveTo>
                  <a:lnTo>
                    <a:pt x="3883291" y="581012"/>
                  </a:lnTo>
                  <a:lnTo>
                    <a:pt x="3858056" y="583806"/>
                  </a:lnTo>
                  <a:lnTo>
                    <a:pt x="3860838" y="609053"/>
                  </a:lnTo>
                  <a:lnTo>
                    <a:pt x="3886085" y="606259"/>
                  </a:lnTo>
                  <a:close/>
                </a:path>
                <a:path w="8822055" h="1311275">
                  <a:moveTo>
                    <a:pt x="3936581" y="600671"/>
                  </a:moveTo>
                  <a:lnTo>
                    <a:pt x="3933787" y="575424"/>
                  </a:lnTo>
                  <a:lnTo>
                    <a:pt x="3908539" y="578218"/>
                  </a:lnTo>
                  <a:lnTo>
                    <a:pt x="3911333" y="603465"/>
                  </a:lnTo>
                  <a:lnTo>
                    <a:pt x="3936581" y="600671"/>
                  </a:lnTo>
                  <a:close/>
                </a:path>
                <a:path w="8822055" h="1311275">
                  <a:moveTo>
                    <a:pt x="3987076" y="595083"/>
                  </a:moveTo>
                  <a:lnTo>
                    <a:pt x="3984282" y="569836"/>
                  </a:lnTo>
                  <a:lnTo>
                    <a:pt x="3959034" y="572630"/>
                  </a:lnTo>
                  <a:lnTo>
                    <a:pt x="3961828" y="597877"/>
                  </a:lnTo>
                  <a:lnTo>
                    <a:pt x="3987076" y="595083"/>
                  </a:lnTo>
                  <a:close/>
                </a:path>
                <a:path w="8822055" h="1311275">
                  <a:moveTo>
                    <a:pt x="4037571" y="589495"/>
                  </a:moveTo>
                  <a:lnTo>
                    <a:pt x="4034777" y="564248"/>
                  </a:lnTo>
                  <a:lnTo>
                    <a:pt x="4009529" y="567042"/>
                  </a:lnTo>
                  <a:lnTo>
                    <a:pt x="4012323" y="592289"/>
                  </a:lnTo>
                  <a:lnTo>
                    <a:pt x="4037571" y="589495"/>
                  </a:lnTo>
                  <a:close/>
                </a:path>
                <a:path w="8822055" h="1311275">
                  <a:moveTo>
                    <a:pt x="4088053" y="583907"/>
                  </a:moveTo>
                  <a:lnTo>
                    <a:pt x="4085259" y="558673"/>
                  </a:lnTo>
                  <a:lnTo>
                    <a:pt x="4060025" y="561467"/>
                  </a:lnTo>
                  <a:lnTo>
                    <a:pt x="4062806" y="586701"/>
                  </a:lnTo>
                  <a:lnTo>
                    <a:pt x="4088053" y="583907"/>
                  </a:lnTo>
                  <a:close/>
                </a:path>
                <a:path w="8822055" h="1311275">
                  <a:moveTo>
                    <a:pt x="4138549" y="578332"/>
                  </a:moveTo>
                  <a:lnTo>
                    <a:pt x="4135755" y="553085"/>
                  </a:lnTo>
                  <a:lnTo>
                    <a:pt x="4110507" y="555879"/>
                  </a:lnTo>
                  <a:lnTo>
                    <a:pt x="4113301" y="581126"/>
                  </a:lnTo>
                  <a:lnTo>
                    <a:pt x="4138549" y="578332"/>
                  </a:lnTo>
                  <a:close/>
                </a:path>
                <a:path w="8822055" h="1311275">
                  <a:moveTo>
                    <a:pt x="4189044" y="572744"/>
                  </a:moveTo>
                  <a:lnTo>
                    <a:pt x="4186250" y="547497"/>
                  </a:lnTo>
                  <a:lnTo>
                    <a:pt x="4161002" y="550291"/>
                  </a:lnTo>
                  <a:lnTo>
                    <a:pt x="4163796" y="575538"/>
                  </a:lnTo>
                  <a:lnTo>
                    <a:pt x="4189044" y="572744"/>
                  </a:lnTo>
                  <a:close/>
                </a:path>
                <a:path w="8822055" h="1311275">
                  <a:moveTo>
                    <a:pt x="4239539" y="567156"/>
                  </a:moveTo>
                  <a:lnTo>
                    <a:pt x="4236745" y="541909"/>
                  </a:lnTo>
                  <a:lnTo>
                    <a:pt x="4211498" y="544703"/>
                  </a:lnTo>
                  <a:lnTo>
                    <a:pt x="4214292" y="569950"/>
                  </a:lnTo>
                  <a:lnTo>
                    <a:pt x="4239539" y="567156"/>
                  </a:lnTo>
                  <a:close/>
                </a:path>
                <a:path w="8822055" h="1311275">
                  <a:moveTo>
                    <a:pt x="4290022" y="561568"/>
                  </a:moveTo>
                  <a:lnTo>
                    <a:pt x="4287228" y="536321"/>
                  </a:lnTo>
                  <a:lnTo>
                    <a:pt x="4261993" y="539115"/>
                  </a:lnTo>
                  <a:lnTo>
                    <a:pt x="4264774" y="564362"/>
                  </a:lnTo>
                  <a:lnTo>
                    <a:pt x="4290022" y="561568"/>
                  </a:lnTo>
                  <a:close/>
                </a:path>
                <a:path w="8822055" h="1311275">
                  <a:moveTo>
                    <a:pt x="4340517" y="555993"/>
                  </a:moveTo>
                  <a:lnTo>
                    <a:pt x="4337723" y="530745"/>
                  </a:lnTo>
                  <a:lnTo>
                    <a:pt x="4312475" y="533539"/>
                  </a:lnTo>
                  <a:lnTo>
                    <a:pt x="4315269" y="558774"/>
                  </a:lnTo>
                  <a:lnTo>
                    <a:pt x="4340517" y="555993"/>
                  </a:lnTo>
                  <a:close/>
                </a:path>
                <a:path w="8822055" h="1311275">
                  <a:moveTo>
                    <a:pt x="4391012" y="550405"/>
                  </a:moveTo>
                  <a:lnTo>
                    <a:pt x="4388218" y="525157"/>
                  </a:lnTo>
                  <a:lnTo>
                    <a:pt x="4362970" y="527951"/>
                  </a:lnTo>
                  <a:lnTo>
                    <a:pt x="4365764" y="553199"/>
                  </a:lnTo>
                  <a:lnTo>
                    <a:pt x="4391012" y="550405"/>
                  </a:lnTo>
                  <a:close/>
                </a:path>
                <a:path w="8822055" h="1311275">
                  <a:moveTo>
                    <a:pt x="4441507" y="544817"/>
                  </a:moveTo>
                  <a:lnTo>
                    <a:pt x="4438713" y="519569"/>
                  </a:lnTo>
                  <a:lnTo>
                    <a:pt x="4413466" y="522363"/>
                  </a:lnTo>
                  <a:lnTo>
                    <a:pt x="4416260" y="547611"/>
                  </a:lnTo>
                  <a:lnTo>
                    <a:pt x="4441507" y="544817"/>
                  </a:lnTo>
                  <a:close/>
                </a:path>
                <a:path w="8822055" h="1311275">
                  <a:moveTo>
                    <a:pt x="4491990" y="539229"/>
                  </a:moveTo>
                  <a:lnTo>
                    <a:pt x="4489196" y="513981"/>
                  </a:lnTo>
                  <a:lnTo>
                    <a:pt x="4463948" y="516775"/>
                  </a:lnTo>
                  <a:lnTo>
                    <a:pt x="4466742" y="542023"/>
                  </a:lnTo>
                  <a:lnTo>
                    <a:pt x="4491990" y="539229"/>
                  </a:lnTo>
                  <a:close/>
                </a:path>
                <a:path w="8822055" h="1311275">
                  <a:moveTo>
                    <a:pt x="4542485" y="533641"/>
                  </a:moveTo>
                  <a:lnTo>
                    <a:pt x="4539691" y="508406"/>
                  </a:lnTo>
                  <a:lnTo>
                    <a:pt x="4514443" y="511187"/>
                  </a:lnTo>
                  <a:lnTo>
                    <a:pt x="4517237" y="536435"/>
                  </a:lnTo>
                  <a:lnTo>
                    <a:pt x="4542485" y="533641"/>
                  </a:lnTo>
                  <a:close/>
                </a:path>
                <a:path w="8822055" h="1311275">
                  <a:moveTo>
                    <a:pt x="4592980" y="528066"/>
                  </a:moveTo>
                  <a:lnTo>
                    <a:pt x="4590186" y="502818"/>
                  </a:lnTo>
                  <a:lnTo>
                    <a:pt x="4564939" y="505612"/>
                  </a:lnTo>
                  <a:lnTo>
                    <a:pt x="4567733" y="530860"/>
                  </a:lnTo>
                  <a:lnTo>
                    <a:pt x="4592980" y="528066"/>
                  </a:lnTo>
                  <a:close/>
                </a:path>
                <a:path w="8822055" h="1311275">
                  <a:moveTo>
                    <a:pt x="4643475" y="522478"/>
                  </a:moveTo>
                  <a:lnTo>
                    <a:pt x="4640681" y="497230"/>
                  </a:lnTo>
                  <a:lnTo>
                    <a:pt x="4615434" y="500024"/>
                  </a:lnTo>
                  <a:lnTo>
                    <a:pt x="4618228" y="525272"/>
                  </a:lnTo>
                  <a:lnTo>
                    <a:pt x="4643475" y="522478"/>
                  </a:lnTo>
                  <a:close/>
                </a:path>
                <a:path w="8822055" h="1311275">
                  <a:moveTo>
                    <a:pt x="4693958" y="516890"/>
                  </a:moveTo>
                  <a:lnTo>
                    <a:pt x="4691164" y="491642"/>
                  </a:lnTo>
                  <a:lnTo>
                    <a:pt x="4665916" y="494436"/>
                  </a:lnTo>
                  <a:lnTo>
                    <a:pt x="4668710" y="519684"/>
                  </a:lnTo>
                  <a:lnTo>
                    <a:pt x="4693958" y="516890"/>
                  </a:lnTo>
                  <a:close/>
                </a:path>
                <a:path w="8822055" h="1311275">
                  <a:moveTo>
                    <a:pt x="4744453" y="511302"/>
                  </a:moveTo>
                  <a:lnTo>
                    <a:pt x="4741659" y="486054"/>
                  </a:lnTo>
                  <a:lnTo>
                    <a:pt x="4716411" y="488848"/>
                  </a:lnTo>
                  <a:lnTo>
                    <a:pt x="4719205" y="514096"/>
                  </a:lnTo>
                  <a:lnTo>
                    <a:pt x="4744453" y="511302"/>
                  </a:lnTo>
                  <a:close/>
                </a:path>
                <a:path w="8822055" h="1311275">
                  <a:moveTo>
                    <a:pt x="4794948" y="505726"/>
                  </a:moveTo>
                  <a:lnTo>
                    <a:pt x="4792154" y="480479"/>
                  </a:lnTo>
                  <a:lnTo>
                    <a:pt x="4766907" y="483273"/>
                  </a:lnTo>
                  <a:lnTo>
                    <a:pt x="4769701" y="508508"/>
                  </a:lnTo>
                  <a:lnTo>
                    <a:pt x="4794948" y="505726"/>
                  </a:lnTo>
                  <a:close/>
                </a:path>
                <a:path w="8822055" h="1311275">
                  <a:moveTo>
                    <a:pt x="4845443" y="500138"/>
                  </a:moveTo>
                  <a:lnTo>
                    <a:pt x="4842649" y="474891"/>
                  </a:lnTo>
                  <a:lnTo>
                    <a:pt x="4817402" y="477685"/>
                  </a:lnTo>
                  <a:lnTo>
                    <a:pt x="4820196" y="502932"/>
                  </a:lnTo>
                  <a:lnTo>
                    <a:pt x="4845443" y="500138"/>
                  </a:lnTo>
                  <a:close/>
                </a:path>
                <a:path w="8822055" h="1311275">
                  <a:moveTo>
                    <a:pt x="4895926" y="494550"/>
                  </a:moveTo>
                  <a:lnTo>
                    <a:pt x="4893132" y="469303"/>
                  </a:lnTo>
                  <a:lnTo>
                    <a:pt x="4867884" y="472097"/>
                  </a:lnTo>
                  <a:lnTo>
                    <a:pt x="4870678" y="497344"/>
                  </a:lnTo>
                  <a:lnTo>
                    <a:pt x="4895926" y="494550"/>
                  </a:lnTo>
                  <a:close/>
                </a:path>
                <a:path w="8822055" h="1311275">
                  <a:moveTo>
                    <a:pt x="4946421" y="488962"/>
                  </a:moveTo>
                  <a:lnTo>
                    <a:pt x="4943627" y="463715"/>
                  </a:lnTo>
                  <a:lnTo>
                    <a:pt x="4918380" y="466509"/>
                  </a:lnTo>
                  <a:lnTo>
                    <a:pt x="4921174" y="491756"/>
                  </a:lnTo>
                  <a:lnTo>
                    <a:pt x="4946421" y="488962"/>
                  </a:lnTo>
                  <a:close/>
                </a:path>
                <a:path w="8822055" h="1311275">
                  <a:moveTo>
                    <a:pt x="4996916" y="483374"/>
                  </a:moveTo>
                  <a:lnTo>
                    <a:pt x="4994122" y="458139"/>
                  </a:lnTo>
                  <a:lnTo>
                    <a:pt x="4968875" y="460921"/>
                  </a:lnTo>
                  <a:lnTo>
                    <a:pt x="4971669" y="486168"/>
                  </a:lnTo>
                  <a:lnTo>
                    <a:pt x="4996916" y="483374"/>
                  </a:lnTo>
                  <a:close/>
                </a:path>
                <a:path w="8822055" h="1311275">
                  <a:moveTo>
                    <a:pt x="5047399" y="477799"/>
                  </a:moveTo>
                  <a:lnTo>
                    <a:pt x="5044618" y="452551"/>
                  </a:lnTo>
                  <a:lnTo>
                    <a:pt x="5019370" y="455345"/>
                  </a:lnTo>
                  <a:lnTo>
                    <a:pt x="5022164" y="480580"/>
                  </a:lnTo>
                  <a:lnTo>
                    <a:pt x="5047399" y="477799"/>
                  </a:lnTo>
                  <a:close/>
                </a:path>
                <a:path w="8822055" h="1311275">
                  <a:moveTo>
                    <a:pt x="5097894" y="472211"/>
                  </a:moveTo>
                  <a:lnTo>
                    <a:pt x="5095100" y="446963"/>
                  </a:lnTo>
                  <a:lnTo>
                    <a:pt x="5069852" y="449757"/>
                  </a:lnTo>
                  <a:lnTo>
                    <a:pt x="5072646" y="475005"/>
                  </a:lnTo>
                  <a:lnTo>
                    <a:pt x="5097894" y="472211"/>
                  </a:lnTo>
                  <a:close/>
                </a:path>
                <a:path w="8822055" h="1311275">
                  <a:moveTo>
                    <a:pt x="5148389" y="466623"/>
                  </a:moveTo>
                  <a:lnTo>
                    <a:pt x="5145595" y="441375"/>
                  </a:lnTo>
                  <a:lnTo>
                    <a:pt x="5120348" y="444169"/>
                  </a:lnTo>
                  <a:lnTo>
                    <a:pt x="5123142" y="469417"/>
                  </a:lnTo>
                  <a:lnTo>
                    <a:pt x="5148389" y="466623"/>
                  </a:lnTo>
                  <a:close/>
                </a:path>
                <a:path w="8822055" h="1311275">
                  <a:moveTo>
                    <a:pt x="5198884" y="461035"/>
                  </a:moveTo>
                  <a:lnTo>
                    <a:pt x="5196090" y="435787"/>
                  </a:lnTo>
                  <a:lnTo>
                    <a:pt x="5170843" y="438581"/>
                  </a:lnTo>
                  <a:lnTo>
                    <a:pt x="5173637" y="463829"/>
                  </a:lnTo>
                  <a:lnTo>
                    <a:pt x="5198884" y="461035"/>
                  </a:lnTo>
                  <a:close/>
                </a:path>
                <a:path w="8822055" h="1311275">
                  <a:moveTo>
                    <a:pt x="5249367" y="455447"/>
                  </a:moveTo>
                  <a:lnTo>
                    <a:pt x="5246586" y="430212"/>
                  </a:lnTo>
                  <a:lnTo>
                    <a:pt x="5221338" y="432993"/>
                  </a:lnTo>
                  <a:lnTo>
                    <a:pt x="5224132" y="458241"/>
                  </a:lnTo>
                  <a:lnTo>
                    <a:pt x="5249367" y="455447"/>
                  </a:lnTo>
                  <a:close/>
                </a:path>
                <a:path w="8822055" h="1311275">
                  <a:moveTo>
                    <a:pt x="5299862" y="449872"/>
                  </a:moveTo>
                  <a:lnTo>
                    <a:pt x="5297068" y="424624"/>
                  </a:lnTo>
                  <a:lnTo>
                    <a:pt x="5271821" y="427418"/>
                  </a:lnTo>
                  <a:lnTo>
                    <a:pt x="5274615" y="452666"/>
                  </a:lnTo>
                  <a:lnTo>
                    <a:pt x="5299862" y="449872"/>
                  </a:lnTo>
                  <a:close/>
                </a:path>
                <a:path w="8822055" h="1311275">
                  <a:moveTo>
                    <a:pt x="5350357" y="444284"/>
                  </a:moveTo>
                  <a:lnTo>
                    <a:pt x="5347563" y="419036"/>
                  </a:lnTo>
                  <a:lnTo>
                    <a:pt x="5322316" y="421830"/>
                  </a:lnTo>
                  <a:lnTo>
                    <a:pt x="5325110" y="447078"/>
                  </a:lnTo>
                  <a:lnTo>
                    <a:pt x="5350357" y="444284"/>
                  </a:lnTo>
                  <a:close/>
                </a:path>
                <a:path w="8822055" h="1311275">
                  <a:moveTo>
                    <a:pt x="5400853" y="438696"/>
                  </a:moveTo>
                  <a:lnTo>
                    <a:pt x="5398059" y="413448"/>
                  </a:lnTo>
                  <a:lnTo>
                    <a:pt x="5372811" y="416242"/>
                  </a:lnTo>
                  <a:lnTo>
                    <a:pt x="5375605" y="441490"/>
                  </a:lnTo>
                  <a:lnTo>
                    <a:pt x="5400853" y="438696"/>
                  </a:lnTo>
                  <a:close/>
                </a:path>
                <a:path w="8822055" h="1311275">
                  <a:moveTo>
                    <a:pt x="5451335" y="433108"/>
                  </a:moveTo>
                  <a:lnTo>
                    <a:pt x="5448554" y="407860"/>
                  </a:lnTo>
                  <a:lnTo>
                    <a:pt x="5423306" y="410654"/>
                  </a:lnTo>
                  <a:lnTo>
                    <a:pt x="5426100" y="435902"/>
                  </a:lnTo>
                  <a:lnTo>
                    <a:pt x="5451335" y="433108"/>
                  </a:lnTo>
                  <a:close/>
                </a:path>
                <a:path w="8822055" h="1311275">
                  <a:moveTo>
                    <a:pt x="5501830" y="427532"/>
                  </a:moveTo>
                  <a:lnTo>
                    <a:pt x="5499036" y="402285"/>
                  </a:lnTo>
                  <a:lnTo>
                    <a:pt x="5473789" y="405079"/>
                  </a:lnTo>
                  <a:lnTo>
                    <a:pt x="5476583" y="430314"/>
                  </a:lnTo>
                  <a:lnTo>
                    <a:pt x="5501830" y="427532"/>
                  </a:lnTo>
                  <a:close/>
                </a:path>
                <a:path w="8822055" h="1311275">
                  <a:moveTo>
                    <a:pt x="5552325" y="421944"/>
                  </a:moveTo>
                  <a:lnTo>
                    <a:pt x="5549531" y="396697"/>
                  </a:lnTo>
                  <a:lnTo>
                    <a:pt x="5524284" y="399491"/>
                  </a:lnTo>
                  <a:lnTo>
                    <a:pt x="5527078" y="424738"/>
                  </a:lnTo>
                  <a:lnTo>
                    <a:pt x="5552325" y="421944"/>
                  </a:lnTo>
                  <a:close/>
                </a:path>
                <a:path w="8822055" h="1311275">
                  <a:moveTo>
                    <a:pt x="5602821" y="416356"/>
                  </a:moveTo>
                  <a:lnTo>
                    <a:pt x="5600027" y="391109"/>
                  </a:lnTo>
                  <a:lnTo>
                    <a:pt x="5574779" y="393903"/>
                  </a:lnTo>
                  <a:lnTo>
                    <a:pt x="5577573" y="419150"/>
                  </a:lnTo>
                  <a:lnTo>
                    <a:pt x="5602821" y="416356"/>
                  </a:lnTo>
                  <a:close/>
                </a:path>
                <a:path w="8822055" h="1311275">
                  <a:moveTo>
                    <a:pt x="5653303" y="410768"/>
                  </a:moveTo>
                  <a:lnTo>
                    <a:pt x="5650522" y="385521"/>
                  </a:lnTo>
                  <a:lnTo>
                    <a:pt x="5625274" y="388315"/>
                  </a:lnTo>
                  <a:lnTo>
                    <a:pt x="5628068" y="413562"/>
                  </a:lnTo>
                  <a:lnTo>
                    <a:pt x="5653303" y="410768"/>
                  </a:lnTo>
                  <a:close/>
                </a:path>
                <a:path w="8822055" h="1311275">
                  <a:moveTo>
                    <a:pt x="5703798" y="405180"/>
                  </a:moveTo>
                  <a:lnTo>
                    <a:pt x="5701004" y="379945"/>
                  </a:lnTo>
                  <a:lnTo>
                    <a:pt x="5675757" y="382727"/>
                  </a:lnTo>
                  <a:lnTo>
                    <a:pt x="5678551" y="407974"/>
                  </a:lnTo>
                  <a:lnTo>
                    <a:pt x="5703798" y="405180"/>
                  </a:lnTo>
                  <a:close/>
                </a:path>
                <a:path w="8822055" h="1311275">
                  <a:moveTo>
                    <a:pt x="5754294" y="399605"/>
                  </a:moveTo>
                  <a:lnTo>
                    <a:pt x="5751500" y="374357"/>
                  </a:lnTo>
                  <a:lnTo>
                    <a:pt x="5726252" y="377151"/>
                  </a:lnTo>
                  <a:lnTo>
                    <a:pt x="5729046" y="402399"/>
                  </a:lnTo>
                  <a:lnTo>
                    <a:pt x="5754294" y="399605"/>
                  </a:lnTo>
                  <a:close/>
                </a:path>
                <a:path w="8822055" h="1311275">
                  <a:moveTo>
                    <a:pt x="5804789" y="394017"/>
                  </a:moveTo>
                  <a:lnTo>
                    <a:pt x="5801995" y="368769"/>
                  </a:lnTo>
                  <a:lnTo>
                    <a:pt x="5776747" y="371563"/>
                  </a:lnTo>
                  <a:lnTo>
                    <a:pt x="5779541" y="396811"/>
                  </a:lnTo>
                  <a:lnTo>
                    <a:pt x="5804789" y="394017"/>
                  </a:lnTo>
                  <a:close/>
                </a:path>
                <a:path w="8822055" h="1311275">
                  <a:moveTo>
                    <a:pt x="5855271" y="388429"/>
                  </a:moveTo>
                  <a:lnTo>
                    <a:pt x="5852490" y="363181"/>
                  </a:lnTo>
                  <a:lnTo>
                    <a:pt x="5827242" y="365975"/>
                  </a:lnTo>
                  <a:lnTo>
                    <a:pt x="5830036" y="391223"/>
                  </a:lnTo>
                  <a:lnTo>
                    <a:pt x="5855271" y="388429"/>
                  </a:lnTo>
                  <a:close/>
                </a:path>
                <a:path w="8822055" h="1311275">
                  <a:moveTo>
                    <a:pt x="5905766" y="382841"/>
                  </a:moveTo>
                  <a:lnTo>
                    <a:pt x="5902972" y="357593"/>
                  </a:lnTo>
                  <a:lnTo>
                    <a:pt x="5877725" y="360387"/>
                  </a:lnTo>
                  <a:lnTo>
                    <a:pt x="5880519" y="385635"/>
                  </a:lnTo>
                  <a:lnTo>
                    <a:pt x="5905766" y="382841"/>
                  </a:lnTo>
                  <a:close/>
                </a:path>
                <a:path w="8822055" h="1311275">
                  <a:moveTo>
                    <a:pt x="5956262" y="377253"/>
                  </a:moveTo>
                  <a:lnTo>
                    <a:pt x="5953468" y="352018"/>
                  </a:lnTo>
                  <a:lnTo>
                    <a:pt x="5928220" y="354812"/>
                  </a:lnTo>
                  <a:lnTo>
                    <a:pt x="5931014" y="380047"/>
                  </a:lnTo>
                  <a:lnTo>
                    <a:pt x="5956262" y="377253"/>
                  </a:lnTo>
                  <a:close/>
                </a:path>
                <a:path w="8822055" h="1311275">
                  <a:moveTo>
                    <a:pt x="6006757" y="371678"/>
                  </a:moveTo>
                  <a:lnTo>
                    <a:pt x="6003963" y="346430"/>
                  </a:lnTo>
                  <a:lnTo>
                    <a:pt x="5978715" y="349224"/>
                  </a:lnTo>
                  <a:lnTo>
                    <a:pt x="5981509" y="374472"/>
                  </a:lnTo>
                  <a:lnTo>
                    <a:pt x="6006757" y="371678"/>
                  </a:lnTo>
                  <a:close/>
                </a:path>
                <a:path w="8822055" h="1311275">
                  <a:moveTo>
                    <a:pt x="6057239" y="366090"/>
                  </a:moveTo>
                  <a:lnTo>
                    <a:pt x="6054458" y="340842"/>
                  </a:lnTo>
                  <a:lnTo>
                    <a:pt x="6029210" y="343636"/>
                  </a:lnTo>
                  <a:lnTo>
                    <a:pt x="6032004" y="368884"/>
                  </a:lnTo>
                  <a:lnTo>
                    <a:pt x="6057239" y="366090"/>
                  </a:lnTo>
                  <a:close/>
                </a:path>
                <a:path w="8822055" h="1311275">
                  <a:moveTo>
                    <a:pt x="6107735" y="360502"/>
                  </a:moveTo>
                  <a:lnTo>
                    <a:pt x="6104941" y="335254"/>
                  </a:lnTo>
                  <a:lnTo>
                    <a:pt x="6079693" y="338048"/>
                  </a:lnTo>
                  <a:lnTo>
                    <a:pt x="6082487" y="363296"/>
                  </a:lnTo>
                  <a:lnTo>
                    <a:pt x="6107735" y="360502"/>
                  </a:lnTo>
                  <a:close/>
                </a:path>
                <a:path w="8822055" h="1311275">
                  <a:moveTo>
                    <a:pt x="6158230" y="354914"/>
                  </a:moveTo>
                  <a:lnTo>
                    <a:pt x="6155436" y="329666"/>
                  </a:lnTo>
                  <a:lnTo>
                    <a:pt x="6130188" y="332460"/>
                  </a:lnTo>
                  <a:lnTo>
                    <a:pt x="6132982" y="357708"/>
                  </a:lnTo>
                  <a:lnTo>
                    <a:pt x="6158230" y="354914"/>
                  </a:lnTo>
                  <a:close/>
                </a:path>
                <a:path w="8822055" h="1311275">
                  <a:moveTo>
                    <a:pt x="6208725" y="349338"/>
                  </a:moveTo>
                  <a:lnTo>
                    <a:pt x="6205931" y="324091"/>
                  </a:lnTo>
                  <a:lnTo>
                    <a:pt x="6180683" y="326885"/>
                  </a:lnTo>
                  <a:lnTo>
                    <a:pt x="6183477" y="352120"/>
                  </a:lnTo>
                  <a:lnTo>
                    <a:pt x="6208725" y="349338"/>
                  </a:lnTo>
                  <a:close/>
                </a:path>
                <a:path w="8822055" h="1311275">
                  <a:moveTo>
                    <a:pt x="6259207" y="343750"/>
                  </a:moveTo>
                  <a:lnTo>
                    <a:pt x="6256426" y="318503"/>
                  </a:lnTo>
                  <a:lnTo>
                    <a:pt x="6231179" y="321297"/>
                  </a:lnTo>
                  <a:lnTo>
                    <a:pt x="6233973" y="346544"/>
                  </a:lnTo>
                  <a:lnTo>
                    <a:pt x="6259207" y="343750"/>
                  </a:lnTo>
                  <a:close/>
                </a:path>
                <a:path w="8822055" h="1311275">
                  <a:moveTo>
                    <a:pt x="6309703" y="338162"/>
                  </a:moveTo>
                  <a:lnTo>
                    <a:pt x="6306909" y="312915"/>
                  </a:lnTo>
                  <a:lnTo>
                    <a:pt x="6281661" y="315709"/>
                  </a:lnTo>
                  <a:lnTo>
                    <a:pt x="6284455" y="340956"/>
                  </a:lnTo>
                  <a:lnTo>
                    <a:pt x="6309703" y="338162"/>
                  </a:lnTo>
                  <a:close/>
                </a:path>
                <a:path w="8822055" h="1311275">
                  <a:moveTo>
                    <a:pt x="6360198" y="332574"/>
                  </a:moveTo>
                  <a:lnTo>
                    <a:pt x="6357404" y="307327"/>
                  </a:lnTo>
                  <a:lnTo>
                    <a:pt x="6332156" y="310121"/>
                  </a:lnTo>
                  <a:lnTo>
                    <a:pt x="6334950" y="335368"/>
                  </a:lnTo>
                  <a:lnTo>
                    <a:pt x="6360198" y="332574"/>
                  </a:lnTo>
                  <a:close/>
                </a:path>
                <a:path w="8822055" h="1311275">
                  <a:moveTo>
                    <a:pt x="6410693" y="326986"/>
                  </a:moveTo>
                  <a:lnTo>
                    <a:pt x="6407899" y="301752"/>
                  </a:lnTo>
                  <a:lnTo>
                    <a:pt x="6382652" y="304533"/>
                  </a:lnTo>
                  <a:lnTo>
                    <a:pt x="6385446" y="329780"/>
                  </a:lnTo>
                  <a:lnTo>
                    <a:pt x="6410693" y="326986"/>
                  </a:lnTo>
                  <a:close/>
                </a:path>
                <a:path w="8822055" h="1311275">
                  <a:moveTo>
                    <a:pt x="6461176" y="321411"/>
                  </a:moveTo>
                  <a:lnTo>
                    <a:pt x="6458394" y="296164"/>
                  </a:lnTo>
                  <a:lnTo>
                    <a:pt x="6433147" y="298958"/>
                  </a:lnTo>
                  <a:lnTo>
                    <a:pt x="6435941" y="324205"/>
                  </a:lnTo>
                  <a:lnTo>
                    <a:pt x="6461176" y="321411"/>
                  </a:lnTo>
                  <a:close/>
                </a:path>
                <a:path w="8822055" h="1311275">
                  <a:moveTo>
                    <a:pt x="6511671" y="315823"/>
                  </a:moveTo>
                  <a:lnTo>
                    <a:pt x="6508877" y="290576"/>
                  </a:lnTo>
                  <a:lnTo>
                    <a:pt x="6483629" y="293370"/>
                  </a:lnTo>
                  <a:lnTo>
                    <a:pt x="6486423" y="318617"/>
                  </a:lnTo>
                  <a:lnTo>
                    <a:pt x="6511671" y="315823"/>
                  </a:lnTo>
                  <a:close/>
                </a:path>
                <a:path w="8822055" h="1311275">
                  <a:moveTo>
                    <a:pt x="6562166" y="310235"/>
                  </a:moveTo>
                  <a:lnTo>
                    <a:pt x="6559372" y="284988"/>
                  </a:lnTo>
                  <a:lnTo>
                    <a:pt x="6534124" y="287782"/>
                  </a:lnTo>
                  <a:lnTo>
                    <a:pt x="6536918" y="313029"/>
                  </a:lnTo>
                  <a:lnTo>
                    <a:pt x="6562166" y="310235"/>
                  </a:lnTo>
                  <a:close/>
                </a:path>
                <a:path w="8822055" h="1311275">
                  <a:moveTo>
                    <a:pt x="6612661" y="304647"/>
                  </a:moveTo>
                  <a:lnTo>
                    <a:pt x="6609867" y="279400"/>
                  </a:lnTo>
                  <a:lnTo>
                    <a:pt x="6584620" y="282194"/>
                  </a:lnTo>
                  <a:lnTo>
                    <a:pt x="6587414" y="307441"/>
                  </a:lnTo>
                  <a:lnTo>
                    <a:pt x="6612661" y="304647"/>
                  </a:lnTo>
                  <a:close/>
                </a:path>
                <a:path w="8822055" h="1311275">
                  <a:moveTo>
                    <a:pt x="6663144" y="299072"/>
                  </a:moveTo>
                  <a:lnTo>
                    <a:pt x="6660362" y="273824"/>
                  </a:lnTo>
                  <a:lnTo>
                    <a:pt x="6635115" y="276618"/>
                  </a:lnTo>
                  <a:lnTo>
                    <a:pt x="6637909" y="301853"/>
                  </a:lnTo>
                  <a:lnTo>
                    <a:pt x="6663144" y="299072"/>
                  </a:lnTo>
                  <a:close/>
                </a:path>
                <a:path w="8822055" h="1311275">
                  <a:moveTo>
                    <a:pt x="6713639" y="293484"/>
                  </a:moveTo>
                  <a:lnTo>
                    <a:pt x="6710845" y="268236"/>
                  </a:lnTo>
                  <a:lnTo>
                    <a:pt x="6685597" y="271030"/>
                  </a:lnTo>
                  <a:lnTo>
                    <a:pt x="6688391" y="296278"/>
                  </a:lnTo>
                  <a:lnTo>
                    <a:pt x="6713639" y="293484"/>
                  </a:lnTo>
                  <a:close/>
                </a:path>
                <a:path w="8822055" h="1311275">
                  <a:moveTo>
                    <a:pt x="6764134" y="287896"/>
                  </a:moveTo>
                  <a:lnTo>
                    <a:pt x="6761340" y="262648"/>
                  </a:lnTo>
                  <a:lnTo>
                    <a:pt x="6736093" y="265442"/>
                  </a:lnTo>
                  <a:lnTo>
                    <a:pt x="6738887" y="290690"/>
                  </a:lnTo>
                  <a:lnTo>
                    <a:pt x="6764134" y="287896"/>
                  </a:lnTo>
                  <a:close/>
                </a:path>
                <a:path w="8822055" h="1311275">
                  <a:moveTo>
                    <a:pt x="6814629" y="282308"/>
                  </a:moveTo>
                  <a:lnTo>
                    <a:pt x="6811835" y="257060"/>
                  </a:lnTo>
                  <a:lnTo>
                    <a:pt x="6786588" y="259854"/>
                  </a:lnTo>
                  <a:lnTo>
                    <a:pt x="6789382" y="285102"/>
                  </a:lnTo>
                  <a:lnTo>
                    <a:pt x="6814629" y="282308"/>
                  </a:lnTo>
                  <a:close/>
                </a:path>
                <a:path w="8822055" h="1311275">
                  <a:moveTo>
                    <a:pt x="6865112" y="276720"/>
                  </a:moveTo>
                  <a:lnTo>
                    <a:pt x="6862331" y="251485"/>
                  </a:lnTo>
                  <a:lnTo>
                    <a:pt x="6837083" y="254266"/>
                  </a:lnTo>
                  <a:lnTo>
                    <a:pt x="6839877" y="279514"/>
                  </a:lnTo>
                  <a:lnTo>
                    <a:pt x="6865112" y="276720"/>
                  </a:lnTo>
                  <a:close/>
                </a:path>
                <a:path w="8822055" h="1311275">
                  <a:moveTo>
                    <a:pt x="6915607" y="271145"/>
                  </a:moveTo>
                  <a:lnTo>
                    <a:pt x="6912813" y="245897"/>
                  </a:lnTo>
                  <a:lnTo>
                    <a:pt x="6887565" y="248691"/>
                  </a:lnTo>
                  <a:lnTo>
                    <a:pt x="6890359" y="273939"/>
                  </a:lnTo>
                  <a:lnTo>
                    <a:pt x="6915607" y="271145"/>
                  </a:lnTo>
                  <a:close/>
                </a:path>
                <a:path w="8822055" h="1311275">
                  <a:moveTo>
                    <a:pt x="6966102" y="265557"/>
                  </a:moveTo>
                  <a:lnTo>
                    <a:pt x="6963308" y="240309"/>
                  </a:lnTo>
                  <a:lnTo>
                    <a:pt x="6938061" y="243103"/>
                  </a:lnTo>
                  <a:lnTo>
                    <a:pt x="6940855" y="268351"/>
                  </a:lnTo>
                  <a:lnTo>
                    <a:pt x="6966102" y="265557"/>
                  </a:lnTo>
                  <a:close/>
                </a:path>
                <a:path w="8822055" h="1311275">
                  <a:moveTo>
                    <a:pt x="7016597" y="259969"/>
                  </a:moveTo>
                  <a:lnTo>
                    <a:pt x="7013803" y="234721"/>
                  </a:lnTo>
                  <a:lnTo>
                    <a:pt x="6988556" y="237515"/>
                  </a:lnTo>
                  <a:lnTo>
                    <a:pt x="6991350" y="262763"/>
                  </a:lnTo>
                  <a:lnTo>
                    <a:pt x="7016597" y="259969"/>
                  </a:lnTo>
                  <a:close/>
                </a:path>
                <a:path w="8822055" h="1311275">
                  <a:moveTo>
                    <a:pt x="7067080" y="254381"/>
                  </a:moveTo>
                  <a:lnTo>
                    <a:pt x="7064299" y="229133"/>
                  </a:lnTo>
                  <a:lnTo>
                    <a:pt x="7039051" y="231927"/>
                  </a:lnTo>
                  <a:lnTo>
                    <a:pt x="7041845" y="257175"/>
                  </a:lnTo>
                  <a:lnTo>
                    <a:pt x="7067080" y="254381"/>
                  </a:lnTo>
                  <a:close/>
                </a:path>
                <a:path w="8822055" h="1311275">
                  <a:moveTo>
                    <a:pt x="7117575" y="248793"/>
                  </a:moveTo>
                  <a:lnTo>
                    <a:pt x="7114781" y="223558"/>
                  </a:lnTo>
                  <a:lnTo>
                    <a:pt x="7089534" y="226339"/>
                  </a:lnTo>
                  <a:lnTo>
                    <a:pt x="7092328" y="251587"/>
                  </a:lnTo>
                  <a:lnTo>
                    <a:pt x="7117575" y="248793"/>
                  </a:lnTo>
                  <a:close/>
                </a:path>
                <a:path w="8822055" h="1311275">
                  <a:moveTo>
                    <a:pt x="7168070" y="243217"/>
                  </a:moveTo>
                  <a:lnTo>
                    <a:pt x="7165276" y="217970"/>
                  </a:lnTo>
                  <a:lnTo>
                    <a:pt x="7140029" y="220764"/>
                  </a:lnTo>
                  <a:lnTo>
                    <a:pt x="7142823" y="246011"/>
                  </a:lnTo>
                  <a:lnTo>
                    <a:pt x="7168070" y="243217"/>
                  </a:lnTo>
                  <a:close/>
                </a:path>
                <a:path w="8822055" h="1311275">
                  <a:moveTo>
                    <a:pt x="7218566" y="237629"/>
                  </a:moveTo>
                  <a:lnTo>
                    <a:pt x="7215772" y="212382"/>
                  </a:lnTo>
                  <a:lnTo>
                    <a:pt x="7190524" y="215176"/>
                  </a:lnTo>
                  <a:lnTo>
                    <a:pt x="7193318" y="240423"/>
                  </a:lnTo>
                  <a:lnTo>
                    <a:pt x="7218566" y="237629"/>
                  </a:lnTo>
                  <a:close/>
                </a:path>
                <a:path w="8822055" h="1311275">
                  <a:moveTo>
                    <a:pt x="7269048" y="232041"/>
                  </a:moveTo>
                  <a:lnTo>
                    <a:pt x="7266267" y="206794"/>
                  </a:lnTo>
                  <a:lnTo>
                    <a:pt x="7241019" y="209588"/>
                  </a:lnTo>
                  <a:lnTo>
                    <a:pt x="7243813" y="234835"/>
                  </a:lnTo>
                  <a:lnTo>
                    <a:pt x="7269048" y="232041"/>
                  </a:lnTo>
                  <a:close/>
                </a:path>
                <a:path w="8822055" h="1311275">
                  <a:moveTo>
                    <a:pt x="7319543" y="226453"/>
                  </a:moveTo>
                  <a:lnTo>
                    <a:pt x="7316749" y="201206"/>
                  </a:lnTo>
                  <a:lnTo>
                    <a:pt x="7291502" y="204000"/>
                  </a:lnTo>
                  <a:lnTo>
                    <a:pt x="7294296" y="229247"/>
                  </a:lnTo>
                  <a:lnTo>
                    <a:pt x="7319543" y="226453"/>
                  </a:lnTo>
                  <a:close/>
                </a:path>
                <a:path w="8822055" h="1311275">
                  <a:moveTo>
                    <a:pt x="7370038" y="220878"/>
                  </a:moveTo>
                  <a:lnTo>
                    <a:pt x="7367244" y="195630"/>
                  </a:lnTo>
                  <a:lnTo>
                    <a:pt x="7341997" y="198424"/>
                  </a:lnTo>
                  <a:lnTo>
                    <a:pt x="7344791" y="223659"/>
                  </a:lnTo>
                  <a:lnTo>
                    <a:pt x="7370038" y="220878"/>
                  </a:lnTo>
                  <a:close/>
                </a:path>
                <a:path w="8822055" h="1311275">
                  <a:moveTo>
                    <a:pt x="7420534" y="215290"/>
                  </a:moveTo>
                  <a:lnTo>
                    <a:pt x="7417740" y="190042"/>
                  </a:lnTo>
                  <a:lnTo>
                    <a:pt x="7392492" y="192836"/>
                  </a:lnTo>
                  <a:lnTo>
                    <a:pt x="7395286" y="218084"/>
                  </a:lnTo>
                  <a:lnTo>
                    <a:pt x="7420534" y="215290"/>
                  </a:lnTo>
                  <a:close/>
                </a:path>
                <a:path w="8822055" h="1311275">
                  <a:moveTo>
                    <a:pt x="7471016" y="209702"/>
                  </a:moveTo>
                  <a:lnTo>
                    <a:pt x="7468235" y="184454"/>
                  </a:lnTo>
                  <a:lnTo>
                    <a:pt x="7442987" y="187248"/>
                  </a:lnTo>
                  <a:lnTo>
                    <a:pt x="7445781" y="212496"/>
                  </a:lnTo>
                  <a:lnTo>
                    <a:pt x="7471016" y="209702"/>
                  </a:lnTo>
                  <a:close/>
                </a:path>
                <a:path w="8822055" h="1311275">
                  <a:moveTo>
                    <a:pt x="7521511" y="204114"/>
                  </a:moveTo>
                  <a:lnTo>
                    <a:pt x="7518717" y="178866"/>
                  </a:lnTo>
                  <a:lnTo>
                    <a:pt x="7493470" y="181660"/>
                  </a:lnTo>
                  <a:lnTo>
                    <a:pt x="7496264" y="206908"/>
                  </a:lnTo>
                  <a:lnTo>
                    <a:pt x="7521511" y="204114"/>
                  </a:lnTo>
                  <a:close/>
                </a:path>
                <a:path w="8822055" h="1311275">
                  <a:moveTo>
                    <a:pt x="7572007" y="198526"/>
                  </a:moveTo>
                  <a:lnTo>
                    <a:pt x="7569213" y="173291"/>
                  </a:lnTo>
                  <a:lnTo>
                    <a:pt x="7543965" y="176072"/>
                  </a:lnTo>
                  <a:lnTo>
                    <a:pt x="7546759" y="201320"/>
                  </a:lnTo>
                  <a:lnTo>
                    <a:pt x="7572007" y="198526"/>
                  </a:lnTo>
                  <a:close/>
                </a:path>
                <a:path w="8822055" h="1311275">
                  <a:moveTo>
                    <a:pt x="7622502" y="192951"/>
                  </a:moveTo>
                  <a:lnTo>
                    <a:pt x="7619708" y="167703"/>
                  </a:lnTo>
                  <a:lnTo>
                    <a:pt x="7594460" y="170497"/>
                  </a:lnTo>
                  <a:lnTo>
                    <a:pt x="7597254" y="195745"/>
                  </a:lnTo>
                  <a:lnTo>
                    <a:pt x="7622502" y="192951"/>
                  </a:lnTo>
                  <a:close/>
                </a:path>
                <a:path w="8822055" h="1311275">
                  <a:moveTo>
                    <a:pt x="7672984" y="187363"/>
                  </a:moveTo>
                  <a:lnTo>
                    <a:pt x="7670190" y="162115"/>
                  </a:lnTo>
                  <a:lnTo>
                    <a:pt x="7644955" y="164909"/>
                  </a:lnTo>
                  <a:lnTo>
                    <a:pt x="7647749" y="190157"/>
                  </a:lnTo>
                  <a:lnTo>
                    <a:pt x="7672984" y="187363"/>
                  </a:lnTo>
                  <a:close/>
                </a:path>
                <a:path w="8822055" h="1311275">
                  <a:moveTo>
                    <a:pt x="7723479" y="181775"/>
                  </a:moveTo>
                  <a:lnTo>
                    <a:pt x="7720685" y="156527"/>
                  </a:lnTo>
                  <a:lnTo>
                    <a:pt x="7695438" y="159321"/>
                  </a:lnTo>
                  <a:lnTo>
                    <a:pt x="7698232" y="184569"/>
                  </a:lnTo>
                  <a:lnTo>
                    <a:pt x="7723479" y="181775"/>
                  </a:lnTo>
                  <a:close/>
                </a:path>
                <a:path w="8822055" h="1311275">
                  <a:moveTo>
                    <a:pt x="7773975" y="176187"/>
                  </a:moveTo>
                  <a:lnTo>
                    <a:pt x="7771181" y="150939"/>
                  </a:lnTo>
                  <a:lnTo>
                    <a:pt x="7745933" y="153733"/>
                  </a:lnTo>
                  <a:lnTo>
                    <a:pt x="7748727" y="178981"/>
                  </a:lnTo>
                  <a:lnTo>
                    <a:pt x="7773975" y="176187"/>
                  </a:lnTo>
                  <a:close/>
                </a:path>
                <a:path w="8822055" h="1311275">
                  <a:moveTo>
                    <a:pt x="7824470" y="170611"/>
                  </a:moveTo>
                  <a:lnTo>
                    <a:pt x="7821676" y="145364"/>
                  </a:lnTo>
                  <a:lnTo>
                    <a:pt x="7796428" y="148158"/>
                  </a:lnTo>
                  <a:lnTo>
                    <a:pt x="7799222" y="173393"/>
                  </a:lnTo>
                  <a:lnTo>
                    <a:pt x="7824470" y="170611"/>
                  </a:lnTo>
                  <a:close/>
                </a:path>
                <a:path w="8822055" h="1311275">
                  <a:moveTo>
                    <a:pt x="7874952" y="165023"/>
                  </a:moveTo>
                  <a:lnTo>
                    <a:pt x="7872158" y="139776"/>
                  </a:lnTo>
                  <a:lnTo>
                    <a:pt x="7846923" y="142570"/>
                  </a:lnTo>
                  <a:lnTo>
                    <a:pt x="7849717" y="167817"/>
                  </a:lnTo>
                  <a:lnTo>
                    <a:pt x="7874952" y="165023"/>
                  </a:lnTo>
                  <a:close/>
                </a:path>
                <a:path w="8822055" h="1311275">
                  <a:moveTo>
                    <a:pt x="7925448" y="159435"/>
                  </a:moveTo>
                  <a:lnTo>
                    <a:pt x="7922654" y="134188"/>
                  </a:lnTo>
                  <a:lnTo>
                    <a:pt x="7897406" y="136982"/>
                  </a:lnTo>
                  <a:lnTo>
                    <a:pt x="7900200" y="162229"/>
                  </a:lnTo>
                  <a:lnTo>
                    <a:pt x="7925448" y="159435"/>
                  </a:lnTo>
                  <a:close/>
                </a:path>
                <a:path w="8822055" h="1311275">
                  <a:moveTo>
                    <a:pt x="7975943" y="153847"/>
                  </a:moveTo>
                  <a:lnTo>
                    <a:pt x="7973149" y="128600"/>
                  </a:lnTo>
                  <a:lnTo>
                    <a:pt x="7947901" y="131394"/>
                  </a:lnTo>
                  <a:lnTo>
                    <a:pt x="7950695" y="156641"/>
                  </a:lnTo>
                  <a:lnTo>
                    <a:pt x="7975943" y="153847"/>
                  </a:lnTo>
                  <a:close/>
                </a:path>
                <a:path w="8822055" h="1311275">
                  <a:moveTo>
                    <a:pt x="8026438" y="148259"/>
                  </a:moveTo>
                  <a:lnTo>
                    <a:pt x="8023644" y="123012"/>
                  </a:lnTo>
                  <a:lnTo>
                    <a:pt x="7998396" y="125806"/>
                  </a:lnTo>
                  <a:lnTo>
                    <a:pt x="8001190" y="151053"/>
                  </a:lnTo>
                  <a:lnTo>
                    <a:pt x="8026438" y="148259"/>
                  </a:lnTo>
                  <a:close/>
                </a:path>
                <a:path w="8822055" h="1311275">
                  <a:moveTo>
                    <a:pt x="8076920" y="142684"/>
                  </a:moveTo>
                  <a:lnTo>
                    <a:pt x="8074126" y="117436"/>
                  </a:lnTo>
                  <a:lnTo>
                    <a:pt x="8048892" y="120230"/>
                  </a:lnTo>
                  <a:lnTo>
                    <a:pt x="8051686" y="145465"/>
                  </a:lnTo>
                  <a:lnTo>
                    <a:pt x="8076920" y="142684"/>
                  </a:lnTo>
                  <a:close/>
                </a:path>
                <a:path w="8822055" h="1311275">
                  <a:moveTo>
                    <a:pt x="8127416" y="137096"/>
                  </a:moveTo>
                  <a:lnTo>
                    <a:pt x="8124622" y="111848"/>
                  </a:lnTo>
                  <a:lnTo>
                    <a:pt x="8099374" y="114642"/>
                  </a:lnTo>
                  <a:lnTo>
                    <a:pt x="8102168" y="139890"/>
                  </a:lnTo>
                  <a:lnTo>
                    <a:pt x="8127416" y="137096"/>
                  </a:lnTo>
                  <a:close/>
                </a:path>
                <a:path w="8822055" h="1311275">
                  <a:moveTo>
                    <a:pt x="8177911" y="131508"/>
                  </a:moveTo>
                  <a:lnTo>
                    <a:pt x="8175117" y="106260"/>
                  </a:lnTo>
                  <a:lnTo>
                    <a:pt x="8149869" y="109054"/>
                  </a:lnTo>
                  <a:lnTo>
                    <a:pt x="8152663" y="134302"/>
                  </a:lnTo>
                  <a:lnTo>
                    <a:pt x="8177911" y="131508"/>
                  </a:lnTo>
                  <a:close/>
                </a:path>
                <a:path w="8822055" h="1311275">
                  <a:moveTo>
                    <a:pt x="8228406" y="125920"/>
                  </a:moveTo>
                  <a:lnTo>
                    <a:pt x="8225612" y="100672"/>
                  </a:lnTo>
                  <a:lnTo>
                    <a:pt x="8200364" y="103466"/>
                  </a:lnTo>
                  <a:lnTo>
                    <a:pt x="8203158" y="128714"/>
                  </a:lnTo>
                  <a:lnTo>
                    <a:pt x="8228406" y="125920"/>
                  </a:lnTo>
                  <a:close/>
                </a:path>
                <a:path w="8822055" h="1311275">
                  <a:moveTo>
                    <a:pt x="8278889" y="120332"/>
                  </a:moveTo>
                  <a:lnTo>
                    <a:pt x="8276095" y="95097"/>
                  </a:lnTo>
                  <a:lnTo>
                    <a:pt x="8250860" y="97878"/>
                  </a:lnTo>
                  <a:lnTo>
                    <a:pt x="8253654" y="123126"/>
                  </a:lnTo>
                  <a:lnTo>
                    <a:pt x="8278889" y="120332"/>
                  </a:lnTo>
                  <a:close/>
                </a:path>
                <a:path w="8822055" h="1311275">
                  <a:moveTo>
                    <a:pt x="8329384" y="114757"/>
                  </a:moveTo>
                  <a:lnTo>
                    <a:pt x="8326590" y="89509"/>
                  </a:lnTo>
                  <a:lnTo>
                    <a:pt x="8301342" y="92303"/>
                  </a:lnTo>
                  <a:lnTo>
                    <a:pt x="8304136" y="117551"/>
                  </a:lnTo>
                  <a:lnTo>
                    <a:pt x="8329384" y="114757"/>
                  </a:lnTo>
                  <a:close/>
                </a:path>
                <a:path w="8822055" h="1311275">
                  <a:moveTo>
                    <a:pt x="8379879" y="109169"/>
                  </a:moveTo>
                  <a:lnTo>
                    <a:pt x="8377085" y="83921"/>
                  </a:lnTo>
                  <a:lnTo>
                    <a:pt x="8351837" y="86715"/>
                  </a:lnTo>
                  <a:lnTo>
                    <a:pt x="8354631" y="111963"/>
                  </a:lnTo>
                  <a:lnTo>
                    <a:pt x="8379879" y="109169"/>
                  </a:lnTo>
                  <a:close/>
                </a:path>
                <a:path w="8822055" h="1311275">
                  <a:moveTo>
                    <a:pt x="8430374" y="103581"/>
                  </a:moveTo>
                  <a:lnTo>
                    <a:pt x="8427580" y="78333"/>
                  </a:lnTo>
                  <a:lnTo>
                    <a:pt x="8402333" y="81127"/>
                  </a:lnTo>
                  <a:lnTo>
                    <a:pt x="8405127" y="106375"/>
                  </a:lnTo>
                  <a:lnTo>
                    <a:pt x="8430374" y="103581"/>
                  </a:lnTo>
                  <a:close/>
                </a:path>
                <a:path w="8822055" h="1311275">
                  <a:moveTo>
                    <a:pt x="8480857" y="97993"/>
                  </a:moveTo>
                  <a:lnTo>
                    <a:pt x="8478063" y="72745"/>
                  </a:lnTo>
                  <a:lnTo>
                    <a:pt x="8452828" y="75539"/>
                  </a:lnTo>
                  <a:lnTo>
                    <a:pt x="8455622" y="100787"/>
                  </a:lnTo>
                  <a:lnTo>
                    <a:pt x="8480857" y="97993"/>
                  </a:lnTo>
                  <a:close/>
                </a:path>
                <a:path w="8822055" h="1311275">
                  <a:moveTo>
                    <a:pt x="8531352" y="92417"/>
                  </a:moveTo>
                  <a:lnTo>
                    <a:pt x="8528558" y="67170"/>
                  </a:lnTo>
                  <a:lnTo>
                    <a:pt x="8503310" y="69964"/>
                  </a:lnTo>
                  <a:lnTo>
                    <a:pt x="8506104" y="95199"/>
                  </a:lnTo>
                  <a:lnTo>
                    <a:pt x="8531352" y="92417"/>
                  </a:lnTo>
                  <a:close/>
                </a:path>
                <a:path w="8822055" h="1311275">
                  <a:moveTo>
                    <a:pt x="8581847" y="86829"/>
                  </a:moveTo>
                  <a:lnTo>
                    <a:pt x="8579053" y="61582"/>
                  </a:lnTo>
                  <a:lnTo>
                    <a:pt x="8553806" y="64376"/>
                  </a:lnTo>
                  <a:lnTo>
                    <a:pt x="8556600" y="89623"/>
                  </a:lnTo>
                  <a:lnTo>
                    <a:pt x="8581847" y="86829"/>
                  </a:lnTo>
                  <a:close/>
                </a:path>
                <a:path w="8822055" h="1311275">
                  <a:moveTo>
                    <a:pt x="8632342" y="81241"/>
                  </a:moveTo>
                  <a:lnTo>
                    <a:pt x="8629548" y="55994"/>
                  </a:lnTo>
                  <a:lnTo>
                    <a:pt x="8604301" y="58788"/>
                  </a:lnTo>
                  <a:lnTo>
                    <a:pt x="8607095" y="84035"/>
                  </a:lnTo>
                  <a:lnTo>
                    <a:pt x="8632342" y="81241"/>
                  </a:lnTo>
                  <a:close/>
                </a:path>
                <a:path w="8822055" h="1311275">
                  <a:moveTo>
                    <a:pt x="8682825" y="75653"/>
                  </a:moveTo>
                  <a:lnTo>
                    <a:pt x="8680044" y="50406"/>
                  </a:lnTo>
                  <a:lnTo>
                    <a:pt x="8654796" y="53200"/>
                  </a:lnTo>
                  <a:lnTo>
                    <a:pt x="8657590" y="78447"/>
                  </a:lnTo>
                  <a:lnTo>
                    <a:pt x="8682825" y="75653"/>
                  </a:lnTo>
                  <a:close/>
                </a:path>
                <a:path w="8822055" h="1311275">
                  <a:moveTo>
                    <a:pt x="8733320" y="70065"/>
                  </a:moveTo>
                  <a:lnTo>
                    <a:pt x="8730526" y="44831"/>
                  </a:lnTo>
                  <a:lnTo>
                    <a:pt x="8705278" y="47612"/>
                  </a:lnTo>
                  <a:lnTo>
                    <a:pt x="8708072" y="72859"/>
                  </a:lnTo>
                  <a:lnTo>
                    <a:pt x="8733320" y="70065"/>
                  </a:lnTo>
                  <a:close/>
                </a:path>
                <a:path w="8822055" h="1311275">
                  <a:moveTo>
                    <a:pt x="8821953" y="47485"/>
                  </a:moveTo>
                  <a:lnTo>
                    <a:pt x="8805227" y="40055"/>
                  </a:lnTo>
                  <a:lnTo>
                    <a:pt x="8803373" y="39243"/>
                  </a:lnTo>
                  <a:lnTo>
                    <a:pt x="8715019" y="0"/>
                  </a:lnTo>
                  <a:lnTo>
                    <a:pt x="8707514" y="2895"/>
                  </a:lnTo>
                  <a:lnTo>
                    <a:pt x="8701824" y="15709"/>
                  </a:lnTo>
                  <a:lnTo>
                    <a:pt x="8704720" y="23215"/>
                  </a:lnTo>
                  <a:lnTo>
                    <a:pt x="8756231" y="46088"/>
                  </a:lnTo>
                  <a:lnTo>
                    <a:pt x="8758123" y="63220"/>
                  </a:lnTo>
                  <a:lnTo>
                    <a:pt x="8712860" y="96799"/>
                  </a:lnTo>
                  <a:lnTo>
                    <a:pt x="8711679" y="104749"/>
                  </a:lnTo>
                  <a:lnTo>
                    <a:pt x="8720036" y="116014"/>
                  </a:lnTo>
                  <a:lnTo>
                    <a:pt x="8727986" y="117195"/>
                  </a:lnTo>
                  <a:lnTo>
                    <a:pt x="8795283" y="67284"/>
                  </a:lnTo>
                  <a:lnTo>
                    <a:pt x="8802573" y="61861"/>
                  </a:lnTo>
                  <a:lnTo>
                    <a:pt x="8821953" y="474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3" name="object 2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645400" y="4654550"/>
            <a:ext cx="469900" cy="63500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292100" y="6839204"/>
            <a:ext cx="124206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latin typeface="Helvetica"/>
                <a:cs typeface="Helvetica"/>
              </a:rPr>
              <a:t>Assumption:</a:t>
            </a:r>
            <a:r>
              <a:rPr lang="en-US" sz="3200" b="1" spc="-10" dirty="0">
                <a:latin typeface="Helvetica"/>
                <a:cs typeface="Helvetica"/>
              </a:rPr>
              <a:t> </a:t>
            </a:r>
            <a:r>
              <a:rPr sz="3200" b="1" spc="-10" dirty="0">
                <a:latin typeface="Helvetica"/>
                <a:cs typeface="Helvetica"/>
              </a:rPr>
              <a:t>Brightness</a:t>
            </a:r>
            <a:r>
              <a:rPr sz="3200" b="1" spc="-45" dirty="0">
                <a:latin typeface="Helvetica"/>
                <a:cs typeface="Helvetica"/>
              </a:rPr>
              <a:t> </a:t>
            </a:r>
            <a:r>
              <a:rPr sz="3200" b="1" dirty="0">
                <a:latin typeface="Helvetica"/>
                <a:cs typeface="Helvetica"/>
              </a:rPr>
              <a:t>of</a:t>
            </a:r>
            <a:r>
              <a:rPr sz="3200" b="1" spc="-40" dirty="0">
                <a:latin typeface="Helvetica"/>
                <a:cs typeface="Helvetica"/>
              </a:rPr>
              <a:t> </a:t>
            </a:r>
            <a:r>
              <a:rPr sz="3200" b="1" dirty="0">
                <a:latin typeface="Helvetica"/>
                <a:cs typeface="Helvetica"/>
              </a:rPr>
              <a:t>the</a:t>
            </a:r>
            <a:r>
              <a:rPr sz="3200" b="1" spc="-45" dirty="0">
                <a:latin typeface="Helvetica"/>
                <a:cs typeface="Helvetica"/>
              </a:rPr>
              <a:t> </a:t>
            </a:r>
            <a:r>
              <a:rPr sz="3200" b="1" dirty="0">
                <a:latin typeface="Helvetica"/>
                <a:cs typeface="Helvetica"/>
              </a:rPr>
              <a:t>point</a:t>
            </a:r>
            <a:r>
              <a:rPr sz="3200" b="1" spc="-40" dirty="0">
                <a:latin typeface="Helvetica"/>
                <a:cs typeface="Helvetica"/>
              </a:rPr>
              <a:t> </a:t>
            </a:r>
            <a:r>
              <a:rPr sz="3200" b="1" dirty="0">
                <a:latin typeface="Helvetica"/>
                <a:cs typeface="Helvetica"/>
              </a:rPr>
              <a:t>will</a:t>
            </a:r>
            <a:r>
              <a:rPr sz="3200" b="1" spc="-40" dirty="0">
                <a:latin typeface="Helvetica"/>
                <a:cs typeface="Helvetica"/>
              </a:rPr>
              <a:t> </a:t>
            </a:r>
            <a:r>
              <a:rPr sz="3200" b="1" dirty="0">
                <a:latin typeface="Helvetica"/>
                <a:cs typeface="Helvetica"/>
              </a:rPr>
              <a:t>remain</a:t>
            </a:r>
            <a:r>
              <a:rPr sz="3200" b="1" spc="-40" dirty="0">
                <a:latin typeface="Helvetica"/>
                <a:cs typeface="Helvetica"/>
              </a:rPr>
              <a:t> </a:t>
            </a:r>
            <a:r>
              <a:rPr sz="3200" b="1" dirty="0">
                <a:latin typeface="Helvetica"/>
                <a:cs typeface="Helvetica"/>
              </a:rPr>
              <a:t>the</a:t>
            </a:r>
            <a:r>
              <a:rPr sz="3200" b="1" spc="-45" dirty="0">
                <a:latin typeface="Helvetica"/>
                <a:cs typeface="Helvetica"/>
              </a:rPr>
              <a:t> </a:t>
            </a:r>
            <a:r>
              <a:rPr sz="3200" b="1" spc="-20" dirty="0">
                <a:latin typeface="Helvetica"/>
                <a:cs typeface="Helvetica"/>
              </a:rPr>
              <a:t>same</a:t>
            </a:r>
            <a:endParaRPr sz="3200" dirty="0">
              <a:latin typeface="Helvetica"/>
              <a:cs typeface="Helvetic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828800" y="2392171"/>
            <a:ext cx="9347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Helvetica Light"/>
                <a:cs typeface="Helvetica Light"/>
              </a:rPr>
              <a:t>Scene</a:t>
            </a:r>
            <a:r>
              <a:rPr sz="3600" spc="-6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point</a:t>
            </a:r>
            <a:r>
              <a:rPr sz="3600" spc="-6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moving</a:t>
            </a:r>
            <a:r>
              <a:rPr sz="3600" spc="-6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through</a:t>
            </a:r>
            <a:r>
              <a:rPr sz="3600" spc="-6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image</a:t>
            </a:r>
            <a:r>
              <a:rPr sz="3600" spc="-60" dirty="0">
                <a:latin typeface="Helvetica Light"/>
                <a:cs typeface="Helvetica Light"/>
              </a:rPr>
              <a:t> </a:t>
            </a:r>
            <a:r>
              <a:rPr sz="3600" spc="-10" dirty="0">
                <a:latin typeface="Helvetica Light"/>
                <a:cs typeface="Helvetica Light"/>
              </a:rPr>
              <a:t>sequence</a:t>
            </a:r>
            <a:endParaRPr sz="3600">
              <a:latin typeface="Helvetica Light"/>
              <a:cs typeface="Helvetica Ligh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5593" y="246379"/>
            <a:ext cx="9853930" cy="182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Assumption</a:t>
            </a:r>
            <a:r>
              <a:rPr b="0" spc="-9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spc="-50" dirty="0">
                <a:solidFill>
                  <a:srgbClr val="000000"/>
                </a:solidFill>
                <a:latin typeface="Helvetica Light"/>
                <a:cs typeface="Helvetica Light"/>
              </a:rPr>
              <a:t>1</a:t>
            </a:r>
          </a:p>
          <a:p>
            <a:pPr algn="ctr">
              <a:lnSpc>
                <a:spcPct val="100000"/>
              </a:lnSpc>
              <a:spcBef>
                <a:spcPts val="229"/>
              </a:spcBef>
            </a:pPr>
            <a:r>
              <a:rPr sz="8000" b="0" dirty="0">
                <a:solidFill>
                  <a:srgbClr val="000000"/>
                </a:solidFill>
                <a:latin typeface="Helvetica Light"/>
                <a:cs typeface="Helvetica Light"/>
              </a:rPr>
              <a:t>Brightness</a:t>
            </a:r>
            <a:r>
              <a:rPr sz="8000" b="0" spc="-22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8000"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constancy</a:t>
            </a:r>
            <a:endParaRPr sz="8000">
              <a:latin typeface="Helvetica Light"/>
              <a:cs typeface="Helvetica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44167" y="3389376"/>
            <a:ext cx="10266045" cy="3129280"/>
            <a:chOff x="1344167" y="3389376"/>
            <a:chExt cx="10266045" cy="31292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4167" y="3389376"/>
              <a:ext cx="2618232" cy="261823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4299" y="3403599"/>
              <a:ext cx="2540000" cy="2540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49495" y="3389376"/>
              <a:ext cx="2618231" cy="26182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87850" y="3403599"/>
              <a:ext cx="2540000" cy="2540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91599" y="3389376"/>
              <a:ext cx="2618231" cy="26182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29700" y="3403599"/>
              <a:ext cx="2540000" cy="25400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76983" y="5071872"/>
              <a:ext cx="243839" cy="24383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16300" y="5085778"/>
              <a:ext cx="166241" cy="16624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13959" y="4450080"/>
              <a:ext cx="246887" cy="24383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54600" y="4463478"/>
              <a:ext cx="166241" cy="1662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896599" y="3776472"/>
              <a:ext cx="243840" cy="24383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934699" y="3790378"/>
              <a:ext cx="166241" cy="16624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54199" y="6048495"/>
              <a:ext cx="1676400" cy="46990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857750" y="6048495"/>
              <a:ext cx="1676400" cy="46990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493249" y="6048495"/>
              <a:ext cx="1689100" cy="46990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816099" y="5365750"/>
              <a:ext cx="1383957" cy="3048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965871" y="4787900"/>
              <a:ext cx="1383958" cy="3048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905999" y="4152900"/>
              <a:ext cx="1425145" cy="3048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016950" y="3856443"/>
              <a:ext cx="8822055" cy="1311275"/>
            </a:xfrm>
            <a:custGeom>
              <a:avLst/>
              <a:gdLst/>
              <a:ahLst/>
              <a:cxnLst/>
              <a:rect l="l" t="t" r="r" b="b"/>
              <a:pathLst>
                <a:path w="8822055" h="1311275">
                  <a:moveTo>
                    <a:pt x="29654" y="1306245"/>
                  </a:moveTo>
                  <a:lnTo>
                    <a:pt x="24968" y="1281277"/>
                  </a:lnTo>
                  <a:lnTo>
                    <a:pt x="0" y="1285963"/>
                  </a:lnTo>
                  <a:lnTo>
                    <a:pt x="4686" y="1310932"/>
                  </a:lnTo>
                  <a:lnTo>
                    <a:pt x="29654" y="1306245"/>
                  </a:lnTo>
                  <a:close/>
                </a:path>
                <a:path w="8822055" h="1311275">
                  <a:moveTo>
                    <a:pt x="79578" y="1296873"/>
                  </a:moveTo>
                  <a:lnTo>
                    <a:pt x="74891" y="1271905"/>
                  </a:lnTo>
                  <a:lnTo>
                    <a:pt x="49923" y="1276591"/>
                  </a:lnTo>
                  <a:lnTo>
                    <a:pt x="54610" y="1301559"/>
                  </a:lnTo>
                  <a:lnTo>
                    <a:pt x="79578" y="1296873"/>
                  </a:lnTo>
                  <a:close/>
                </a:path>
                <a:path w="8822055" h="1311275">
                  <a:moveTo>
                    <a:pt x="129501" y="1287500"/>
                  </a:moveTo>
                  <a:lnTo>
                    <a:pt x="124815" y="1262532"/>
                  </a:lnTo>
                  <a:lnTo>
                    <a:pt x="99860" y="1267218"/>
                  </a:lnTo>
                  <a:lnTo>
                    <a:pt x="104546" y="1292186"/>
                  </a:lnTo>
                  <a:lnTo>
                    <a:pt x="129501" y="1287500"/>
                  </a:lnTo>
                  <a:close/>
                </a:path>
                <a:path w="8822055" h="1311275">
                  <a:moveTo>
                    <a:pt x="179438" y="1278115"/>
                  </a:moveTo>
                  <a:lnTo>
                    <a:pt x="174752" y="1253159"/>
                  </a:lnTo>
                  <a:lnTo>
                    <a:pt x="149783" y="1257846"/>
                  </a:lnTo>
                  <a:lnTo>
                    <a:pt x="154470" y="1282801"/>
                  </a:lnTo>
                  <a:lnTo>
                    <a:pt x="179438" y="1278115"/>
                  </a:lnTo>
                  <a:close/>
                </a:path>
                <a:path w="8822055" h="1311275">
                  <a:moveTo>
                    <a:pt x="229362" y="1268742"/>
                  </a:moveTo>
                  <a:lnTo>
                    <a:pt x="224675" y="1243787"/>
                  </a:lnTo>
                  <a:lnTo>
                    <a:pt x="199707" y="1248473"/>
                  </a:lnTo>
                  <a:lnTo>
                    <a:pt x="204393" y="1273429"/>
                  </a:lnTo>
                  <a:lnTo>
                    <a:pt x="229362" y="1268742"/>
                  </a:lnTo>
                  <a:close/>
                </a:path>
                <a:path w="8822055" h="1311275">
                  <a:moveTo>
                    <a:pt x="279285" y="1259370"/>
                  </a:moveTo>
                  <a:lnTo>
                    <a:pt x="274599" y="1234414"/>
                  </a:lnTo>
                  <a:lnTo>
                    <a:pt x="249643" y="1239100"/>
                  </a:lnTo>
                  <a:lnTo>
                    <a:pt x="254330" y="1264056"/>
                  </a:lnTo>
                  <a:lnTo>
                    <a:pt x="279285" y="1259370"/>
                  </a:lnTo>
                  <a:close/>
                </a:path>
                <a:path w="8822055" h="1311275">
                  <a:moveTo>
                    <a:pt x="329222" y="1249997"/>
                  </a:moveTo>
                  <a:lnTo>
                    <a:pt x="324535" y="1225042"/>
                  </a:lnTo>
                  <a:lnTo>
                    <a:pt x="299567" y="1229728"/>
                  </a:lnTo>
                  <a:lnTo>
                    <a:pt x="304253" y="1254683"/>
                  </a:lnTo>
                  <a:lnTo>
                    <a:pt x="329222" y="1249997"/>
                  </a:lnTo>
                  <a:close/>
                </a:path>
                <a:path w="8822055" h="1311275">
                  <a:moveTo>
                    <a:pt x="379145" y="1240624"/>
                  </a:moveTo>
                  <a:lnTo>
                    <a:pt x="374459" y="1215656"/>
                  </a:lnTo>
                  <a:lnTo>
                    <a:pt x="349491" y="1220355"/>
                  </a:lnTo>
                  <a:lnTo>
                    <a:pt x="354177" y="1245311"/>
                  </a:lnTo>
                  <a:lnTo>
                    <a:pt x="379145" y="1240624"/>
                  </a:lnTo>
                  <a:close/>
                </a:path>
                <a:path w="8822055" h="1311275">
                  <a:moveTo>
                    <a:pt x="429069" y="1231252"/>
                  </a:moveTo>
                  <a:lnTo>
                    <a:pt x="424383" y="1206284"/>
                  </a:lnTo>
                  <a:lnTo>
                    <a:pt x="399415" y="1210970"/>
                  </a:lnTo>
                  <a:lnTo>
                    <a:pt x="404114" y="1235938"/>
                  </a:lnTo>
                  <a:lnTo>
                    <a:pt x="429069" y="1231252"/>
                  </a:lnTo>
                  <a:close/>
                </a:path>
                <a:path w="8822055" h="1311275">
                  <a:moveTo>
                    <a:pt x="478993" y="1221879"/>
                  </a:moveTo>
                  <a:lnTo>
                    <a:pt x="474306" y="1196911"/>
                  </a:lnTo>
                  <a:lnTo>
                    <a:pt x="449351" y="1201597"/>
                  </a:lnTo>
                  <a:lnTo>
                    <a:pt x="454037" y="1226566"/>
                  </a:lnTo>
                  <a:lnTo>
                    <a:pt x="478993" y="1221879"/>
                  </a:lnTo>
                  <a:close/>
                </a:path>
                <a:path w="8822055" h="1311275">
                  <a:moveTo>
                    <a:pt x="528929" y="1212507"/>
                  </a:moveTo>
                  <a:lnTo>
                    <a:pt x="524243" y="1187538"/>
                  </a:lnTo>
                  <a:lnTo>
                    <a:pt x="499275" y="1192225"/>
                  </a:lnTo>
                  <a:lnTo>
                    <a:pt x="503961" y="1217193"/>
                  </a:lnTo>
                  <a:lnTo>
                    <a:pt x="528929" y="1212507"/>
                  </a:lnTo>
                  <a:close/>
                </a:path>
                <a:path w="8822055" h="1311275">
                  <a:moveTo>
                    <a:pt x="578853" y="1203134"/>
                  </a:moveTo>
                  <a:lnTo>
                    <a:pt x="574167" y="1178166"/>
                  </a:lnTo>
                  <a:lnTo>
                    <a:pt x="549198" y="1182852"/>
                  </a:lnTo>
                  <a:lnTo>
                    <a:pt x="553885" y="1207820"/>
                  </a:lnTo>
                  <a:lnTo>
                    <a:pt x="578853" y="1203134"/>
                  </a:lnTo>
                  <a:close/>
                </a:path>
                <a:path w="8822055" h="1311275">
                  <a:moveTo>
                    <a:pt x="628777" y="1193761"/>
                  </a:moveTo>
                  <a:lnTo>
                    <a:pt x="624090" y="1168793"/>
                  </a:lnTo>
                  <a:lnTo>
                    <a:pt x="599135" y="1173480"/>
                  </a:lnTo>
                  <a:lnTo>
                    <a:pt x="603821" y="1198448"/>
                  </a:lnTo>
                  <a:lnTo>
                    <a:pt x="628777" y="1193761"/>
                  </a:lnTo>
                  <a:close/>
                </a:path>
                <a:path w="8822055" h="1311275">
                  <a:moveTo>
                    <a:pt x="678713" y="1184389"/>
                  </a:moveTo>
                  <a:lnTo>
                    <a:pt x="674027" y="1159421"/>
                  </a:lnTo>
                  <a:lnTo>
                    <a:pt x="649058" y="1164107"/>
                  </a:lnTo>
                  <a:lnTo>
                    <a:pt x="653745" y="1189075"/>
                  </a:lnTo>
                  <a:lnTo>
                    <a:pt x="678713" y="1184389"/>
                  </a:lnTo>
                  <a:close/>
                </a:path>
                <a:path w="8822055" h="1311275">
                  <a:moveTo>
                    <a:pt x="728637" y="1175016"/>
                  </a:moveTo>
                  <a:lnTo>
                    <a:pt x="723950" y="1150048"/>
                  </a:lnTo>
                  <a:lnTo>
                    <a:pt x="698982" y="1154734"/>
                  </a:lnTo>
                  <a:lnTo>
                    <a:pt x="703668" y="1179703"/>
                  </a:lnTo>
                  <a:lnTo>
                    <a:pt x="728637" y="1175016"/>
                  </a:lnTo>
                  <a:close/>
                </a:path>
                <a:path w="8822055" h="1311275">
                  <a:moveTo>
                    <a:pt x="778560" y="1165644"/>
                  </a:moveTo>
                  <a:lnTo>
                    <a:pt x="773874" y="1140675"/>
                  </a:lnTo>
                  <a:lnTo>
                    <a:pt x="748919" y="1145362"/>
                  </a:lnTo>
                  <a:lnTo>
                    <a:pt x="753605" y="1170330"/>
                  </a:lnTo>
                  <a:lnTo>
                    <a:pt x="778560" y="1165644"/>
                  </a:lnTo>
                  <a:close/>
                </a:path>
                <a:path w="8822055" h="1311275">
                  <a:moveTo>
                    <a:pt x="828497" y="1156258"/>
                  </a:moveTo>
                  <a:lnTo>
                    <a:pt x="823810" y="1131303"/>
                  </a:lnTo>
                  <a:lnTo>
                    <a:pt x="798842" y="1135989"/>
                  </a:lnTo>
                  <a:lnTo>
                    <a:pt x="803529" y="1160957"/>
                  </a:lnTo>
                  <a:lnTo>
                    <a:pt x="828497" y="1156258"/>
                  </a:lnTo>
                  <a:close/>
                </a:path>
                <a:path w="8822055" h="1311275">
                  <a:moveTo>
                    <a:pt x="878420" y="1146886"/>
                  </a:moveTo>
                  <a:lnTo>
                    <a:pt x="873734" y="1121930"/>
                  </a:lnTo>
                  <a:lnTo>
                    <a:pt x="848766" y="1126617"/>
                  </a:lnTo>
                  <a:lnTo>
                    <a:pt x="853452" y="1151572"/>
                  </a:lnTo>
                  <a:lnTo>
                    <a:pt x="878420" y="1146886"/>
                  </a:lnTo>
                  <a:close/>
                </a:path>
                <a:path w="8822055" h="1311275">
                  <a:moveTo>
                    <a:pt x="928344" y="1137513"/>
                  </a:moveTo>
                  <a:lnTo>
                    <a:pt x="923658" y="1112558"/>
                  </a:lnTo>
                  <a:lnTo>
                    <a:pt x="898702" y="1117244"/>
                  </a:lnTo>
                  <a:lnTo>
                    <a:pt x="903389" y="1142199"/>
                  </a:lnTo>
                  <a:lnTo>
                    <a:pt x="928344" y="1137513"/>
                  </a:lnTo>
                  <a:close/>
                </a:path>
                <a:path w="8822055" h="1311275">
                  <a:moveTo>
                    <a:pt x="978281" y="1128141"/>
                  </a:moveTo>
                  <a:lnTo>
                    <a:pt x="973594" y="1103185"/>
                  </a:lnTo>
                  <a:lnTo>
                    <a:pt x="948626" y="1107871"/>
                  </a:lnTo>
                  <a:lnTo>
                    <a:pt x="953312" y="1132827"/>
                  </a:lnTo>
                  <a:lnTo>
                    <a:pt x="978281" y="1128141"/>
                  </a:lnTo>
                  <a:close/>
                </a:path>
                <a:path w="8822055" h="1311275">
                  <a:moveTo>
                    <a:pt x="1028204" y="1118768"/>
                  </a:moveTo>
                  <a:lnTo>
                    <a:pt x="1023518" y="1093812"/>
                  </a:lnTo>
                  <a:lnTo>
                    <a:pt x="998550" y="1098499"/>
                  </a:lnTo>
                  <a:lnTo>
                    <a:pt x="1003236" y="1123454"/>
                  </a:lnTo>
                  <a:lnTo>
                    <a:pt x="1028204" y="1118768"/>
                  </a:lnTo>
                  <a:close/>
                </a:path>
                <a:path w="8822055" h="1311275">
                  <a:moveTo>
                    <a:pt x="1078128" y="1109395"/>
                  </a:moveTo>
                  <a:lnTo>
                    <a:pt x="1073442" y="1084427"/>
                  </a:lnTo>
                  <a:lnTo>
                    <a:pt x="1048486" y="1089113"/>
                  </a:lnTo>
                  <a:lnTo>
                    <a:pt x="1053172" y="1114082"/>
                  </a:lnTo>
                  <a:lnTo>
                    <a:pt x="1078128" y="1109395"/>
                  </a:lnTo>
                  <a:close/>
                </a:path>
                <a:path w="8822055" h="1311275">
                  <a:moveTo>
                    <a:pt x="1128064" y="1100023"/>
                  </a:moveTo>
                  <a:lnTo>
                    <a:pt x="1123378" y="1075055"/>
                  </a:lnTo>
                  <a:lnTo>
                    <a:pt x="1098410" y="1079741"/>
                  </a:lnTo>
                  <a:lnTo>
                    <a:pt x="1103096" y="1104709"/>
                  </a:lnTo>
                  <a:lnTo>
                    <a:pt x="1128064" y="1100023"/>
                  </a:lnTo>
                  <a:close/>
                </a:path>
                <a:path w="8822055" h="1311275">
                  <a:moveTo>
                    <a:pt x="1177988" y="1090650"/>
                  </a:moveTo>
                  <a:lnTo>
                    <a:pt x="1173302" y="1065682"/>
                  </a:lnTo>
                  <a:lnTo>
                    <a:pt x="1148334" y="1070368"/>
                  </a:lnTo>
                  <a:lnTo>
                    <a:pt x="1153020" y="1095336"/>
                  </a:lnTo>
                  <a:lnTo>
                    <a:pt x="1177988" y="1090650"/>
                  </a:lnTo>
                  <a:close/>
                </a:path>
                <a:path w="8822055" h="1311275">
                  <a:moveTo>
                    <a:pt x="1227912" y="1081278"/>
                  </a:moveTo>
                  <a:lnTo>
                    <a:pt x="1223225" y="1056309"/>
                  </a:lnTo>
                  <a:lnTo>
                    <a:pt x="1198270" y="1060996"/>
                  </a:lnTo>
                  <a:lnTo>
                    <a:pt x="1202956" y="1085964"/>
                  </a:lnTo>
                  <a:lnTo>
                    <a:pt x="1227912" y="1081278"/>
                  </a:lnTo>
                  <a:close/>
                </a:path>
                <a:path w="8822055" h="1311275">
                  <a:moveTo>
                    <a:pt x="1277848" y="1071905"/>
                  </a:moveTo>
                  <a:lnTo>
                    <a:pt x="1273162" y="1046937"/>
                  </a:lnTo>
                  <a:lnTo>
                    <a:pt x="1248194" y="1051623"/>
                  </a:lnTo>
                  <a:lnTo>
                    <a:pt x="1252880" y="1076591"/>
                  </a:lnTo>
                  <a:lnTo>
                    <a:pt x="1277848" y="1071905"/>
                  </a:lnTo>
                  <a:close/>
                </a:path>
                <a:path w="8822055" h="1311275">
                  <a:moveTo>
                    <a:pt x="1327772" y="1062532"/>
                  </a:moveTo>
                  <a:lnTo>
                    <a:pt x="1323086" y="1037564"/>
                  </a:lnTo>
                  <a:lnTo>
                    <a:pt x="1298117" y="1042250"/>
                  </a:lnTo>
                  <a:lnTo>
                    <a:pt x="1302804" y="1067219"/>
                  </a:lnTo>
                  <a:lnTo>
                    <a:pt x="1327772" y="1062532"/>
                  </a:lnTo>
                  <a:close/>
                </a:path>
                <a:path w="8822055" h="1311275">
                  <a:moveTo>
                    <a:pt x="1377696" y="1053160"/>
                  </a:moveTo>
                  <a:lnTo>
                    <a:pt x="1373009" y="1028192"/>
                  </a:lnTo>
                  <a:lnTo>
                    <a:pt x="1348054" y="1032878"/>
                  </a:lnTo>
                  <a:lnTo>
                    <a:pt x="1352740" y="1057846"/>
                  </a:lnTo>
                  <a:lnTo>
                    <a:pt x="1377696" y="1053160"/>
                  </a:lnTo>
                  <a:close/>
                </a:path>
                <a:path w="8822055" h="1311275">
                  <a:moveTo>
                    <a:pt x="1427632" y="1043787"/>
                  </a:moveTo>
                  <a:lnTo>
                    <a:pt x="1422933" y="1018819"/>
                  </a:lnTo>
                  <a:lnTo>
                    <a:pt x="1397977" y="1023505"/>
                  </a:lnTo>
                  <a:lnTo>
                    <a:pt x="1402664" y="1048473"/>
                  </a:lnTo>
                  <a:lnTo>
                    <a:pt x="1427632" y="1043787"/>
                  </a:lnTo>
                  <a:close/>
                </a:path>
                <a:path w="8822055" h="1311275">
                  <a:moveTo>
                    <a:pt x="1477556" y="1034402"/>
                  </a:moveTo>
                  <a:lnTo>
                    <a:pt x="1472869" y="1009446"/>
                  </a:lnTo>
                  <a:lnTo>
                    <a:pt x="1447901" y="1014133"/>
                  </a:lnTo>
                  <a:lnTo>
                    <a:pt x="1452587" y="1039101"/>
                  </a:lnTo>
                  <a:lnTo>
                    <a:pt x="1477556" y="1034402"/>
                  </a:lnTo>
                  <a:close/>
                </a:path>
                <a:path w="8822055" h="1311275">
                  <a:moveTo>
                    <a:pt x="1527479" y="1025029"/>
                  </a:moveTo>
                  <a:lnTo>
                    <a:pt x="1522793" y="1000074"/>
                  </a:lnTo>
                  <a:lnTo>
                    <a:pt x="1497825" y="1004760"/>
                  </a:lnTo>
                  <a:lnTo>
                    <a:pt x="1502524" y="1029716"/>
                  </a:lnTo>
                  <a:lnTo>
                    <a:pt x="1527479" y="1025029"/>
                  </a:lnTo>
                  <a:close/>
                </a:path>
                <a:path w="8822055" h="1311275">
                  <a:moveTo>
                    <a:pt x="1577403" y="1015657"/>
                  </a:moveTo>
                  <a:lnTo>
                    <a:pt x="1572717" y="990701"/>
                  </a:lnTo>
                  <a:lnTo>
                    <a:pt x="1547761" y="995387"/>
                  </a:lnTo>
                  <a:lnTo>
                    <a:pt x="1552448" y="1020343"/>
                  </a:lnTo>
                  <a:lnTo>
                    <a:pt x="1577403" y="1015657"/>
                  </a:lnTo>
                  <a:close/>
                </a:path>
                <a:path w="8822055" h="1311275">
                  <a:moveTo>
                    <a:pt x="1627339" y="1006284"/>
                  </a:moveTo>
                  <a:lnTo>
                    <a:pt x="1622653" y="981329"/>
                  </a:lnTo>
                  <a:lnTo>
                    <a:pt x="1597685" y="986015"/>
                  </a:lnTo>
                  <a:lnTo>
                    <a:pt x="1602371" y="1010970"/>
                  </a:lnTo>
                  <a:lnTo>
                    <a:pt x="1627339" y="1006284"/>
                  </a:lnTo>
                  <a:close/>
                </a:path>
                <a:path w="8822055" h="1311275">
                  <a:moveTo>
                    <a:pt x="1677263" y="996911"/>
                  </a:moveTo>
                  <a:lnTo>
                    <a:pt x="1672577" y="971956"/>
                  </a:lnTo>
                  <a:lnTo>
                    <a:pt x="1647609" y="976642"/>
                  </a:lnTo>
                  <a:lnTo>
                    <a:pt x="1652295" y="1001598"/>
                  </a:lnTo>
                  <a:lnTo>
                    <a:pt x="1677263" y="996911"/>
                  </a:lnTo>
                  <a:close/>
                </a:path>
                <a:path w="8822055" h="1311275">
                  <a:moveTo>
                    <a:pt x="1727187" y="987539"/>
                  </a:moveTo>
                  <a:lnTo>
                    <a:pt x="1722501" y="962571"/>
                  </a:lnTo>
                  <a:lnTo>
                    <a:pt x="1697545" y="967257"/>
                  </a:lnTo>
                  <a:lnTo>
                    <a:pt x="1702231" y="992225"/>
                  </a:lnTo>
                  <a:lnTo>
                    <a:pt x="1727187" y="987539"/>
                  </a:lnTo>
                  <a:close/>
                </a:path>
                <a:path w="8822055" h="1311275">
                  <a:moveTo>
                    <a:pt x="1777123" y="978166"/>
                  </a:moveTo>
                  <a:lnTo>
                    <a:pt x="1772437" y="953198"/>
                  </a:lnTo>
                  <a:lnTo>
                    <a:pt x="1747469" y="957884"/>
                  </a:lnTo>
                  <a:lnTo>
                    <a:pt x="1752155" y="982853"/>
                  </a:lnTo>
                  <a:lnTo>
                    <a:pt x="1777123" y="978166"/>
                  </a:lnTo>
                  <a:close/>
                </a:path>
                <a:path w="8822055" h="1311275">
                  <a:moveTo>
                    <a:pt x="1827047" y="968794"/>
                  </a:moveTo>
                  <a:lnTo>
                    <a:pt x="1822361" y="943825"/>
                  </a:lnTo>
                  <a:lnTo>
                    <a:pt x="1797392" y="948512"/>
                  </a:lnTo>
                  <a:lnTo>
                    <a:pt x="1802079" y="973480"/>
                  </a:lnTo>
                  <a:lnTo>
                    <a:pt x="1827047" y="968794"/>
                  </a:lnTo>
                  <a:close/>
                </a:path>
                <a:path w="8822055" h="1311275">
                  <a:moveTo>
                    <a:pt x="1876971" y="959421"/>
                  </a:moveTo>
                  <a:lnTo>
                    <a:pt x="1872284" y="934453"/>
                  </a:lnTo>
                  <a:lnTo>
                    <a:pt x="1847329" y="939139"/>
                  </a:lnTo>
                  <a:lnTo>
                    <a:pt x="1852015" y="964107"/>
                  </a:lnTo>
                  <a:lnTo>
                    <a:pt x="1876971" y="959421"/>
                  </a:lnTo>
                  <a:close/>
                </a:path>
                <a:path w="8822055" h="1311275">
                  <a:moveTo>
                    <a:pt x="1926907" y="950048"/>
                  </a:moveTo>
                  <a:lnTo>
                    <a:pt x="1922221" y="925080"/>
                  </a:lnTo>
                  <a:lnTo>
                    <a:pt x="1897253" y="929767"/>
                  </a:lnTo>
                  <a:lnTo>
                    <a:pt x="1901939" y="954735"/>
                  </a:lnTo>
                  <a:lnTo>
                    <a:pt x="1926907" y="950048"/>
                  </a:lnTo>
                  <a:close/>
                </a:path>
                <a:path w="8822055" h="1311275">
                  <a:moveTo>
                    <a:pt x="1976831" y="940676"/>
                  </a:moveTo>
                  <a:lnTo>
                    <a:pt x="1972144" y="915708"/>
                  </a:lnTo>
                  <a:lnTo>
                    <a:pt x="1947176" y="920394"/>
                  </a:lnTo>
                  <a:lnTo>
                    <a:pt x="1951863" y="945362"/>
                  </a:lnTo>
                  <a:lnTo>
                    <a:pt x="1976831" y="940676"/>
                  </a:lnTo>
                  <a:close/>
                </a:path>
                <a:path w="8822055" h="1311275">
                  <a:moveTo>
                    <a:pt x="2026754" y="931303"/>
                  </a:moveTo>
                  <a:lnTo>
                    <a:pt x="2022068" y="906335"/>
                  </a:lnTo>
                  <a:lnTo>
                    <a:pt x="1997113" y="911021"/>
                  </a:lnTo>
                  <a:lnTo>
                    <a:pt x="2001799" y="935990"/>
                  </a:lnTo>
                  <a:lnTo>
                    <a:pt x="2026754" y="931303"/>
                  </a:lnTo>
                  <a:close/>
                </a:path>
                <a:path w="8822055" h="1311275">
                  <a:moveTo>
                    <a:pt x="2076691" y="921931"/>
                  </a:moveTo>
                  <a:lnTo>
                    <a:pt x="2072005" y="896962"/>
                  </a:lnTo>
                  <a:lnTo>
                    <a:pt x="2047036" y="901649"/>
                  </a:lnTo>
                  <a:lnTo>
                    <a:pt x="2051723" y="926617"/>
                  </a:lnTo>
                  <a:lnTo>
                    <a:pt x="2076691" y="921931"/>
                  </a:lnTo>
                  <a:close/>
                </a:path>
                <a:path w="8822055" h="1311275">
                  <a:moveTo>
                    <a:pt x="2126615" y="912558"/>
                  </a:moveTo>
                  <a:lnTo>
                    <a:pt x="2121928" y="887590"/>
                  </a:lnTo>
                  <a:lnTo>
                    <a:pt x="2096960" y="892276"/>
                  </a:lnTo>
                  <a:lnTo>
                    <a:pt x="2101646" y="917244"/>
                  </a:lnTo>
                  <a:lnTo>
                    <a:pt x="2126615" y="912558"/>
                  </a:lnTo>
                  <a:close/>
                </a:path>
                <a:path w="8822055" h="1311275">
                  <a:moveTo>
                    <a:pt x="2176538" y="903173"/>
                  </a:moveTo>
                  <a:lnTo>
                    <a:pt x="2171852" y="878217"/>
                  </a:lnTo>
                  <a:lnTo>
                    <a:pt x="2146897" y="882904"/>
                  </a:lnTo>
                  <a:lnTo>
                    <a:pt x="2151583" y="907859"/>
                  </a:lnTo>
                  <a:lnTo>
                    <a:pt x="2176538" y="903173"/>
                  </a:lnTo>
                  <a:close/>
                </a:path>
                <a:path w="8822055" h="1311275">
                  <a:moveTo>
                    <a:pt x="2226475" y="893800"/>
                  </a:moveTo>
                  <a:lnTo>
                    <a:pt x="2221788" y="868845"/>
                  </a:lnTo>
                  <a:lnTo>
                    <a:pt x="2196820" y="873531"/>
                  </a:lnTo>
                  <a:lnTo>
                    <a:pt x="2201507" y="898486"/>
                  </a:lnTo>
                  <a:lnTo>
                    <a:pt x="2226475" y="893800"/>
                  </a:lnTo>
                  <a:close/>
                </a:path>
                <a:path w="8822055" h="1311275">
                  <a:moveTo>
                    <a:pt x="2276398" y="884428"/>
                  </a:moveTo>
                  <a:lnTo>
                    <a:pt x="2271712" y="859472"/>
                  </a:lnTo>
                  <a:lnTo>
                    <a:pt x="2246744" y="864158"/>
                  </a:lnTo>
                  <a:lnTo>
                    <a:pt x="2251430" y="889114"/>
                  </a:lnTo>
                  <a:lnTo>
                    <a:pt x="2276398" y="884428"/>
                  </a:lnTo>
                  <a:close/>
                </a:path>
                <a:path w="8822055" h="1311275">
                  <a:moveTo>
                    <a:pt x="2326322" y="875055"/>
                  </a:moveTo>
                  <a:lnTo>
                    <a:pt x="2321636" y="850099"/>
                  </a:lnTo>
                  <a:lnTo>
                    <a:pt x="2296668" y="854786"/>
                  </a:lnTo>
                  <a:lnTo>
                    <a:pt x="2301367" y="879741"/>
                  </a:lnTo>
                  <a:lnTo>
                    <a:pt x="2326322" y="875055"/>
                  </a:lnTo>
                  <a:close/>
                </a:path>
                <a:path w="8822055" h="1311275">
                  <a:moveTo>
                    <a:pt x="2376246" y="865682"/>
                  </a:moveTo>
                  <a:lnTo>
                    <a:pt x="2371560" y="840714"/>
                  </a:lnTo>
                  <a:lnTo>
                    <a:pt x="2346604" y="845413"/>
                  </a:lnTo>
                  <a:lnTo>
                    <a:pt x="2351290" y="870369"/>
                  </a:lnTo>
                  <a:lnTo>
                    <a:pt x="2376246" y="865682"/>
                  </a:lnTo>
                  <a:close/>
                </a:path>
                <a:path w="8822055" h="1311275">
                  <a:moveTo>
                    <a:pt x="2426182" y="856310"/>
                  </a:moveTo>
                  <a:lnTo>
                    <a:pt x="2421496" y="831342"/>
                  </a:lnTo>
                  <a:lnTo>
                    <a:pt x="2396528" y="836028"/>
                  </a:lnTo>
                  <a:lnTo>
                    <a:pt x="2401214" y="860996"/>
                  </a:lnTo>
                  <a:lnTo>
                    <a:pt x="2426182" y="856310"/>
                  </a:lnTo>
                  <a:close/>
                </a:path>
                <a:path w="8822055" h="1311275">
                  <a:moveTo>
                    <a:pt x="2476106" y="846937"/>
                  </a:moveTo>
                  <a:lnTo>
                    <a:pt x="2471420" y="821969"/>
                  </a:lnTo>
                  <a:lnTo>
                    <a:pt x="2446451" y="826655"/>
                  </a:lnTo>
                  <a:lnTo>
                    <a:pt x="2451138" y="851623"/>
                  </a:lnTo>
                  <a:lnTo>
                    <a:pt x="2476106" y="846937"/>
                  </a:lnTo>
                  <a:close/>
                </a:path>
                <a:path w="8822055" h="1311275">
                  <a:moveTo>
                    <a:pt x="2526030" y="837565"/>
                  </a:moveTo>
                  <a:lnTo>
                    <a:pt x="2521343" y="812596"/>
                  </a:lnTo>
                  <a:lnTo>
                    <a:pt x="2496388" y="817283"/>
                  </a:lnTo>
                  <a:lnTo>
                    <a:pt x="2501074" y="842251"/>
                  </a:lnTo>
                  <a:lnTo>
                    <a:pt x="2526030" y="837565"/>
                  </a:lnTo>
                  <a:close/>
                </a:path>
                <a:path w="8822055" h="1311275">
                  <a:moveTo>
                    <a:pt x="2575966" y="828192"/>
                  </a:moveTo>
                  <a:lnTo>
                    <a:pt x="2571280" y="803224"/>
                  </a:lnTo>
                  <a:lnTo>
                    <a:pt x="2546312" y="807910"/>
                  </a:lnTo>
                  <a:lnTo>
                    <a:pt x="2550998" y="832878"/>
                  </a:lnTo>
                  <a:lnTo>
                    <a:pt x="2575966" y="828192"/>
                  </a:lnTo>
                  <a:close/>
                </a:path>
                <a:path w="8822055" h="1311275">
                  <a:moveTo>
                    <a:pt x="2625890" y="818819"/>
                  </a:moveTo>
                  <a:lnTo>
                    <a:pt x="2621203" y="793851"/>
                  </a:lnTo>
                  <a:lnTo>
                    <a:pt x="2596235" y="798537"/>
                  </a:lnTo>
                  <a:lnTo>
                    <a:pt x="2600922" y="823506"/>
                  </a:lnTo>
                  <a:lnTo>
                    <a:pt x="2625890" y="818819"/>
                  </a:lnTo>
                  <a:close/>
                </a:path>
                <a:path w="8822055" h="1311275">
                  <a:moveTo>
                    <a:pt x="2675813" y="809447"/>
                  </a:moveTo>
                  <a:lnTo>
                    <a:pt x="2671127" y="784479"/>
                  </a:lnTo>
                  <a:lnTo>
                    <a:pt x="2646172" y="789165"/>
                  </a:lnTo>
                  <a:lnTo>
                    <a:pt x="2650858" y="814133"/>
                  </a:lnTo>
                  <a:lnTo>
                    <a:pt x="2675813" y="809447"/>
                  </a:lnTo>
                  <a:close/>
                </a:path>
                <a:path w="8822055" h="1311275">
                  <a:moveTo>
                    <a:pt x="2725750" y="800074"/>
                  </a:moveTo>
                  <a:lnTo>
                    <a:pt x="2721064" y="775106"/>
                  </a:lnTo>
                  <a:lnTo>
                    <a:pt x="2696095" y="779792"/>
                  </a:lnTo>
                  <a:lnTo>
                    <a:pt x="2700782" y="804760"/>
                  </a:lnTo>
                  <a:lnTo>
                    <a:pt x="2725750" y="800074"/>
                  </a:lnTo>
                  <a:close/>
                </a:path>
                <a:path w="8822055" h="1311275">
                  <a:moveTo>
                    <a:pt x="2775674" y="790702"/>
                  </a:moveTo>
                  <a:lnTo>
                    <a:pt x="2770987" y="765733"/>
                  </a:lnTo>
                  <a:lnTo>
                    <a:pt x="2746019" y="770420"/>
                  </a:lnTo>
                  <a:lnTo>
                    <a:pt x="2750705" y="795388"/>
                  </a:lnTo>
                  <a:lnTo>
                    <a:pt x="2775674" y="790702"/>
                  </a:lnTo>
                  <a:close/>
                </a:path>
                <a:path w="8822055" h="1311275">
                  <a:moveTo>
                    <a:pt x="2825597" y="781316"/>
                  </a:moveTo>
                  <a:lnTo>
                    <a:pt x="2820911" y="756361"/>
                  </a:lnTo>
                  <a:lnTo>
                    <a:pt x="2795955" y="761047"/>
                  </a:lnTo>
                  <a:lnTo>
                    <a:pt x="2800642" y="786003"/>
                  </a:lnTo>
                  <a:lnTo>
                    <a:pt x="2825597" y="781316"/>
                  </a:lnTo>
                  <a:close/>
                </a:path>
                <a:path w="8822055" h="1311275">
                  <a:moveTo>
                    <a:pt x="2875534" y="771944"/>
                  </a:moveTo>
                  <a:lnTo>
                    <a:pt x="2870847" y="746988"/>
                  </a:lnTo>
                  <a:lnTo>
                    <a:pt x="2845879" y="751674"/>
                  </a:lnTo>
                  <a:lnTo>
                    <a:pt x="2850565" y="776630"/>
                  </a:lnTo>
                  <a:lnTo>
                    <a:pt x="2875534" y="771944"/>
                  </a:lnTo>
                  <a:close/>
                </a:path>
                <a:path w="8822055" h="1311275">
                  <a:moveTo>
                    <a:pt x="2925457" y="762571"/>
                  </a:moveTo>
                  <a:lnTo>
                    <a:pt x="2920771" y="737616"/>
                  </a:lnTo>
                  <a:lnTo>
                    <a:pt x="2895803" y="742302"/>
                  </a:lnTo>
                  <a:lnTo>
                    <a:pt x="2900489" y="767257"/>
                  </a:lnTo>
                  <a:lnTo>
                    <a:pt x="2925457" y="762571"/>
                  </a:lnTo>
                  <a:close/>
                </a:path>
                <a:path w="8822055" h="1311275">
                  <a:moveTo>
                    <a:pt x="3017659" y="732345"/>
                  </a:moveTo>
                  <a:lnTo>
                    <a:pt x="3003778" y="727392"/>
                  </a:lnTo>
                  <a:lnTo>
                    <a:pt x="2907449" y="693051"/>
                  </a:lnTo>
                  <a:lnTo>
                    <a:pt x="2900184" y="696493"/>
                  </a:lnTo>
                  <a:lnTo>
                    <a:pt x="2895473" y="709714"/>
                  </a:lnTo>
                  <a:lnTo>
                    <a:pt x="2898927" y="716978"/>
                  </a:lnTo>
                  <a:lnTo>
                    <a:pt x="2945879" y="733717"/>
                  </a:lnTo>
                  <a:lnTo>
                    <a:pt x="2950273" y="757097"/>
                  </a:lnTo>
                  <a:lnTo>
                    <a:pt x="2912580" y="789736"/>
                  </a:lnTo>
                  <a:lnTo>
                    <a:pt x="2912008" y="797750"/>
                  </a:lnTo>
                  <a:lnTo>
                    <a:pt x="2921190" y="808355"/>
                  </a:lnTo>
                  <a:lnTo>
                    <a:pt x="2929204" y="808939"/>
                  </a:lnTo>
                  <a:lnTo>
                    <a:pt x="2988157" y="757885"/>
                  </a:lnTo>
                  <a:lnTo>
                    <a:pt x="2998470" y="748957"/>
                  </a:lnTo>
                  <a:lnTo>
                    <a:pt x="3017659" y="732345"/>
                  </a:lnTo>
                  <a:close/>
                </a:path>
                <a:path w="8822055" h="1311275">
                  <a:moveTo>
                    <a:pt x="3280181" y="673277"/>
                  </a:moveTo>
                  <a:lnTo>
                    <a:pt x="3277387" y="648030"/>
                  </a:lnTo>
                  <a:lnTo>
                    <a:pt x="3252152" y="650824"/>
                  </a:lnTo>
                  <a:lnTo>
                    <a:pt x="3254933" y="676071"/>
                  </a:lnTo>
                  <a:lnTo>
                    <a:pt x="3280181" y="673277"/>
                  </a:lnTo>
                  <a:close/>
                </a:path>
                <a:path w="8822055" h="1311275">
                  <a:moveTo>
                    <a:pt x="3330676" y="667689"/>
                  </a:moveTo>
                  <a:lnTo>
                    <a:pt x="3327882" y="642442"/>
                  </a:lnTo>
                  <a:lnTo>
                    <a:pt x="3302635" y="645236"/>
                  </a:lnTo>
                  <a:lnTo>
                    <a:pt x="3305429" y="670483"/>
                  </a:lnTo>
                  <a:lnTo>
                    <a:pt x="3330676" y="667689"/>
                  </a:lnTo>
                  <a:close/>
                </a:path>
                <a:path w="8822055" h="1311275">
                  <a:moveTo>
                    <a:pt x="3381171" y="662101"/>
                  </a:moveTo>
                  <a:lnTo>
                    <a:pt x="3378377" y="636866"/>
                  </a:lnTo>
                  <a:lnTo>
                    <a:pt x="3353130" y="639648"/>
                  </a:lnTo>
                  <a:lnTo>
                    <a:pt x="3355924" y="664895"/>
                  </a:lnTo>
                  <a:lnTo>
                    <a:pt x="3381171" y="662101"/>
                  </a:lnTo>
                  <a:close/>
                </a:path>
                <a:path w="8822055" h="1311275">
                  <a:moveTo>
                    <a:pt x="3431667" y="656526"/>
                  </a:moveTo>
                  <a:lnTo>
                    <a:pt x="3428873" y="631278"/>
                  </a:lnTo>
                  <a:lnTo>
                    <a:pt x="3403625" y="634072"/>
                  </a:lnTo>
                  <a:lnTo>
                    <a:pt x="3406419" y="659320"/>
                  </a:lnTo>
                  <a:lnTo>
                    <a:pt x="3431667" y="656526"/>
                  </a:lnTo>
                  <a:close/>
                </a:path>
                <a:path w="8822055" h="1311275">
                  <a:moveTo>
                    <a:pt x="3482149" y="650938"/>
                  </a:moveTo>
                  <a:lnTo>
                    <a:pt x="3479355" y="625690"/>
                  </a:lnTo>
                  <a:lnTo>
                    <a:pt x="3454120" y="628484"/>
                  </a:lnTo>
                  <a:lnTo>
                    <a:pt x="3456902" y="653732"/>
                  </a:lnTo>
                  <a:lnTo>
                    <a:pt x="3482149" y="650938"/>
                  </a:lnTo>
                  <a:close/>
                </a:path>
                <a:path w="8822055" h="1311275">
                  <a:moveTo>
                    <a:pt x="3532644" y="645350"/>
                  </a:moveTo>
                  <a:lnTo>
                    <a:pt x="3529850" y="620102"/>
                  </a:lnTo>
                  <a:lnTo>
                    <a:pt x="3504603" y="622896"/>
                  </a:lnTo>
                  <a:lnTo>
                    <a:pt x="3507397" y="648144"/>
                  </a:lnTo>
                  <a:lnTo>
                    <a:pt x="3532644" y="645350"/>
                  </a:lnTo>
                  <a:close/>
                </a:path>
                <a:path w="8822055" h="1311275">
                  <a:moveTo>
                    <a:pt x="3583140" y="639762"/>
                  </a:moveTo>
                  <a:lnTo>
                    <a:pt x="3580346" y="614514"/>
                  </a:lnTo>
                  <a:lnTo>
                    <a:pt x="3555098" y="617308"/>
                  </a:lnTo>
                  <a:lnTo>
                    <a:pt x="3557892" y="642556"/>
                  </a:lnTo>
                  <a:lnTo>
                    <a:pt x="3583140" y="639762"/>
                  </a:lnTo>
                  <a:close/>
                </a:path>
                <a:path w="8822055" h="1311275">
                  <a:moveTo>
                    <a:pt x="3633635" y="634187"/>
                  </a:moveTo>
                  <a:lnTo>
                    <a:pt x="3630841" y="608939"/>
                  </a:lnTo>
                  <a:lnTo>
                    <a:pt x="3605593" y="611733"/>
                  </a:lnTo>
                  <a:lnTo>
                    <a:pt x="3608387" y="636968"/>
                  </a:lnTo>
                  <a:lnTo>
                    <a:pt x="3633635" y="634187"/>
                  </a:lnTo>
                  <a:close/>
                </a:path>
                <a:path w="8822055" h="1311275">
                  <a:moveTo>
                    <a:pt x="3684117" y="628599"/>
                  </a:moveTo>
                  <a:lnTo>
                    <a:pt x="3681323" y="603351"/>
                  </a:lnTo>
                  <a:lnTo>
                    <a:pt x="3656088" y="606145"/>
                  </a:lnTo>
                  <a:lnTo>
                    <a:pt x="3658870" y="631393"/>
                  </a:lnTo>
                  <a:lnTo>
                    <a:pt x="3684117" y="628599"/>
                  </a:lnTo>
                  <a:close/>
                </a:path>
                <a:path w="8822055" h="1311275">
                  <a:moveTo>
                    <a:pt x="3734612" y="623011"/>
                  </a:moveTo>
                  <a:lnTo>
                    <a:pt x="3731818" y="597763"/>
                  </a:lnTo>
                  <a:lnTo>
                    <a:pt x="3706571" y="600557"/>
                  </a:lnTo>
                  <a:lnTo>
                    <a:pt x="3709365" y="625805"/>
                  </a:lnTo>
                  <a:lnTo>
                    <a:pt x="3734612" y="623011"/>
                  </a:lnTo>
                  <a:close/>
                </a:path>
                <a:path w="8822055" h="1311275">
                  <a:moveTo>
                    <a:pt x="3785108" y="617423"/>
                  </a:moveTo>
                  <a:lnTo>
                    <a:pt x="3782314" y="592175"/>
                  </a:lnTo>
                  <a:lnTo>
                    <a:pt x="3757066" y="594969"/>
                  </a:lnTo>
                  <a:lnTo>
                    <a:pt x="3759860" y="620217"/>
                  </a:lnTo>
                  <a:lnTo>
                    <a:pt x="3785108" y="617423"/>
                  </a:lnTo>
                  <a:close/>
                </a:path>
                <a:path w="8822055" h="1311275">
                  <a:moveTo>
                    <a:pt x="3835603" y="611835"/>
                  </a:moveTo>
                  <a:lnTo>
                    <a:pt x="3832809" y="586600"/>
                  </a:lnTo>
                  <a:lnTo>
                    <a:pt x="3807561" y="589381"/>
                  </a:lnTo>
                  <a:lnTo>
                    <a:pt x="3810355" y="614629"/>
                  </a:lnTo>
                  <a:lnTo>
                    <a:pt x="3835603" y="611835"/>
                  </a:lnTo>
                  <a:close/>
                </a:path>
                <a:path w="8822055" h="1311275">
                  <a:moveTo>
                    <a:pt x="3886085" y="606259"/>
                  </a:moveTo>
                  <a:lnTo>
                    <a:pt x="3883291" y="581012"/>
                  </a:lnTo>
                  <a:lnTo>
                    <a:pt x="3858056" y="583806"/>
                  </a:lnTo>
                  <a:lnTo>
                    <a:pt x="3860838" y="609053"/>
                  </a:lnTo>
                  <a:lnTo>
                    <a:pt x="3886085" y="606259"/>
                  </a:lnTo>
                  <a:close/>
                </a:path>
                <a:path w="8822055" h="1311275">
                  <a:moveTo>
                    <a:pt x="3936581" y="600671"/>
                  </a:moveTo>
                  <a:lnTo>
                    <a:pt x="3933787" y="575424"/>
                  </a:lnTo>
                  <a:lnTo>
                    <a:pt x="3908539" y="578218"/>
                  </a:lnTo>
                  <a:lnTo>
                    <a:pt x="3911333" y="603465"/>
                  </a:lnTo>
                  <a:lnTo>
                    <a:pt x="3936581" y="600671"/>
                  </a:lnTo>
                  <a:close/>
                </a:path>
                <a:path w="8822055" h="1311275">
                  <a:moveTo>
                    <a:pt x="3987076" y="595083"/>
                  </a:moveTo>
                  <a:lnTo>
                    <a:pt x="3984282" y="569836"/>
                  </a:lnTo>
                  <a:lnTo>
                    <a:pt x="3959034" y="572630"/>
                  </a:lnTo>
                  <a:lnTo>
                    <a:pt x="3961828" y="597877"/>
                  </a:lnTo>
                  <a:lnTo>
                    <a:pt x="3987076" y="595083"/>
                  </a:lnTo>
                  <a:close/>
                </a:path>
                <a:path w="8822055" h="1311275">
                  <a:moveTo>
                    <a:pt x="4037571" y="589495"/>
                  </a:moveTo>
                  <a:lnTo>
                    <a:pt x="4034777" y="564248"/>
                  </a:lnTo>
                  <a:lnTo>
                    <a:pt x="4009529" y="567042"/>
                  </a:lnTo>
                  <a:lnTo>
                    <a:pt x="4012323" y="592289"/>
                  </a:lnTo>
                  <a:lnTo>
                    <a:pt x="4037571" y="589495"/>
                  </a:lnTo>
                  <a:close/>
                </a:path>
                <a:path w="8822055" h="1311275">
                  <a:moveTo>
                    <a:pt x="4088053" y="583907"/>
                  </a:moveTo>
                  <a:lnTo>
                    <a:pt x="4085259" y="558673"/>
                  </a:lnTo>
                  <a:lnTo>
                    <a:pt x="4060025" y="561467"/>
                  </a:lnTo>
                  <a:lnTo>
                    <a:pt x="4062806" y="586701"/>
                  </a:lnTo>
                  <a:lnTo>
                    <a:pt x="4088053" y="583907"/>
                  </a:lnTo>
                  <a:close/>
                </a:path>
                <a:path w="8822055" h="1311275">
                  <a:moveTo>
                    <a:pt x="4138549" y="578332"/>
                  </a:moveTo>
                  <a:lnTo>
                    <a:pt x="4135755" y="553085"/>
                  </a:lnTo>
                  <a:lnTo>
                    <a:pt x="4110507" y="555879"/>
                  </a:lnTo>
                  <a:lnTo>
                    <a:pt x="4113301" y="581126"/>
                  </a:lnTo>
                  <a:lnTo>
                    <a:pt x="4138549" y="578332"/>
                  </a:lnTo>
                  <a:close/>
                </a:path>
                <a:path w="8822055" h="1311275">
                  <a:moveTo>
                    <a:pt x="4189044" y="572744"/>
                  </a:moveTo>
                  <a:lnTo>
                    <a:pt x="4186250" y="547497"/>
                  </a:lnTo>
                  <a:lnTo>
                    <a:pt x="4161002" y="550291"/>
                  </a:lnTo>
                  <a:lnTo>
                    <a:pt x="4163796" y="575538"/>
                  </a:lnTo>
                  <a:lnTo>
                    <a:pt x="4189044" y="572744"/>
                  </a:lnTo>
                  <a:close/>
                </a:path>
                <a:path w="8822055" h="1311275">
                  <a:moveTo>
                    <a:pt x="4239539" y="567156"/>
                  </a:moveTo>
                  <a:lnTo>
                    <a:pt x="4236745" y="541909"/>
                  </a:lnTo>
                  <a:lnTo>
                    <a:pt x="4211498" y="544703"/>
                  </a:lnTo>
                  <a:lnTo>
                    <a:pt x="4214292" y="569950"/>
                  </a:lnTo>
                  <a:lnTo>
                    <a:pt x="4239539" y="567156"/>
                  </a:lnTo>
                  <a:close/>
                </a:path>
                <a:path w="8822055" h="1311275">
                  <a:moveTo>
                    <a:pt x="4290022" y="561568"/>
                  </a:moveTo>
                  <a:lnTo>
                    <a:pt x="4287228" y="536321"/>
                  </a:lnTo>
                  <a:lnTo>
                    <a:pt x="4261993" y="539115"/>
                  </a:lnTo>
                  <a:lnTo>
                    <a:pt x="4264774" y="564362"/>
                  </a:lnTo>
                  <a:lnTo>
                    <a:pt x="4290022" y="561568"/>
                  </a:lnTo>
                  <a:close/>
                </a:path>
                <a:path w="8822055" h="1311275">
                  <a:moveTo>
                    <a:pt x="4340517" y="555993"/>
                  </a:moveTo>
                  <a:lnTo>
                    <a:pt x="4337723" y="530745"/>
                  </a:lnTo>
                  <a:lnTo>
                    <a:pt x="4312475" y="533539"/>
                  </a:lnTo>
                  <a:lnTo>
                    <a:pt x="4315269" y="558774"/>
                  </a:lnTo>
                  <a:lnTo>
                    <a:pt x="4340517" y="555993"/>
                  </a:lnTo>
                  <a:close/>
                </a:path>
                <a:path w="8822055" h="1311275">
                  <a:moveTo>
                    <a:pt x="4391012" y="550405"/>
                  </a:moveTo>
                  <a:lnTo>
                    <a:pt x="4388218" y="525157"/>
                  </a:lnTo>
                  <a:lnTo>
                    <a:pt x="4362970" y="527951"/>
                  </a:lnTo>
                  <a:lnTo>
                    <a:pt x="4365764" y="553199"/>
                  </a:lnTo>
                  <a:lnTo>
                    <a:pt x="4391012" y="550405"/>
                  </a:lnTo>
                  <a:close/>
                </a:path>
                <a:path w="8822055" h="1311275">
                  <a:moveTo>
                    <a:pt x="4441507" y="544817"/>
                  </a:moveTo>
                  <a:lnTo>
                    <a:pt x="4438713" y="519569"/>
                  </a:lnTo>
                  <a:lnTo>
                    <a:pt x="4413466" y="522363"/>
                  </a:lnTo>
                  <a:lnTo>
                    <a:pt x="4416260" y="547611"/>
                  </a:lnTo>
                  <a:lnTo>
                    <a:pt x="4441507" y="544817"/>
                  </a:lnTo>
                  <a:close/>
                </a:path>
                <a:path w="8822055" h="1311275">
                  <a:moveTo>
                    <a:pt x="4491990" y="539229"/>
                  </a:moveTo>
                  <a:lnTo>
                    <a:pt x="4489196" y="513981"/>
                  </a:lnTo>
                  <a:lnTo>
                    <a:pt x="4463948" y="516775"/>
                  </a:lnTo>
                  <a:lnTo>
                    <a:pt x="4466742" y="542023"/>
                  </a:lnTo>
                  <a:lnTo>
                    <a:pt x="4491990" y="539229"/>
                  </a:lnTo>
                  <a:close/>
                </a:path>
                <a:path w="8822055" h="1311275">
                  <a:moveTo>
                    <a:pt x="4542485" y="533641"/>
                  </a:moveTo>
                  <a:lnTo>
                    <a:pt x="4539691" y="508406"/>
                  </a:lnTo>
                  <a:lnTo>
                    <a:pt x="4514443" y="511187"/>
                  </a:lnTo>
                  <a:lnTo>
                    <a:pt x="4517237" y="536435"/>
                  </a:lnTo>
                  <a:lnTo>
                    <a:pt x="4542485" y="533641"/>
                  </a:lnTo>
                  <a:close/>
                </a:path>
                <a:path w="8822055" h="1311275">
                  <a:moveTo>
                    <a:pt x="4592980" y="528066"/>
                  </a:moveTo>
                  <a:lnTo>
                    <a:pt x="4590186" y="502818"/>
                  </a:lnTo>
                  <a:lnTo>
                    <a:pt x="4564939" y="505612"/>
                  </a:lnTo>
                  <a:lnTo>
                    <a:pt x="4567733" y="530860"/>
                  </a:lnTo>
                  <a:lnTo>
                    <a:pt x="4592980" y="528066"/>
                  </a:lnTo>
                  <a:close/>
                </a:path>
                <a:path w="8822055" h="1311275">
                  <a:moveTo>
                    <a:pt x="4643475" y="522478"/>
                  </a:moveTo>
                  <a:lnTo>
                    <a:pt x="4640681" y="497230"/>
                  </a:lnTo>
                  <a:lnTo>
                    <a:pt x="4615434" y="500024"/>
                  </a:lnTo>
                  <a:lnTo>
                    <a:pt x="4618228" y="525272"/>
                  </a:lnTo>
                  <a:lnTo>
                    <a:pt x="4643475" y="522478"/>
                  </a:lnTo>
                  <a:close/>
                </a:path>
                <a:path w="8822055" h="1311275">
                  <a:moveTo>
                    <a:pt x="4693958" y="516890"/>
                  </a:moveTo>
                  <a:lnTo>
                    <a:pt x="4691164" y="491642"/>
                  </a:lnTo>
                  <a:lnTo>
                    <a:pt x="4665916" y="494436"/>
                  </a:lnTo>
                  <a:lnTo>
                    <a:pt x="4668710" y="519684"/>
                  </a:lnTo>
                  <a:lnTo>
                    <a:pt x="4693958" y="516890"/>
                  </a:lnTo>
                  <a:close/>
                </a:path>
                <a:path w="8822055" h="1311275">
                  <a:moveTo>
                    <a:pt x="4744453" y="511302"/>
                  </a:moveTo>
                  <a:lnTo>
                    <a:pt x="4741659" y="486054"/>
                  </a:lnTo>
                  <a:lnTo>
                    <a:pt x="4716411" y="488848"/>
                  </a:lnTo>
                  <a:lnTo>
                    <a:pt x="4719205" y="514096"/>
                  </a:lnTo>
                  <a:lnTo>
                    <a:pt x="4744453" y="511302"/>
                  </a:lnTo>
                  <a:close/>
                </a:path>
                <a:path w="8822055" h="1311275">
                  <a:moveTo>
                    <a:pt x="4794948" y="505726"/>
                  </a:moveTo>
                  <a:lnTo>
                    <a:pt x="4792154" y="480479"/>
                  </a:lnTo>
                  <a:lnTo>
                    <a:pt x="4766907" y="483273"/>
                  </a:lnTo>
                  <a:lnTo>
                    <a:pt x="4769701" y="508508"/>
                  </a:lnTo>
                  <a:lnTo>
                    <a:pt x="4794948" y="505726"/>
                  </a:lnTo>
                  <a:close/>
                </a:path>
                <a:path w="8822055" h="1311275">
                  <a:moveTo>
                    <a:pt x="4845443" y="500138"/>
                  </a:moveTo>
                  <a:lnTo>
                    <a:pt x="4842649" y="474891"/>
                  </a:lnTo>
                  <a:lnTo>
                    <a:pt x="4817402" y="477685"/>
                  </a:lnTo>
                  <a:lnTo>
                    <a:pt x="4820196" y="502932"/>
                  </a:lnTo>
                  <a:lnTo>
                    <a:pt x="4845443" y="500138"/>
                  </a:lnTo>
                  <a:close/>
                </a:path>
                <a:path w="8822055" h="1311275">
                  <a:moveTo>
                    <a:pt x="4895926" y="494550"/>
                  </a:moveTo>
                  <a:lnTo>
                    <a:pt x="4893132" y="469303"/>
                  </a:lnTo>
                  <a:lnTo>
                    <a:pt x="4867884" y="472097"/>
                  </a:lnTo>
                  <a:lnTo>
                    <a:pt x="4870678" y="497344"/>
                  </a:lnTo>
                  <a:lnTo>
                    <a:pt x="4895926" y="494550"/>
                  </a:lnTo>
                  <a:close/>
                </a:path>
                <a:path w="8822055" h="1311275">
                  <a:moveTo>
                    <a:pt x="4946421" y="488962"/>
                  </a:moveTo>
                  <a:lnTo>
                    <a:pt x="4943627" y="463715"/>
                  </a:lnTo>
                  <a:lnTo>
                    <a:pt x="4918380" y="466509"/>
                  </a:lnTo>
                  <a:lnTo>
                    <a:pt x="4921174" y="491756"/>
                  </a:lnTo>
                  <a:lnTo>
                    <a:pt x="4946421" y="488962"/>
                  </a:lnTo>
                  <a:close/>
                </a:path>
                <a:path w="8822055" h="1311275">
                  <a:moveTo>
                    <a:pt x="4996916" y="483374"/>
                  </a:moveTo>
                  <a:lnTo>
                    <a:pt x="4994122" y="458139"/>
                  </a:lnTo>
                  <a:lnTo>
                    <a:pt x="4968875" y="460921"/>
                  </a:lnTo>
                  <a:lnTo>
                    <a:pt x="4971669" y="486168"/>
                  </a:lnTo>
                  <a:lnTo>
                    <a:pt x="4996916" y="483374"/>
                  </a:lnTo>
                  <a:close/>
                </a:path>
                <a:path w="8822055" h="1311275">
                  <a:moveTo>
                    <a:pt x="5047399" y="477799"/>
                  </a:moveTo>
                  <a:lnTo>
                    <a:pt x="5044618" y="452551"/>
                  </a:lnTo>
                  <a:lnTo>
                    <a:pt x="5019370" y="455345"/>
                  </a:lnTo>
                  <a:lnTo>
                    <a:pt x="5022164" y="480580"/>
                  </a:lnTo>
                  <a:lnTo>
                    <a:pt x="5047399" y="477799"/>
                  </a:lnTo>
                  <a:close/>
                </a:path>
                <a:path w="8822055" h="1311275">
                  <a:moveTo>
                    <a:pt x="5097894" y="472211"/>
                  </a:moveTo>
                  <a:lnTo>
                    <a:pt x="5095100" y="446963"/>
                  </a:lnTo>
                  <a:lnTo>
                    <a:pt x="5069852" y="449757"/>
                  </a:lnTo>
                  <a:lnTo>
                    <a:pt x="5072646" y="475005"/>
                  </a:lnTo>
                  <a:lnTo>
                    <a:pt x="5097894" y="472211"/>
                  </a:lnTo>
                  <a:close/>
                </a:path>
                <a:path w="8822055" h="1311275">
                  <a:moveTo>
                    <a:pt x="5148389" y="466623"/>
                  </a:moveTo>
                  <a:lnTo>
                    <a:pt x="5145595" y="441375"/>
                  </a:lnTo>
                  <a:lnTo>
                    <a:pt x="5120348" y="444169"/>
                  </a:lnTo>
                  <a:lnTo>
                    <a:pt x="5123142" y="469417"/>
                  </a:lnTo>
                  <a:lnTo>
                    <a:pt x="5148389" y="466623"/>
                  </a:lnTo>
                  <a:close/>
                </a:path>
                <a:path w="8822055" h="1311275">
                  <a:moveTo>
                    <a:pt x="5198884" y="461035"/>
                  </a:moveTo>
                  <a:lnTo>
                    <a:pt x="5196090" y="435787"/>
                  </a:lnTo>
                  <a:lnTo>
                    <a:pt x="5170843" y="438581"/>
                  </a:lnTo>
                  <a:lnTo>
                    <a:pt x="5173637" y="463829"/>
                  </a:lnTo>
                  <a:lnTo>
                    <a:pt x="5198884" y="461035"/>
                  </a:lnTo>
                  <a:close/>
                </a:path>
                <a:path w="8822055" h="1311275">
                  <a:moveTo>
                    <a:pt x="5249367" y="455447"/>
                  </a:moveTo>
                  <a:lnTo>
                    <a:pt x="5246586" y="430212"/>
                  </a:lnTo>
                  <a:lnTo>
                    <a:pt x="5221338" y="432993"/>
                  </a:lnTo>
                  <a:lnTo>
                    <a:pt x="5224132" y="458241"/>
                  </a:lnTo>
                  <a:lnTo>
                    <a:pt x="5249367" y="455447"/>
                  </a:lnTo>
                  <a:close/>
                </a:path>
                <a:path w="8822055" h="1311275">
                  <a:moveTo>
                    <a:pt x="5299862" y="449872"/>
                  </a:moveTo>
                  <a:lnTo>
                    <a:pt x="5297068" y="424624"/>
                  </a:lnTo>
                  <a:lnTo>
                    <a:pt x="5271821" y="427418"/>
                  </a:lnTo>
                  <a:lnTo>
                    <a:pt x="5274615" y="452666"/>
                  </a:lnTo>
                  <a:lnTo>
                    <a:pt x="5299862" y="449872"/>
                  </a:lnTo>
                  <a:close/>
                </a:path>
                <a:path w="8822055" h="1311275">
                  <a:moveTo>
                    <a:pt x="5350357" y="444284"/>
                  </a:moveTo>
                  <a:lnTo>
                    <a:pt x="5347563" y="419036"/>
                  </a:lnTo>
                  <a:lnTo>
                    <a:pt x="5322316" y="421830"/>
                  </a:lnTo>
                  <a:lnTo>
                    <a:pt x="5325110" y="447078"/>
                  </a:lnTo>
                  <a:lnTo>
                    <a:pt x="5350357" y="444284"/>
                  </a:lnTo>
                  <a:close/>
                </a:path>
                <a:path w="8822055" h="1311275">
                  <a:moveTo>
                    <a:pt x="5400853" y="438696"/>
                  </a:moveTo>
                  <a:lnTo>
                    <a:pt x="5398059" y="413448"/>
                  </a:lnTo>
                  <a:lnTo>
                    <a:pt x="5372811" y="416242"/>
                  </a:lnTo>
                  <a:lnTo>
                    <a:pt x="5375605" y="441490"/>
                  </a:lnTo>
                  <a:lnTo>
                    <a:pt x="5400853" y="438696"/>
                  </a:lnTo>
                  <a:close/>
                </a:path>
                <a:path w="8822055" h="1311275">
                  <a:moveTo>
                    <a:pt x="5451335" y="433108"/>
                  </a:moveTo>
                  <a:lnTo>
                    <a:pt x="5448554" y="407860"/>
                  </a:lnTo>
                  <a:lnTo>
                    <a:pt x="5423306" y="410654"/>
                  </a:lnTo>
                  <a:lnTo>
                    <a:pt x="5426100" y="435902"/>
                  </a:lnTo>
                  <a:lnTo>
                    <a:pt x="5451335" y="433108"/>
                  </a:lnTo>
                  <a:close/>
                </a:path>
                <a:path w="8822055" h="1311275">
                  <a:moveTo>
                    <a:pt x="5501830" y="427532"/>
                  </a:moveTo>
                  <a:lnTo>
                    <a:pt x="5499036" y="402285"/>
                  </a:lnTo>
                  <a:lnTo>
                    <a:pt x="5473789" y="405079"/>
                  </a:lnTo>
                  <a:lnTo>
                    <a:pt x="5476583" y="430314"/>
                  </a:lnTo>
                  <a:lnTo>
                    <a:pt x="5501830" y="427532"/>
                  </a:lnTo>
                  <a:close/>
                </a:path>
                <a:path w="8822055" h="1311275">
                  <a:moveTo>
                    <a:pt x="5552325" y="421944"/>
                  </a:moveTo>
                  <a:lnTo>
                    <a:pt x="5549531" y="396697"/>
                  </a:lnTo>
                  <a:lnTo>
                    <a:pt x="5524284" y="399491"/>
                  </a:lnTo>
                  <a:lnTo>
                    <a:pt x="5527078" y="424738"/>
                  </a:lnTo>
                  <a:lnTo>
                    <a:pt x="5552325" y="421944"/>
                  </a:lnTo>
                  <a:close/>
                </a:path>
                <a:path w="8822055" h="1311275">
                  <a:moveTo>
                    <a:pt x="5602821" y="416356"/>
                  </a:moveTo>
                  <a:lnTo>
                    <a:pt x="5600027" y="391109"/>
                  </a:lnTo>
                  <a:lnTo>
                    <a:pt x="5574779" y="393903"/>
                  </a:lnTo>
                  <a:lnTo>
                    <a:pt x="5577573" y="419150"/>
                  </a:lnTo>
                  <a:lnTo>
                    <a:pt x="5602821" y="416356"/>
                  </a:lnTo>
                  <a:close/>
                </a:path>
                <a:path w="8822055" h="1311275">
                  <a:moveTo>
                    <a:pt x="5653303" y="410768"/>
                  </a:moveTo>
                  <a:lnTo>
                    <a:pt x="5650522" y="385521"/>
                  </a:lnTo>
                  <a:lnTo>
                    <a:pt x="5625274" y="388315"/>
                  </a:lnTo>
                  <a:lnTo>
                    <a:pt x="5628068" y="413562"/>
                  </a:lnTo>
                  <a:lnTo>
                    <a:pt x="5653303" y="410768"/>
                  </a:lnTo>
                  <a:close/>
                </a:path>
                <a:path w="8822055" h="1311275">
                  <a:moveTo>
                    <a:pt x="5703798" y="405180"/>
                  </a:moveTo>
                  <a:lnTo>
                    <a:pt x="5701004" y="379945"/>
                  </a:lnTo>
                  <a:lnTo>
                    <a:pt x="5675757" y="382727"/>
                  </a:lnTo>
                  <a:lnTo>
                    <a:pt x="5678551" y="407974"/>
                  </a:lnTo>
                  <a:lnTo>
                    <a:pt x="5703798" y="405180"/>
                  </a:lnTo>
                  <a:close/>
                </a:path>
                <a:path w="8822055" h="1311275">
                  <a:moveTo>
                    <a:pt x="5754294" y="399605"/>
                  </a:moveTo>
                  <a:lnTo>
                    <a:pt x="5751500" y="374357"/>
                  </a:lnTo>
                  <a:lnTo>
                    <a:pt x="5726252" y="377151"/>
                  </a:lnTo>
                  <a:lnTo>
                    <a:pt x="5729046" y="402399"/>
                  </a:lnTo>
                  <a:lnTo>
                    <a:pt x="5754294" y="399605"/>
                  </a:lnTo>
                  <a:close/>
                </a:path>
                <a:path w="8822055" h="1311275">
                  <a:moveTo>
                    <a:pt x="5804789" y="394017"/>
                  </a:moveTo>
                  <a:lnTo>
                    <a:pt x="5801995" y="368769"/>
                  </a:lnTo>
                  <a:lnTo>
                    <a:pt x="5776747" y="371563"/>
                  </a:lnTo>
                  <a:lnTo>
                    <a:pt x="5779541" y="396811"/>
                  </a:lnTo>
                  <a:lnTo>
                    <a:pt x="5804789" y="394017"/>
                  </a:lnTo>
                  <a:close/>
                </a:path>
                <a:path w="8822055" h="1311275">
                  <a:moveTo>
                    <a:pt x="5855271" y="388429"/>
                  </a:moveTo>
                  <a:lnTo>
                    <a:pt x="5852490" y="363181"/>
                  </a:lnTo>
                  <a:lnTo>
                    <a:pt x="5827242" y="365975"/>
                  </a:lnTo>
                  <a:lnTo>
                    <a:pt x="5830036" y="391223"/>
                  </a:lnTo>
                  <a:lnTo>
                    <a:pt x="5855271" y="388429"/>
                  </a:lnTo>
                  <a:close/>
                </a:path>
                <a:path w="8822055" h="1311275">
                  <a:moveTo>
                    <a:pt x="5905766" y="382841"/>
                  </a:moveTo>
                  <a:lnTo>
                    <a:pt x="5902972" y="357593"/>
                  </a:lnTo>
                  <a:lnTo>
                    <a:pt x="5877725" y="360387"/>
                  </a:lnTo>
                  <a:lnTo>
                    <a:pt x="5880519" y="385635"/>
                  </a:lnTo>
                  <a:lnTo>
                    <a:pt x="5905766" y="382841"/>
                  </a:lnTo>
                  <a:close/>
                </a:path>
                <a:path w="8822055" h="1311275">
                  <a:moveTo>
                    <a:pt x="5956262" y="377253"/>
                  </a:moveTo>
                  <a:lnTo>
                    <a:pt x="5953468" y="352018"/>
                  </a:lnTo>
                  <a:lnTo>
                    <a:pt x="5928220" y="354812"/>
                  </a:lnTo>
                  <a:lnTo>
                    <a:pt x="5931014" y="380047"/>
                  </a:lnTo>
                  <a:lnTo>
                    <a:pt x="5956262" y="377253"/>
                  </a:lnTo>
                  <a:close/>
                </a:path>
                <a:path w="8822055" h="1311275">
                  <a:moveTo>
                    <a:pt x="6006757" y="371678"/>
                  </a:moveTo>
                  <a:lnTo>
                    <a:pt x="6003963" y="346430"/>
                  </a:lnTo>
                  <a:lnTo>
                    <a:pt x="5978715" y="349224"/>
                  </a:lnTo>
                  <a:lnTo>
                    <a:pt x="5981509" y="374472"/>
                  </a:lnTo>
                  <a:lnTo>
                    <a:pt x="6006757" y="371678"/>
                  </a:lnTo>
                  <a:close/>
                </a:path>
                <a:path w="8822055" h="1311275">
                  <a:moveTo>
                    <a:pt x="6057239" y="366090"/>
                  </a:moveTo>
                  <a:lnTo>
                    <a:pt x="6054458" y="340842"/>
                  </a:lnTo>
                  <a:lnTo>
                    <a:pt x="6029210" y="343636"/>
                  </a:lnTo>
                  <a:lnTo>
                    <a:pt x="6032004" y="368884"/>
                  </a:lnTo>
                  <a:lnTo>
                    <a:pt x="6057239" y="366090"/>
                  </a:lnTo>
                  <a:close/>
                </a:path>
                <a:path w="8822055" h="1311275">
                  <a:moveTo>
                    <a:pt x="6107735" y="360502"/>
                  </a:moveTo>
                  <a:lnTo>
                    <a:pt x="6104941" y="335254"/>
                  </a:lnTo>
                  <a:lnTo>
                    <a:pt x="6079693" y="338048"/>
                  </a:lnTo>
                  <a:lnTo>
                    <a:pt x="6082487" y="363296"/>
                  </a:lnTo>
                  <a:lnTo>
                    <a:pt x="6107735" y="360502"/>
                  </a:lnTo>
                  <a:close/>
                </a:path>
                <a:path w="8822055" h="1311275">
                  <a:moveTo>
                    <a:pt x="6158230" y="354914"/>
                  </a:moveTo>
                  <a:lnTo>
                    <a:pt x="6155436" y="329666"/>
                  </a:lnTo>
                  <a:lnTo>
                    <a:pt x="6130188" y="332460"/>
                  </a:lnTo>
                  <a:lnTo>
                    <a:pt x="6132982" y="357708"/>
                  </a:lnTo>
                  <a:lnTo>
                    <a:pt x="6158230" y="354914"/>
                  </a:lnTo>
                  <a:close/>
                </a:path>
                <a:path w="8822055" h="1311275">
                  <a:moveTo>
                    <a:pt x="6208725" y="349338"/>
                  </a:moveTo>
                  <a:lnTo>
                    <a:pt x="6205931" y="324091"/>
                  </a:lnTo>
                  <a:lnTo>
                    <a:pt x="6180683" y="326885"/>
                  </a:lnTo>
                  <a:lnTo>
                    <a:pt x="6183477" y="352120"/>
                  </a:lnTo>
                  <a:lnTo>
                    <a:pt x="6208725" y="349338"/>
                  </a:lnTo>
                  <a:close/>
                </a:path>
                <a:path w="8822055" h="1311275">
                  <a:moveTo>
                    <a:pt x="6259207" y="343750"/>
                  </a:moveTo>
                  <a:lnTo>
                    <a:pt x="6256426" y="318503"/>
                  </a:lnTo>
                  <a:lnTo>
                    <a:pt x="6231179" y="321297"/>
                  </a:lnTo>
                  <a:lnTo>
                    <a:pt x="6233973" y="346544"/>
                  </a:lnTo>
                  <a:lnTo>
                    <a:pt x="6259207" y="343750"/>
                  </a:lnTo>
                  <a:close/>
                </a:path>
                <a:path w="8822055" h="1311275">
                  <a:moveTo>
                    <a:pt x="6309703" y="338162"/>
                  </a:moveTo>
                  <a:lnTo>
                    <a:pt x="6306909" y="312915"/>
                  </a:lnTo>
                  <a:lnTo>
                    <a:pt x="6281661" y="315709"/>
                  </a:lnTo>
                  <a:lnTo>
                    <a:pt x="6284455" y="340956"/>
                  </a:lnTo>
                  <a:lnTo>
                    <a:pt x="6309703" y="338162"/>
                  </a:lnTo>
                  <a:close/>
                </a:path>
                <a:path w="8822055" h="1311275">
                  <a:moveTo>
                    <a:pt x="6360198" y="332574"/>
                  </a:moveTo>
                  <a:lnTo>
                    <a:pt x="6357404" y="307327"/>
                  </a:lnTo>
                  <a:lnTo>
                    <a:pt x="6332156" y="310121"/>
                  </a:lnTo>
                  <a:lnTo>
                    <a:pt x="6334950" y="335368"/>
                  </a:lnTo>
                  <a:lnTo>
                    <a:pt x="6360198" y="332574"/>
                  </a:lnTo>
                  <a:close/>
                </a:path>
                <a:path w="8822055" h="1311275">
                  <a:moveTo>
                    <a:pt x="6410693" y="326986"/>
                  </a:moveTo>
                  <a:lnTo>
                    <a:pt x="6407899" y="301752"/>
                  </a:lnTo>
                  <a:lnTo>
                    <a:pt x="6382652" y="304533"/>
                  </a:lnTo>
                  <a:lnTo>
                    <a:pt x="6385446" y="329780"/>
                  </a:lnTo>
                  <a:lnTo>
                    <a:pt x="6410693" y="326986"/>
                  </a:lnTo>
                  <a:close/>
                </a:path>
                <a:path w="8822055" h="1311275">
                  <a:moveTo>
                    <a:pt x="6461176" y="321411"/>
                  </a:moveTo>
                  <a:lnTo>
                    <a:pt x="6458394" y="296164"/>
                  </a:lnTo>
                  <a:lnTo>
                    <a:pt x="6433147" y="298958"/>
                  </a:lnTo>
                  <a:lnTo>
                    <a:pt x="6435941" y="324205"/>
                  </a:lnTo>
                  <a:lnTo>
                    <a:pt x="6461176" y="321411"/>
                  </a:lnTo>
                  <a:close/>
                </a:path>
                <a:path w="8822055" h="1311275">
                  <a:moveTo>
                    <a:pt x="6511671" y="315823"/>
                  </a:moveTo>
                  <a:lnTo>
                    <a:pt x="6508877" y="290576"/>
                  </a:lnTo>
                  <a:lnTo>
                    <a:pt x="6483629" y="293370"/>
                  </a:lnTo>
                  <a:lnTo>
                    <a:pt x="6486423" y="318617"/>
                  </a:lnTo>
                  <a:lnTo>
                    <a:pt x="6511671" y="315823"/>
                  </a:lnTo>
                  <a:close/>
                </a:path>
                <a:path w="8822055" h="1311275">
                  <a:moveTo>
                    <a:pt x="6562166" y="310235"/>
                  </a:moveTo>
                  <a:lnTo>
                    <a:pt x="6559372" y="284988"/>
                  </a:lnTo>
                  <a:lnTo>
                    <a:pt x="6534124" y="287782"/>
                  </a:lnTo>
                  <a:lnTo>
                    <a:pt x="6536918" y="313029"/>
                  </a:lnTo>
                  <a:lnTo>
                    <a:pt x="6562166" y="310235"/>
                  </a:lnTo>
                  <a:close/>
                </a:path>
                <a:path w="8822055" h="1311275">
                  <a:moveTo>
                    <a:pt x="6612661" y="304647"/>
                  </a:moveTo>
                  <a:lnTo>
                    <a:pt x="6609867" y="279400"/>
                  </a:lnTo>
                  <a:lnTo>
                    <a:pt x="6584620" y="282194"/>
                  </a:lnTo>
                  <a:lnTo>
                    <a:pt x="6587414" y="307441"/>
                  </a:lnTo>
                  <a:lnTo>
                    <a:pt x="6612661" y="304647"/>
                  </a:lnTo>
                  <a:close/>
                </a:path>
                <a:path w="8822055" h="1311275">
                  <a:moveTo>
                    <a:pt x="6663144" y="299072"/>
                  </a:moveTo>
                  <a:lnTo>
                    <a:pt x="6660362" y="273824"/>
                  </a:lnTo>
                  <a:lnTo>
                    <a:pt x="6635115" y="276618"/>
                  </a:lnTo>
                  <a:lnTo>
                    <a:pt x="6637909" y="301853"/>
                  </a:lnTo>
                  <a:lnTo>
                    <a:pt x="6663144" y="299072"/>
                  </a:lnTo>
                  <a:close/>
                </a:path>
                <a:path w="8822055" h="1311275">
                  <a:moveTo>
                    <a:pt x="6713639" y="293484"/>
                  </a:moveTo>
                  <a:lnTo>
                    <a:pt x="6710845" y="268236"/>
                  </a:lnTo>
                  <a:lnTo>
                    <a:pt x="6685597" y="271030"/>
                  </a:lnTo>
                  <a:lnTo>
                    <a:pt x="6688391" y="296278"/>
                  </a:lnTo>
                  <a:lnTo>
                    <a:pt x="6713639" y="293484"/>
                  </a:lnTo>
                  <a:close/>
                </a:path>
                <a:path w="8822055" h="1311275">
                  <a:moveTo>
                    <a:pt x="6764134" y="287896"/>
                  </a:moveTo>
                  <a:lnTo>
                    <a:pt x="6761340" y="262648"/>
                  </a:lnTo>
                  <a:lnTo>
                    <a:pt x="6736093" y="265442"/>
                  </a:lnTo>
                  <a:lnTo>
                    <a:pt x="6738887" y="290690"/>
                  </a:lnTo>
                  <a:lnTo>
                    <a:pt x="6764134" y="287896"/>
                  </a:lnTo>
                  <a:close/>
                </a:path>
                <a:path w="8822055" h="1311275">
                  <a:moveTo>
                    <a:pt x="6814629" y="282308"/>
                  </a:moveTo>
                  <a:lnTo>
                    <a:pt x="6811835" y="257060"/>
                  </a:lnTo>
                  <a:lnTo>
                    <a:pt x="6786588" y="259854"/>
                  </a:lnTo>
                  <a:lnTo>
                    <a:pt x="6789382" y="285102"/>
                  </a:lnTo>
                  <a:lnTo>
                    <a:pt x="6814629" y="282308"/>
                  </a:lnTo>
                  <a:close/>
                </a:path>
                <a:path w="8822055" h="1311275">
                  <a:moveTo>
                    <a:pt x="6865112" y="276720"/>
                  </a:moveTo>
                  <a:lnTo>
                    <a:pt x="6862331" y="251485"/>
                  </a:lnTo>
                  <a:lnTo>
                    <a:pt x="6837083" y="254266"/>
                  </a:lnTo>
                  <a:lnTo>
                    <a:pt x="6839877" y="279514"/>
                  </a:lnTo>
                  <a:lnTo>
                    <a:pt x="6865112" y="276720"/>
                  </a:lnTo>
                  <a:close/>
                </a:path>
                <a:path w="8822055" h="1311275">
                  <a:moveTo>
                    <a:pt x="6915607" y="271145"/>
                  </a:moveTo>
                  <a:lnTo>
                    <a:pt x="6912813" y="245897"/>
                  </a:lnTo>
                  <a:lnTo>
                    <a:pt x="6887565" y="248691"/>
                  </a:lnTo>
                  <a:lnTo>
                    <a:pt x="6890359" y="273939"/>
                  </a:lnTo>
                  <a:lnTo>
                    <a:pt x="6915607" y="271145"/>
                  </a:lnTo>
                  <a:close/>
                </a:path>
                <a:path w="8822055" h="1311275">
                  <a:moveTo>
                    <a:pt x="6966102" y="265557"/>
                  </a:moveTo>
                  <a:lnTo>
                    <a:pt x="6963308" y="240309"/>
                  </a:lnTo>
                  <a:lnTo>
                    <a:pt x="6938061" y="243103"/>
                  </a:lnTo>
                  <a:lnTo>
                    <a:pt x="6940855" y="268351"/>
                  </a:lnTo>
                  <a:lnTo>
                    <a:pt x="6966102" y="265557"/>
                  </a:lnTo>
                  <a:close/>
                </a:path>
                <a:path w="8822055" h="1311275">
                  <a:moveTo>
                    <a:pt x="7016597" y="259969"/>
                  </a:moveTo>
                  <a:lnTo>
                    <a:pt x="7013803" y="234721"/>
                  </a:lnTo>
                  <a:lnTo>
                    <a:pt x="6988556" y="237515"/>
                  </a:lnTo>
                  <a:lnTo>
                    <a:pt x="6991350" y="262763"/>
                  </a:lnTo>
                  <a:lnTo>
                    <a:pt x="7016597" y="259969"/>
                  </a:lnTo>
                  <a:close/>
                </a:path>
                <a:path w="8822055" h="1311275">
                  <a:moveTo>
                    <a:pt x="7067080" y="254381"/>
                  </a:moveTo>
                  <a:lnTo>
                    <a:pt x="7064299" y="229133"/>
                  </a:lnTo>
                  <a:lnTo>
                    <a:pt x="7039051" y="231927"/>
                  </a:lnTo>
                  <a:lnTo>
                    <a:pt x="7041845" y="257175"/>
                  </a:lnTo>
                  <a:lnTo>
                    <a:pt x="7067080" y="254381"/>
                  </a:lnTo>
                  <a:close/>
                </a:path>
                <a:path w="8822055" h="1311275">
                  <a:moveTo>
                    <a:pt x="7117575" y="248793"/>
                  </a:moveTo>
                  <a:lnTo>
                    <a:pt x="7114781" y="223558"/>
                  </a:lnTo>
                  <a:lnTo>
                    <a:pt x="7089534" y="226339"/>
                  </a:lnTo>
                  <a:lnTo>
                    <a:pt x="7092328" y="251587"/>
                  </a:lnTo>
                  <a:lnTo>
                    <a:pt x="7117575" y="248793"/>
                  </a:lnTo>
                  <a:close/>
                </a:path>
                <a:path w="8822055" h="1311275">
                  <a:moveTo>
                    <a:pt x="7168070" y="243217"/>
                  </a:moveTo>
                  <a:lnTo>
                    <a:pt x="7165276" y="217970"/>
                  </a:lnTo>
                  <a:lnTo>
                    <a:pt x="7140029" y="220764"/>
                  </a:lnTo>
                  <a:lnTo>
                    <a:pt x="7142823" y="246011"/>
                  </a:lnTo>
                  <a:lnTo>
                    <a:pt x="7168070" y="243217"/>
                  </a:lnTo>
                  <a:close/>
                </a:path>
                <a:path w="8822055" h="1311275">
                  <a:moveTo>
                    <a:pt x="7218566" y="237629"/>
                  </a:moveTo>
                  <a:lnTo>
                    <a:pt x="7215772" y="212382"/>
                  </a:lnTo>
                  <a:lnTo>
                    <a:pt x="7190524" y="215176"/>
                  </a:lnTo>
                  <a:lnTo>
                    <a:pt x="7193318" y="240423"/>
                  </a:lnTo>
                  <a:lnTo>
                    <a:pt x="7218566" y="237629"/>
                  </a:lnTo>
                  <a:close/>
                </a:path>
                <a:path w="8822055" h="1311275">
                  <a:moveTo>
                    <a:pt x="7269048" y="232041"/>
                  </a:moveTo>
                  <a:lnTo>
                    <a:pt x="7266267" y="206794"/>
                  </a:lnTo>
                  <a:lnTo>
                    <a:pt x="7241019" y="209588"/>
                  </a:lnTo>
                  <a:lnTo>
                    <a:pt x="7243813" y="234835"/>
                  </a:lnTo>
                  <a:lnTo>
                    <a:pt x="7269048" y="232041"/>
                  </a:lnTo>
                  <a:close/>
                </a:path>
                <a:path w="8822055" h="1311275">
                  <a:moveTo>
                    <a:pt x="7319543" y="226453"/>
                  </a:moveTo>
                  <a:lnTo>
                    <a:pt x="7316749" y="201206"/>
                  </a:lnTo>
                  <a:lnTo>
                    <a:pt x="7291502" y="204000"/>
                  </a:lnTo>
                  <a:lnTo>
                    <a:pt x="7294296" y="229247"/>
                  </a:lnTo>
                  <a:lnTo>
                    <a:pt x="7319543" y="226453"/>
                  </a:lnTo>
                  <a:close/>
                </a:path>
                <a:path w="8822055" h="1311275">
                  <a:moveTo>
                    <a:pt x="7370038" y="220878"/>
                  </a:moveTo>
                  <a:lnTo>
                    <a:pt x="7367244" y="195630"/>
                  </a:lnTo>
                  <a:lnTo>
                    <a:pt x="7341997" y="198424"/>
                  </a:lnTo>
                  <a:lnTo>
                    <a:pt x="7344791" y="223659"/>
                  </a:lnTo>
                  <a:lnTo>
                    <a:pt x="7370038" y="220878"/>
                  </a:lnTo>
                  <a:close/>
                </a:path>
                <a:path w="8822055" h="1311275">
                  <a:moveTo>
                    <a:pt x="7420534" y="215290"/>
                  </a:moveTo>
                  <a:lnTo>
                    <a:pt x="7417740" y="190042"/>
                  </a:lnTo>
                  <a:lnTo>
                    <a:pt x="7392492" y="192836"/>
                  </a:lnTo>
                  <a:lnTo>
                    <a:pt x="7395286" y="218084"/>
                  </a:lnTo>
                  <a:lnTo>
                    <a:pt x="7420534" y="215290"/>
                  </a:lnTo>
                  <a:close/>
                </a:path>
                <a:path w="8822055" h="1311275">
                  <a:moveTo>
                    <a:pt x="7471016" y="209702"/>
                  </a:moveTo>
                  <a:lnTo>
                    <a:pt x="7468235" y="184454"/>
                  </a:lnTo>
                  <a:lnTo>
                    <a:pt x="7442987" y="187248"/>
                  </a:lnTo>
                  <a:lnTo>
                    <a:pt x="7445781" y="212496"/>
                  </a:lnTo>
                  <a:lnTo>
                    <a:pt x="7471016" y="209702"/>
                  </a:lnTo>
                  <a:close/>
                </a:path>
                <a:path w="8822055" h="1311275">
                  <a:moveTo>
                    <a:pt x="7521511" y="204114"/>
                  </a:moveTo>
                  <a:lnTo>
                    <a:pt x="7518717" y="178866"/>
                  </a:lnTo>
                  <a:lnTo>
                    <a:pt x="7493470" y="181660"/>
                  </a:lnTo>
                  <a:lnTo>
                    <a:pt x="7496264" y="206908"/>
                  </a:lnTo>
                  <a:lnTo>
                    <a:pt x="7521511" y="204114"/>
                  </a:lnTo>
                  <a:close/>
                </a:path>
                <a:path w="8822055" h="1311275">
                  <a:moveTo>
                    <a:pt x="7572007" y="198526"/>
                  </a:moveTo>
                  <a:lnTo>
                    <a:pt x="7569213" y="173291"/>
                  </a:lnTo>
                  <a:lnTo>
                    <a:pt x="7543965" y="176072"/>
                  </a:lnTo>
                  <a:lnTo>
                    <a:pt x="7546759" y="201320"/>
                  </a:lnTo>
                  <a:lnTo>
                    <a:pt x="7572007" y="198526"/>
                  </a:lnTo>
                  <a:close/>
                </a:path>
                <a:path w="8822055" h="1311275">
                  <a:moveTo>
                    <a:pt x="7622502" y="192951"/>
                  </a:moveTo>
                  <a:lnTo>
                    <a:pt x="7619708" y="167703"/>
                  </a:lnTo>
                  <a:lnTo>
                    <a:pt x="7594460" y="170497"/>
                  </a:lnTo>
                  <a:lnTo>
                    <a:pt x="7597254" y="195745"/>
                  </a:lnTo>
                  <a:lnTo>
                    <a:pt x="7622502" y="192951"/>
                  </a:lnTo>
                  <a:close/>
                </a:path>
                <a:path w="8822055" h="1311275">
                  <a:moveTo>
                    <a:pt x="7672984" y="187363"/>
                  </a:moveTo>
                  <a:lnTo>
                    <a:pt x="7670190" y="162115"/>
                  </a:lnTo>
                  <a:lnTo>
                    <a:pt x="7644955" y="164909"/>
                  </a:lnTo>
                  <a:lnTo>
                    <a:pt x="7647749" y="190157"/>
                  </a:lnTo>
                  <a:lnTo>
                    <a:pt x="7672984" y="187363"/>
                  </a:lnTo>
                  <a:close/>
                </a:path>
                <a:path w="8822055" h="1311275">
                  <a:moveTo>
                    <a:pt x="7723479" y="181775"/>
                  </a:moveTo>
                  <a:lnTo>
                    <a:pt x="7720685" y="156527"/>
                  </a:lnTo>
                  <a:lnTo>
                    <a:pt x="7695438" y="159321"/>
                  </a:lnTo>
                  <a:lnTo>
                    <a:pt x="7698232" y="184569"/>
                  </a:lnTo>
                  <a:lnTo>
                    <a:pt x="7723479" y="181775"/>
                  </a:lnTo>
                  <a:close/>
                </a:path>
                <a:path w="8822055" h="1311275">
                  <a:moveTo>
                    <a:pt x="7773975" y="176187"/>
                  </a:moveTo>
                  <a:lnTo>
                    <a:pt x="7771181" y="150939"/>
                  </a:lnTo>
                  <a:lnTo>
                    <a:pt x="7745933" y="153733"/>
                  </a:lnTo>
                  <a:lnTo>
                    <a:pt x="7748727" y="178981"/>
                  </a:lnTo>
                  <a:lnTo>
                    <a:pt x="7773975" y="176187"/>
                  </a:lnTo>
                  <a:close/>
                </a:path>
                <a:path w="8822055" h="1311275">
                  <a:moveTo>
                    <a:pt x="7824470" y="170611"/>
                  </a:moveTo>
                  <a:lnTo>
                    <a:pt x="7821676" y="145364"/>
                  </a:lnTo>
                  <a:lnTo>
                    <a:pt x="7796428" y="148158"/>
                  </a:lnTo>
                  <a:lnTo>
                    <a:pt x="7799222" y="173393"/>
                  </a:lnTo>
                  <a:lnTo>
                    <a:pt x="7824470" y="170611"/>
                  </a:lnTo>
                  <a:close/>
                </a:path>
                <a:path w="8822055" h="1311275">
                  <a:moveTo>
                    <a:pt x="7874952" y="165023"/>
                  </a:moveTo>
                  <a:lnTo>
                    <a:pt x="7872158" y="139776"/>
                  </a:lnTo>
                  <a:lnTo>
                    <a:pt x="7846923" y="142570"/>
                  </a:lnTo>
                  <a:lnTo>
                    <a:pt x="7849717" y="167817"/>
                  </a:lnTo>
                  <a:lnTo>
                    <a:pt x="7874952" y="165023"/>
                  </a:lnTo>
                  <a:close/>
                </a:path>
                <a:path w="8822055" h="1311275">
                  <a:moveTo>
                    <a:pt x="7925448" y="159435"/>
                  </a:moveTo>
                  <a:lnTo>
                    <a:pt x="7922654" y="134188"/>
                  </a:lnTo>
                  <a:lnTo>
                    <a:pt x="7897406" y="136982"/>
                  </a:lnTo>
                  <a:lnTo>
                    <a:pt x="7900200" y="162229"/>
                  </a:lnTo>
                  <a:lnTo>
                    <a:pt x="7925448" y="159435"/>
                  </a:lnTo>
                  <a:close/>
                </a:path>
                <a:path w="8822055" h="1311275">
                  <a:moveTo>
                    <a:pt x="7975943" y="153847"/>
                  </a:moveTo>
                  <a:lnTo>
                    <a:pt x="7973149" y="128600"/>
                  </a:lnTo>
                  <a:lnTo>
                    <a:pt x="7947901" y="131394"/>
                  </a:lnTo>
                  <a:lnTo>
                    <a:pt x="7950695" y="156641"/>
                  </a:lnTo>
                  <a:lnTo>
                    <a:pt x="7975943" y="153847"/>
                  </a:lnTo>
                  <a:close/>
                </a:path>
                <a:path w="8822055" h="1311275">
                  <a:moveTo>
                    <a:pt x="8026438" y="148259"/>
                  </a:moveTo>
                  <a:lnTo>
                    <a:pt x="8023644" y="123012"/>
                  </a:lnTo>
                  <a:lnTo>
                    <a:pt x="7998396" y="125806"/>
                  </a:lnTo>
                  <a:lnTo>
                    <a:pt x="8001190" y="151053"/>
                  </a:lnTo>
                  <a:lnTo>
                    <a:pt x="8026438" y="148259"/>
                  </a:lnTo>
                  <a:close/>
                </a:path>
                <a:path w="8822055" h="1311275">
                  <a:moveTo>
                    <a:pt x="8076920" y="142684"/>
                  </a:moveTo>
                  <a:lnTo>
                    <a:pt x="8074126" y="117436"/>
                  </a:lnTo>
                  <a:lnTo>
                    <a:pt x="8048892" y="120230"/>
                  </a:lnTo>
                  <a:lnTo>
                    <a:pt x="8051686" y="145465"/>
                  </a:lnTo>
                  <a:lnTo>
                    <a:pt x="8076920" y="142684"/>
                  </a:lnTo>
                  <a:close/>
                </a:path>
                <a:path w="8822055" h="1311275">
                  <a:moveTo>
                    <a:pt x="8127416" y="137096"/>
                  </a:moveTo>
                  <a:lnTo>
                    <a:pt x="8124622" y="111848"/>
                  </a:lnTo>
                  <a:lnTo>
                    <a:pt x="8099374" y="114642"/>
                  </a:lnTo>
                  <a:lnTo>
                    <a:pt x="8102168" y="139890"/>
                  </a:lnTo>
                  <a:lnTo>
                    <a:pt x="8127416" y="137096"/>
                  </a:lnTo>
                  <a:close/>
                </a:path>
                <a:path w="8822055" h="1311275">
                  <a:moveTo>
                    <a:pt x="8177911" y="131508"/>
                  </a:moveTo>
                  <a:lnTo>
                    <a:pt x="8175117" y="106260"/>
                  </a:lnTo>
                  <a:lnTo>
                    <a:pt x="8149869" y="109054"/>
                  </a:lnTo>
                  <a:lnTo>
                    <a:pt x="8152663" y="134302"/>
                  </a:lnTo>
                  <a:lnTo>
                    <a:pt x="8177911" y="131508"/>
                  </a:lnTo>
                  <a:close/>
                </a:path>
                <a:path w="8822055" h="1311275">
                  <a:moveTo>
                    <a:pt x="8228406" y="125920"/>
                  </a:moveTo>
                  <a:lnTo>
                    <a:pt x="8225612" y="100672"/>
                  </a:lnTo>
                  <a:lnTo>
                    <a:pt x="8200364" y="103466"/>
                  </a:lnTo>
                  <a:lnTo>
                    <a:pt x="8203158" y="128714"/>
                  </a:lnTo>
                  <a:lnTo>
                    <a:pt x="8228406" y="125920"/>
                  </a:lnTo>
                  <a:close/>
                </a:path>
                <a:path w="8822055" h="1311275">
                  <a:moveTo>
                    <a:pt x="8278889" y="120332"/>
                  </a:moveTo>
                  <a:lnTo>
                    <a:pt x="8276095" y="95097"/>
                  </a:lnTo>
                  <a:lnTo>
                    <a:pt x="8250860" y="97878"/>
                  </a:lnTo>
                  <a:lnTo>
                    <a:pt x="8253654" y="123126"/>
                  </a:lnTo>
                  <a:lnTo>
                    <a:pt x="8278889" y="120332"/>
                  </a:lnTo>
                  <a:close/>
                </a:path>
                <a:path w="8822055" h="1311275">
                  <a:moveTo>
                    <a:pt x="8329384" y="114757"/>
                  </a:moveTo>
                  <a:lnTo>
                    <a:pt x="8326590" y="89509"/>
                  </a:lnTo>
                  <a:lnTo>
                    <a:pt x="8301342" y="92303"/>
                  </a:lnTo>
                  <a:lnTo>
                    <a:pt x="8304136" y="117551"/>
                  </a:lnTo>
                  <a:lnTo>
                    <a:pt x="8329384" y="114757"/>
                  </a:lnTo>
                  <a:close/>
                </a:path>
                <a:path w="8822055" h="1311275">
                  <a:moveTo>
                    <a:pt x="8379879" y="109169"/>
                  </a:moveTo>
                  <a:lnTo>
                    <a:pt x="8377085" y="83921"/>
                  </a:lnTo>
                  <a:lnTo>
                    <a:pt x="8351837" y="86715"/>
                  </a:lnTo>
                  <a:lnTo>
                    <a:pt x="8354631" y="111963"/>
                  </a:lnTo>
                  <a:lnTo>
                    <a:pt x="8379879" y="109169"/>
                  </a:lnTo>
                  <a:close/>
                </a:path>
                <a:path w="8822055" h="1311275">
                  <a:moveTo>
                    <a:pt x="8430374" y="103581"/>
                  </a:moveTo>
                  <a:lnTo>
                    <a:pt x="8427580" y="78333"/>
                  </a:lnTo>
                  <a:lnTo>
                    <a:pt x="8402333" y="81127"/>
                  </a:lnTo>
                  <a:lnTo>
                    <a:pt x="8405127" y="106375"/>
                  </a:lnTo>
                  <a:lnTo>
                    <a:pt x="8430374" y="103581"/>
                  </a:lnTo>
                  <a:close/>
                </a:path>
                <a:path w="8822055" h="1311275">
                  <a:moveTo>
                    <a:pt x="8480857" y="97993"/>
                  </a:moveTo>
                  <a:lnTo>
                    <a:pt x="8478063" y="72745"/>
                  </a:lnTo>
                  <a:lnTo>
                    <a:pt x="8452828" y="75539"/>
                  </a:lnTo>
                  <a:lnTo>
                    <a:pt x="8455622" y="100787"/>
                  </a:lnTo>
                  <a:lnTo>
                    <a:pt x="8480857" y="97993"/>
                  </a:lnTo>
                  <a:close/>
                </a:path>
                <a:path w="8822055" h="1311275">
                  <a:moveTo>
                    <a:pt x="8531352" y="92417"/>
                  </a:moveTo>
                  <a:lnTo>
                    <a:pt x="8528558" y="67170"/>
                  </a:lnTo>
                  <a:lnTo>
                    <a:pt x="8503310" y="69964"/>
                  </a:lnTo>
                  <a:lnTo>
                    <a:pt x="8506104" y="95199"/>
                  </a:lnTo>
                  <a:lnTo>
                    <a:pt x="8531352" y="92417"/>
                  </a:lnTo>
                  <a:close/>
                </a:path>
                <a:path w="8822055" h="1311275">
                  <a:moveTo>
                    <a:pt x="8581847" y="86829"/>
                  </a:moveTo>
                  <a:lnTo>
                    <a:pt x="8579053" y="61582"/>
                  </a:lnTo>
                  <a:lnTo>
                    <a:pt x="8553806" y="64376"/>
                  </a:lnTo>
                  <a:lnTo>
                    <a:pt x="8556600" y="89623"/>
                  </a:lnTo>
                  <a:lnTo>
                    <a:pt x="8581847" y="86829"/>
                  </a:lnTo>
                  <a:close/>
                </a:path>
                <a:path w="8822055" h="1311275">
                  <a:moveTo>
                    <a:pt x="8632342" y="81241"/>
                  </a:moveTo>
                  <a:lnTo>
                    <a:pt x="8629548" y="55994"/>
                  </a:lnTo>
                  <a:lnTo>
                    <a:pt x="8604301" y="58788"/>
                  </a:lnTo>
                  <a:lnTo>
                    <a:pt x="8607095" y="84035"/>
                  </a:lnTo>
                  <a:lnTo>
                    <a:pt x="8632342" y="81241"/>
                  </a:lnTo>
                  <a:close/>
                </a:path>
                <a:path w="8822055" h="1311275">
                  <a:moveTo>
                    <a:pt x="8682825" y="75653"/>
                  </a:moveTo>
                  <a:lnTo>
                    <a:pt x="8680044" y="50406"/>
                  </a:lnTo>
                  <a:lnTo>
                    <a:pt x="8654796" y="53200"/>
                  </a:lnTo>
                  <a:lnTo>
                    <a:pt x="8657590" y="78447"/>
                  </a:lnTo>
                  <a:lnTo>
                    <a:pt x="8682825" y="75653"/>
                  </a:lnTo>
                  <a:close/>
                </a:path>
                <a:path w="8822055" h="1311275">
                  <a:moveTo>
                    <a:pt x="8733320" y="70065"/>
                  </a:moveTo>
                  <a:lnTo>
                    <a:pt x="8730526" y="44831"/>
                  </a:lnTo>
                  <a:lnTo>
                    <a:pt x="8705278" y="47612"/>
                  </a:lnTo>
                  <a:lnTo>
                    <a:pt x="8708072" y="72859"/>
                  </a:lnTo>
                  <a:lnTo>
                    <a:pt x="8733320" y="70065"/>
                  </a:lnTo>
                  <a:close/>
                </a:path>
                <a:path w="8822055" h="1311275">
                  <a:moveTo>
                    <a:pt x="8821953" y="47485"/>
                  </a:moveTo>
                  <a:lnTo>
                    <a:pt x="8805227" y="40055"/>
                  </a:lnTo>
                  <a:lnTo>
                    <a:pt x="8803373" y="39243"/>
                  </a:lnTo>
                  <a:lnTo>
                    <a:pt x="8715019" y="0"/>
                  </a:lnTo>
                  <a:lnTo>
                    <a:pt x="8707514" y="2895"/>
                  </a:lnTo>
                  <a:lnTo>
                    <a:pt x="8701824" y="15709"/>
                  </a:lnTo>
                  <a:lnTo>
                    <a:pt x="8704720" y="23215"/>
                  </a:lnTo>
                  <a:lnTo>
                    <a:pt x="8756231" y="46088"/>
                  </a:lnTo>
                  <a:lnTo>
                    <a:pt x="8758123" y="63220"/>
                  </a:lnTo>
                  <a:lnTo>
                    <a:pt x="8712860" y="96799"/>
                  </a:lnTo>
                  <a:lnTo>
                    <a:pt x="8711679" y="104749"/>
                  </a:lnTo>
                  <a:lnTo>
                    <a:pt x="8720036" y="116014"/>
                  </a:lnTo>
                  <a:lnTo>
                    <a:pt x="8727986" y="117195"/>
                  </a:lnTo>
                  <a:lnTo>
                    <a:pt x="8795283" y="67284"/>
                  </a:lnTo>
                  <a:lnTo>
                    <a:pt x="8802573" y="61861"/>
                  </a:lnTo>
                  <a:lnTo>
                    <a:pt x="8821953" y="474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3" name="object 2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645400" y="4654550"/>
            <a:ext cx="469900" cy="63500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990374" y="7873672"/>
            <a:ext cx="5024051" cy="647701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8276429" y="8560307"/>
            <a:ext cx="9994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00882B"/>
                </a:solidFill>
                <a:latin typeface="Helvetica Light"/>
                <a:cs typeface="Helvetica Light"/>
              </a:rPr>
              <a:t>constant</a:t>
            </a:r>
            <a:endParaRPr sz="2000">
              <a:latin typeface="Helvetica Light"/>
              <a:cs typeface="Helvetica Ligh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828800" y="2392171"/>
            <a:ext cx="9347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Helvetica Light"/>
                <a:cs typeface="Helvetica Light"/>
              </a:rPr>
              <a:t>Scene</a:t>
            </a:r>
            <a:r>
              <a:rPr sz="3600" spc="-6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point</a:t>
            </a:r>
            <a:r>
              <a:rPr sz="3600" spc="-6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moving</a:t>
            </a:r>
            <a:r>
              <a:rPr sz="3600" spc="-6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through</a:t>
            </a:r>
            <a:r>
              <a:rPr sz="3600" spc="-6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image</a:t>
            </a:r>
            <a:r>
              <a:rPr sz="3600" spc="-60" dirty="0">
                <a:latin typeface="Helvetica Light"/>
                <a:cs typeface="Helvetica Light"/>
              </a:rPr>
              <a:t> </a:t>
            </a:r>
            <a:r>
              <a:rPr sz="3600" spc="-10" dirty="0">
                <a:latin typeface="Helvetica Light"/>
                <a:cs typeface="Helvetica Light"/>
              </a:rPr>
              <a:t>sequence</a:t>
            </a:r>
            <a:endParaRPr sz="3600">
              <a:latin typeface="Helvetica Light"/>
              <a:cs typeface="Helvetica Light"/>
            </a:endParaRPr>
          </a:p>
        </p:txBody>
      </p:sp>
      <p:sp>
        <p:nvSpPr>
          <p:cNvPr id="28" name="object 24">
            <a:extLst>
              <a:ext uri="{FF2B5EF4-FFF2-40B4-BE49-F238E27FC236}">
                <a16:creationId xmlns:a16="http://schemas.microsoft.com/office/drawing/2014/main" id="{004DC7BA-B46A-F4EC-75AB-39F568EDD328}"/>
              </a:ext>
            </a:extLst>
          </p:cNvPr>
          <p:cNvSpPr txBox="1"/>
          <p:nvPr/>
        </p:nvSpPr>
        <p:spPr>
          <a:xfrm>
            <a:off x="292100" y="6839204"/>
            <a:ext cx="124206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latin typeface="Helvetica"/>
                <a:cs typeface="Helvetica"/>
              </a:rPr>
              <a:t>Assumption:</a:t>
            </a:r>
            <a:r>
              <a:rPr lang="en-US" sz="3200" b="1" spc="-10" dirty="0">
                <a:latin typeface="Helvetica"/>
                <a:cs typeface="Helvetica"/>
              </a:rPr>
              <a:t> </a:t>
            </a:r>
            <a:r>
              <a:rPr sz="3200" b="1" spc="-10" dirty="0">
                <a:latin typeface="Helvetica"/>
                <a:cs typeface="Helvetica"/>
              </a:rPr>
              <a:t>Brightness</a:t>
            </a:r>
            <a:r>
              <a:rPr sz="3200" b="1" spc="-45" dirty="0">
                <a:latin typeface="Helvetica"/>
                <a:cs typeface="Helvetica"/>
              </a:rPr>
              <a:t> </a:t>
            </a:r>
            <a:r>
              <a:rPr sz="3200" b="1" dirty="0">
                <a:latin typeface="Helvetica"/>
                <a:cs typeface="Helvetica"/>
              </a:rPr>
              <a:t>of</a:t>
            </a:r>
            <a:r>
              <a:rPr sz="3200" b="1" spc="-40" dirty="0">
                <a:latin typeface="Helvetica"/>
                <a:cs typeface="Helvetica"/>
              </a:rPr>
              <a:t> </a:t>
            </a:r>
            <a:r>
              <a:rPr sz="3200" b="1" dirty="0">
                <a:latin typeface="Helvetica"/>
                <a:cs typeface="Helvetica"/>
              </a:rPr>
              <a:t>the</a:t>
            </a:r>
            <a:r>
              <a:rPr sz="3200" b="1" spc="-45" dirty="0">
                <a:latin typeface="Helvetica"/>
                <a:cs typeface="Helvetica"/>
              </a:rPr>
              <a:t> </a:t>
            </a:r>
            <a:r>
              <a:rPr sz="3200" b="1" dirty="0">
                <a:latin typeface="Helvetica"/>
                <a:cs typeface="Helvetica"/>
              </a:rPr>
              <a:t>point</a:t>
            </a:r>
            <a:r>
              <a:rPr sz="3200" b="1" spc="-40" dirty="0">
                <a:latin typeface="Helvetica"/>
                <a:cs typeface="Helvetica"/>
              </a:rPr>
              <a:t> </a:t>
            </a:r>
            <a:r>
              <a:rPr sz="3200" b="1" dirty="0">
                <a:latin typeface="Helvetica"/>
                <a:cs typeface="Helvetica"/>
              </a:rPr>
              <a:t>will</a:t>
            </a:r>
            <a:r>
              <a:rPr sz="3200" b="1" spc="-40" dirty="0">
                <a:latin typeface="Helvetica"/>
                <a:cs typeface="Helvetica"/>
              </a:rPr>
              <a:t> </a:t>
            </a:r>
            <a:r>
              <a:rPr sz="3200" b="1" dirty="0">
                <a:latin typeface="Helvetica"/>
                <a:cs typeface="Helvetica"/>
              </a:rPr>
              <a:t>remain</a:t>
            </a:r>
            <a:r>
              <a:rPr sz="3200" b="1" spc="-40" dirty="0">
                <a:latin typeface="Helvetica"/>
                <a:cs typeface="Helvetica"/>
              </a:rPr>
              <a:t> </a:t>
            </a:r>
            <a:r>
              <a:rPr sz="3200" b="1" dirty="0">
                <a:latin typeface="Helvetica"/>
                <a:cs typeface="Helvetica"/>
              </a:rPr>
              <a:t>the</a:t>
            </a:r>
            <a:r>
              <a:rPr sz="3200" b="1" spc="-45" dirty="0">
                <a:latin typeface="Helvetica"/>
                <a:cs typeface="Helvetica"/>
              </a:rPr>
              <a:t> </a:t>
            </a:r>
            <a:r>
              <a:rPr sz="3200" b="1" spc="-20" dirty="0">
                <a:latin typeface="Helvetica"/>
                <a:cs typeface="Helvetica"/>
              </a:rPr>
              <a:t>same</a:t>
            </a:r>
            <a:endParaRPr sz="3200" dirty="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54A25-725F-5D31-F959-A447C54BC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8D98E1A-9475-FE95-FAB4-38AF43968D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75593" y="246379"/>
            <a:ext cx="9853930" cy="182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Assumption</a:t>
            </a:r>
            <a:r>
              <a:rPr b="0" spc="-9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spc="-50" dirty="0">
                <a:solidFill>
                  <a:srgbClr val="000000"/>
                </a:solidFill>
                <a:latin typeface="Helvetica Light"/>
                <a:cs typeface="Helvetica Light"/>
              </a:rPr>
              <a:t>1</a:t>
            </a:r>
          </a:p>
          <a:p>
            <a:pPr algn="ctr">
              <a:lnSpc>
                <a:spcPct val="100000"/>
              </a:lnSpc>
              <a:spcBef>
                <a:spcPts val="229"/>
              </a:spcBef>
            </a:pPr>
            <a:r>
              <a:rPr sz="8000" b="0" dirty="0">
                <a:solidFill>
                  <a:srgbClr val="000000"/>
                </a:solidFill>
                <a:latin typeface="Helvetica Light"/>
                <a:cs typeface="Helvetica Light"/>
              </a:rPr>
              <a:t>Brightness</a:t>
            </a:r>
            <a:r>
              <a:rPr sz="8000" b="0" spc="-22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8000"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constancy</a:t>
            </a:r>
            <a:endParaRPr sz="8000">
              <a:latin typeface="Helvetica Light"/>
              <a:cs typeface="Helvetica Light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0077A1D-D1E5-61E3-60C3-606FB86B2666}"/>
              </a:ext>
            </a:extLst>
          </p:cNvPr>
          <p:cNvGrpSpPr/>
          <p:nvPr/>
        </p:nvGrpSpPr>
        <p:grpSpPr>
          <a:xfrm>
            <a:off x="1344167" y="3389376"/>
            <a:ext cx="10266045" cy="3129280"/>
            <a:chOff x="1344167" y="3389376"/>
            <a:chExt cx="10266045" cy="3129280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596CD64-DB8B-75B2-4AB2-57F7DB93A17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4167" y="3389376"/>
              <a:ext cx="2618232" cy="2618232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9D7C5D2C-2CA9-B97E-32D6-C6DC0ADEE5F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4299" y="3403599"/>
              <a:ext cx="2540000" cy="2540000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2C11A784-3D05-0008-4F6E-D5DB621049B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49495" y="3389376"/>
              <a:ext cx="2618231" cy="2618232"/>
            </a:xfrm>
            <a:prstGeom prst="rect">
              <a:avLst/>
            </a:prstGeom>
          </p:spPr>
        </p:pic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0D2FCF10-07E5-86FF-D7D5-738759FEA16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87850" y="3403599"/>
              <a:ext cx="2540000" cy="2540000"/>
            </a:xfrm>
            <a:prstGeom prst="rect">
              <a:avLst/>
            </a:prstGeom>
          </p:spPr>
        </p:pic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2845DEAF-CCE9-FA00-DD83-9041B390A031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91599" y="3389376"/>
              <a:ext cx="2618231" cy="2618232"/>
            </a:xfrm>
            <a:prstGeom prst="rect">
              <a:avLst/>
            </a:prstGeom>
          </p:spPr>
        </p:pic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A2D2C0F2-89CB-5A47-1062-46DA62C4282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29700" y="3403599"/>
              <a:ext cx="2540000" cy="2540000"/>
            </a:xfrm>
            <a:prstGeom prst="rect">
              <a:avLst/>
            </a:prstGeom>
          </p:spPr>
        </p:pic>
        <p:pic>
          <p:nvPicPr>
            <p:cNvPr id="10" name="object 10">
              <a:extLst>
                <a:ext uri="{FF2B5EF4-FFF2-40B4-BE49-F238E27FC236}">
                  <a16:creationId xmlns:a16="http://schemas.microsoft.com/office/drawing/2014/main" id="{E8E33AF4-2341-CE36-1D56-00D2C173147E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76983" y="5071872"/>
              <a:ext cx="243839" cy="243839"/>
            </a:xfrm>
            <a:prstGeom prst="rect">
              <a:avLst/>
            </a:prstGeom>
          </p:spPr>
        </p:pic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7718F267-B6DA-26D1-6822-06F382109C60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16300" y="5085778"/>
              <a:ext cx="166241" cy="166241"/>
            </a:xfrm>
            <a:prstGeom prst="rect">
              <a:avLst/>
            </a:prstGeom>
          </p:spPr>
        </p:pic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25CC2968-5677-06A3-EC1A-C8416648C797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13959" y="4450080"/>
              <a:ext cx="246887" cy="243839"/>
            </a:xfrm>
            <a:prstGeom prst="rect">
              <a:avLst/>
            </a:prstGeom>
          </p:spPr>
        </p:pic>
        <p:pic>
          <p:nvPicPr>
            <p:cNvPr id="13" name="object 13">
              <a:extLst>
                <a:ext uri="{FF2B5EF4-FFF2-40B4-BE49-F238E27FC236}">
                  <a16:creationId xmlns:a16="http://schemas.microsoft.com/office/drawing/2014/main" id="{85E4E4EE-1721-427C-A833-F85D311ADFDA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54600" y="4463478"/>
              <a:ext cx="166241" cy="166243"/>
            </a:xfrm>
            <a:prstGeom prst="rect">
              <a:avLst/>
            </a:prstGeom>
          </p:spPr>
        </p:pic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83357296-0088-545E-6243-51FDC435656B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896599" y="3776472"/>
              <a:ext cx="243840" cy="243839"/>
            </a:xfrm>
            <a:prstGeom prst="rect">
              <a:avLst/>
            </a:prstGeom>
          </p:spPr>
        </p:pic>
        <p:pic>
          <p:nvPicPr>
            <p:cNvPr id="15" name="object 15">
              <a:extLst>
                <a:ext uri="{FF2B5EF4-FFF2-40B4-BE49-F238E27FC236}">
                  <a16:creationId xmlns:a16="http://schemas.microsoft.com/office/drawing/2014/main" id="{60588530-C16B-27E3-6338-368F0C19B9C2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934699" y="3790378"/>
              <a:ext cx="166241" cy="166241"/>
            </a:xfrm>
            <a:prstGeom prst="rect">
              <a:avLst/>
            </a:prstGeom>
          </p:spPr>
        </p:pic>
        <p:pic>
          <p:nvPicPr>
            <p:cNvPr id="16" name="object 16">
              <a:extLst>
                <a:ext uri="{FF2B5EF4-FFF2-40B4-BE49-F238E27FC236}">
                  <a16:creationId xmlns:a16="http://schemas.microsoft.com/office/drawing/2014/main" id="{77AA32BD-3438-A27A-5143-255E0A34FE1A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54199" y="6048495"/>
              <a:ext cx="1676400" cy="469901"/>
            </a:xfrm>
            <a:prstGeom prst="rect">
              <a:avLst/>
            </a:prstGeom>
          </p:spPr>
        </p:pic>
        <p:pic>
          <p:nvPicPr>
            <p:cNvPr id="17" name="object 17">
              <a:extLst>
                <a:ext uri="{FF2B5EF4-FFF2-40B4-BE49-F238E27FC236}">
                  <a16:creationId xmlns:a16="http://schemas.microsoft.com/office/drawing/2014/main" id="{27B65D16-5963-4939-50B3-0ED59B4B6FBB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857750" y="6048495"/>
              <a:ext cx="1676400" cy="469901"/>
            </a:xfrm>
            <a:prstGeom prst="rect">
              <a:avLst/>
            </a:prstGeom>
          </p:spPr>
        </p:pic>
        <p:pic>
          <p:nvPicPr>
            <p:cNvPr id="18" name="object 18">
              <a:extLst>
                <a:ext uri="{FF2B5EF4-FFF2-40B4-BE49-F238E27FC236}">
                  <a16:creationId xmlns:a16="http://schemas.microsoft.com/office/drawing/2014/main" id="{978DFA24-BB37-3712-AD52-59612859A51A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493249" y="6048495"/>
              <a:ext cx="1689100" cy="469901"/>
            </a:xfrm>
            <a:prstGeom prst="rect">
              <a:avLst/>
            </a:prstGeom>
          </p:spPr>
        </p:pic>
        <p:pic>
          <p:nvPicPr>
            <p:cNvPr id="19" name="object 19">
              <a:extLst>
                <a:ext uri="{FF2B5EF4-FFF2-40B4-BE49-F238E27FC236}">
                  <a16:creationId xmlns:a16="http://schemas.microsoft.com/office/drawing/2014/main" id="{F0592ACC-C610-F54D-C529-879BC434892C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816099" y="5365750"/>
              <a:ext cx="1383957" cy="304800"/>
            </a:xfrm>
            <a:prstGeom prst="rect">
              <a:avLst/>
            </a:prstGeom>
          </p:spPr>
        </p:pic>
        <p:pic>
          <p:nvPicPr>
            <p:cNvPr id="20" name="object 20">
              <a:extLst>
                <a:ext uri="{FF2B5EF4-FFF2-40B4-BE49-F238E27FC236}">
                  <a16:creationId xmlns:a16="http://schemas.microsoft.com/office/drawing/2014/main" id="{8068AAFA-CE2E-0532-BD53-6D4C4DCB6377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965871" y="4787900"/>
              <a:ext cx="1383958" cy="304800"/>
            </a:xfrm>
            <a:prstGeom prst="rect">
              <a:avLst/>
            </a:prstGeom>
          </p:spPr>
        </p:pic>
        <p:pic>
          <p:nvPicPr>
            <p:cNvPr id="21" name="object 21">
              <a:extLst>
                <a:ext uri="{FF2B5EF4-FFF2-40B4-BE49-F238E27FC236}">
                  <a16:creationId xmlns:a16="http://schemas.microsoft.com/office/drawing/2014/main" id="{852086C3-71E6-C8B4-90C3-49AF9D726E4A}"/>
                </a:ext>
              </a:extLst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905999" y="4152900"/>
              <a:ext cx="1425145" cy="304800"/>
            </a:xfrm>
            <a:prstGeom prst="rect">
              <a:avLst/>
            </a:prstGeom>
          </p:spPr>
        </p:pic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5034C821-9DC7-1ADB-3FAE-19810EE1C943}"/>
                </a:ext>
              </a:extLst>
            </p:cNvPr>
            <p:cNvSpPr/>
            <p:nvPr/>
          </p:nvSpPr>
          <p:spPr>
            <a:xfrm>
              <a:off x="2016950" y="3856443"/>
              <a:ext cx="8822055" cy="1311275"/>
            </a:xfrm>
            <a:custGeom>
              <a:avLst/>
              <a:gdLst/>
              <a:ahLst/>
              <a:cxnLst/>
              <a:rect l="l" t="t" r="r" b="b"/>
              <a:pathLst>
                <a:path w="8822055" h="1311275">
                  <a:moveTo>
                    <a:pt x="29654" y="1306245"/>
                  </a:moveTo>
                  <a:lnTo>
                    <a:pt x="24968" y="1281277"/>
                  </a:lnTo>
                  <a:lnTo>
                    <a:pt x="0" y="1285963"/>
                  </a:lnTo>
                  <a:lnTo>
                    <a:pt x="4686" y="1310932"/>
                  </a:lnTo>
                  <a:lnTo>
                    <a:pt x="29654" y="1306245"/>
                  </a:lnTo>
                  <a:close/>
                </a:path>
                <a:path w="8822055" h="1311275">
                  <a:moveTo>
                    <a:pt x="79578" y="1296873"/>
                  </a:moveTo>
                  <a:lnTo>
                    <a:pt x="74891" y="1271905"/>
                  </a:lnTo>
                  <a:lnTo>
                    <a:pt x="49923" y="1276591"/>
                  </a:lnTo>
                  <a:lnTo>
                    <a:pt x="54610" y="1301559"/>
                  </a:lnTo>
                  <a:lnTo>
                    <a:pt x="79578" y="1296873"/>
                  </a:lnTo>
                  <a:close/>
                </a:path>
                <a:path w="8822055" h="1311275">
                  <a:moveTo>
                    <a:pt x="129501" y="1287500"/>
                  </a:moveTo>
                  <a:lnTo>
                    <a:pt x="124815" y="1262532"/>
                  </a:lnTo>
                  <a:lnTo>
                    <a:pt x="99860" y="1267218"/>
                  </a:lnTo>
                  <a:lnTo>
                    <a:pt x="104546" y="1292186"/>
                  </a:lnTo>
                  <a:lnTo>
                    <a:pt x="129501" y="1287500"/>
                  </a:lnTo>
                  <a:close/>
                </a:path>
                <a:path w="8822055" h="1311275">
                  <a:moveTo>
                    <a:pt x="179438" y="1278115"/>
                  </a:moveTo>
                  <a:lnTo>
                    <a:pt x="174752" y="1253159"/>
                  </a:lnTo>
                  <a:lnTo>
                    <a:pt x="149783" y="1257846"/>
                  </a:lnTo>
                  <a:lnTo>
                    <a:pt x="154470" y="1282801"/>
                  </a:lnTo>
                  <a:lnTo>
                    <a:pt x="179438" y="1278115"/>
                  </a:lnTo>
                  <a:close/>
                </a:path>
                <a:path w="8822055" h="1311275">
                  <a:moveTo>
                    <a:pt x="229362" y="1268742"/>
                  </a:moveTo>
                  <a:lnTo>
                    <a:pt x="224675" y="1243787"/>
                  </a:lnTo>
                  <a:lnTo>
                    <a:pt x="199707" y="1248473"/>
                  </a:lnTo>
                  <a:lnTo>
                    <a:pt x="204393" y="1273429"/>
                  </a:lnTo>
                  <a:lnTo>
                    <a:pt x="229362" y="1268742"/>
                  </a:lnTo>
                  <a:close/>
                </a:path>
                <a:path w="8822055" h="1311275">
                  <a:moveTo>
                    <a:pt x="279285" y="1259370"/>
                  </a:moveTo>
                  <a:lnTo>
                    <a:pt x="274599" y="1234414"/>
                  </a:lnTo>
                  <a:lnTo>
                    <a:pt x="249643" y="1239100"/>
                  </a:lnTo>
                  <a:lnTo>
                    <a:pt x="254330" y="1264056"/>
                  </a:lnTo>
                  <a:lnTo>
                    <a:pt x="279285" y="1259370"/>
                  </a:lnTo>
                  <a:close/>
                </a:path>
                <a:path w="8822055" h="1311275">
                  <a:moveTo>
                    <a:pt x="329222" y="1249997"/>
                  </a:moveTo>
                  <a:lnTo>
                    <a:pt x="324535" y="1225042"/>
                  </a:lnTo>
                  <a:lnTo>
                    <a:pt x="299567" y="1229728"/>
                  </a:lnTo>
                  <a:lnTo>
                    <a:pt x="304253" y="1254683"/>
                  </a:lnTo>
                  <a:lnTo>
                    <a:pt x="329222" y="1249997"/>
                  </a:lnTo>
                  <a:close/>
                </a:path>
                <a:path w="8822055" h="1311275">
                  <a:moveTo>
                    <a:pt x="379145" y="1240624"/>
                  </a:moveTo>
                  <a:lnTo>
                    <a:pt x="374459" y="1215656"/>
                  </a:lnTo>
                  <a:lnTo>
                    <a:pt x="349491" y="1220355"/>
                  </a:lnTo>
                  <a:lnTo>
                    <a:pt x="354177" y="1245311"/>
                  </a:lnTo>
                  <a:lnTo>
                    <a:pt x="379145" y="1240624"/>
                  </a:lnTo>
                  <a:close/>
                </a:path>
                <a:path w="8822055" h="1311275">
                  <a:moveTo>
                    <a:pt x="429069" y="1231252"/>
                  </a:moveTo>
                  <a:lnTo>
                    <a:pt x="424383" y="1206284"/>
                  </a:lnTo>
                  <a:lnTo>
                    <a:pt x="399415" y="1210970"/>
                  </a:lnTo>
                  <a:lnTo>
                    <a:pt x="404114" y="1235938"/>
                  </a:lnTo>
                  <a:lnTo>
                    <a:pt x="429069" y="1231252"/>
                  </a:lnTo>
                  <a:close/>
                </a:path>
                <a:path w="8822055" h="1311275">
                  <a:moveTo>
                    <a:pt x="478993" y="1221879"/>
                  </a:moveTo>
                  <a:lnTo>
                    <a:pt x="474306" y="1196911"/>
                  </a:lnTo>
                  <a:lnTo>
                    <a:pt x="449351" y="1201597"/>
                  </a:lnTo>
                  <a:lnTo>
                    <a:pt x="454037" y="1226566"/>
                  </a:lnTo>
                  <a:lnTo>
                    <a:pt x="478993" y="1221879"/>
                  </a:lnTo>
                  <a:close/>
                </a:path>
                <a:path w="8822055" h="1311275">
                  <a:moveTo>
                    <a:pt x="528929" y="1212507"/>
                  </a:moveTo>
                  <a:lnTo>
                    <a:pt x="524243" y="1187538"/>
                  </a:lnTo>
                  <a:lnTo>
                    <a:pt x="499275" y="1192225"/>
                  </a:lnTo>
                  <a:lnTo>
                    <a:pt x="503961" y="1217193"/>
                  </a:lnTo>
                  <a:lnTo>
                    <a:pt x="528929" y="1212507"/>
                  </a:lnTo>
                  <a:close/>
                </a:path>
                <a:path w="8822055" h="1311275">
                  <a:moveTo>
                    <a:pt x="578853" y="1203134"/>
                  </a:moveTo>
                  <a:lnTo>
                    <a:pt x="574167" y="1178166"/>
                  </a:lnTo>
                  <a:lnTo>
                    <a:pt x="549198" y="1182852"/>
                  </a:lnTo>
                  <a:lnTo>
                    <a:pt x="553885" y="1207820"/>
                  </a:lnTo>
                  <a:lnTo>
                    <a:pt x="578853" y="1203134"/>
                  </a:lnTo>
                  <a:close/>
                </a:path>
                <a:path w="8822055" h="1311275">
                  <a:moveTo>
                    <a:pt x="628777" y="1193761"/>
                  </a:moveTo>
                  <a:lnTo>
                    <a:pt x="624090" y="1168793"/>
                  </a:lnTo>
                  <a:lnTo>
                    <a:pt x="599135" y="1173480"/>
                  </a:lnTo>
                  <a:lnTo>
                    <a:pt x="603821" y="1198448"/>
                  </a:lnTo>
                  <a:lnTo>
                    <a:pt x="628777" y="1193761"/>
                  </a:lnTo>
                  <a:close/>
                </a:path>
                <a:path w="8822055" h="1311275">
                  <a:moveTo>
                    <a:pt x="678713" y="1184389"/>
                  </a:moveTo>
                  <a:lnTo>
                    <a:pt x="674027" y="1159421"/>
                  </a:lnTo>
                  <a:lnTo>
                    <a:pt x="649058" y="1164107"/>
                  </a:lnTo>
                  <a:lnTo>
                    <a:pt x="653745" y="1189075"/>
                  </a:lnTo>
                  <a:lnTo>
                    <a:pt x="678713" y="1184389"/>
                  </a:lnTo>
                  <a:close/>
                </a:path>
                <a:path w="8822055" h="1311275">
                  <a:moveTo>
                    <a:pt x="728637" y="1175016"/>
                  </a:moveTo>
                  <a:lnTo>
                    <a:pt x="723950" y="1150048"/>
                  </a:lnTo>
                  <a:lnTo>
                    <a:pt x="698982" y="1154734"/>
                  </a:lnTo>
                  <a:lnTo>
                    <a:pt x="703668" y="1179703"/>
                  </a:lnTo>
                  <a:lnTo>
                    <a:pt x="728637" y="1175016"/>
                  </a:lnTo>
                  <a:close/>
                </a:path>
                <a:path w="8822055" h="1311275">
                  <a:moveTo>
                    <a:pt x="778560" y="1165644"/>
                  </a:moveTo>
                  <a:lnTo>
                    <a:pt x="773874" y="1140675"/>
                  </a:lnTo>
                  <a:lnTo>
                    <a:pt x="748919" y="1145362"/>
                  </a:lnTo>
                  <a:lnTo>
                    <a:pt x="753605" y="1170330"/>
                  </a:lnTo>
                  <a:lnTo>
                    <a:pt x="778560" y="1165644"/>
                  </a:lnTo>
                  <a:close/>
                </a:path>
                <a:path w="8822055" h="1311275">
                  <a:moveTo>
                    <a:pt x="828497" y="1156258"/>
                  </a:moveTo>
                  <a:lnTo>
                    <a:pt x="823810" y="1131303"/>
                  </a:lnTo>
                  <a:lnTo>
                    <a:pt x="798842" y="1135989"/>
                  </a:lnTo>
                  <a:lnTo>
                    <a:pt x="803529" y="1160957"/>
                  </a:lnTo>
                  <a:lnTo>
                    <a:pt x="828497" y="1156258"/>
                  </a:lnTo>
                  <a:close/>
                </a:path>
                <a:path w="8822055" h="1311275">
                  <a:moveTo>
                    <a:pt x="878420" y="1146886"/>
                  </a:moveTo>
                  <a:lnTo>
                    <a:pt x="873734" y="1121930"/>
                  </a:lnTo>
                  <a:lnTo>
                    <a:pt x="848766" y="1126617"/>
                  </a:lnTo>
                  <a:lnTo>
                    <a:pt x="853452" y="1151572"/>
                  </a:lnTo>
                  <a:lnTo>
                    <a:pt x="878420" y="1146886"/>
                  </a:lnTo>
                  <a:close/>
                </a:path>
                <a:path w="8822055" h="1311275">
                  <a:moveTo>
                    <a:pt x="928344" y="1137513"/>
                  </a:moveTo>
                  <a:lnTo>
                    <a:pt x="923658" y="1112558"/>
                  </a:lnTo>
                  <a:lnTo>
                    <a:pt x="898702" y="1117244"/>
                  </a:lnTo>
                  <a:lnTo>
                    <a:pt x="903389" y="1142199"/>
                  </a:lnTo>
                  <a:lnTo>
                    <a:pt x="928344" y="1137513"/>
                  </a:lnTo>
                  <a:close/>
                </a:path>
                <a:path w="8822055" h="1311275">
                  <a:moveTo>
                    <a:pt x="978281" y="1128141"/>
                  </a:moveTo>
                  <a:lnTo>
                    <a:pt x="973594" y="1103185"/>
                  </a:lnTo>
                  <a:lnTo>
                    <a:pt x="948626" y="1107871"/>
                  </a:lnTo>
                  <a:lnTo>
                    <a:pt x="953312" y="1132827"/>
                  </a:lnTo>
                  <a:lnTo>
                    <a:pt x="978281" y="1128141"/>
                  </a:lnTo>
                  <a:close/>
                </a:path>
                <a:path w="8822055" h="1311275">
                  <a:moveTo>
                    <a:pt x="1028204" y="1118768"/>
                  </a:moveTo>
                  <a:lnTo>
                    <a:pt x="1023518" y="1093812"/>
                  </a:lnTo>
                  <a:lnTo>
                    <a:pt x="998550" y="1098499"/>
                  </a:lnTo>
                  <a:lnTo>
                    <a:pt x="1003236" y="1123454"/>
                  </a:lnTo>
                  <a:lnTo>
                    <a:pt x="1028204" y="1118768"/>
                  </a:lnTo>
                  <a:close/>
                </a:path>
                <a:path w="8822055" h="1311275">
                  <a:moveTo>
                    <a:pt x="1078128" y="1109395"/>
                  </a:moveTo>
                  <a:lnTo>
                    <a:pt x="1073442" y="1084427"/>
                  </a:lnTo>
                  <a:lnTo>
                    <a:pt x="1048486" y="1089113"/>
                  </a:lnTo>
                  <a:lnTo>
                    <a:pt x="1053172" y="1114082"/>
                  </a:lnTo>
                  <a:lnTo>
                    <a:pt x="1078128" y="1109395"/>
                  </a:lnTo>
                  <a:close/>
                </a:path>
                <a:path w="8822055" h="1311275">
                  <a:moveTo>
                    <a:pt x="1128064" y="1100023"/>
                  </a:moveTo>
                  <a:lnTo>
                    <a:pt x="1123378" y="1075055"/>
                  </a:lnTo>
                  <a:lnTo>
                    <a:pt x="1098410" y="1079741"/>
                  </a:lnTo>
                  <a:lnTo>
                    <a:pt x="1103096" y="1104709"/>
                  </a:lnTo>
                  <a:lnTo>
                    <a:pt x="1128064" y="1100023"/>
                  </a:lnTo>
                  <a:close/>
                </a:path>
                <a:path w="8822055" h="1311275">
                  <a:moveTo>
                    <a:pt x="1177988" y="1090650"/>
                  </a:moveTo>
                  <a:lnTo>
                    <a:pt x="1173302" y="1065682"/>
                  </a:lnTo>
                  <a:lnTo>
                    <a:pt x="1148334" y="1070368"/>
                  </a:lnTo>
                  <a:lnTo>
                    <a:pt x="1153020" y="1095336"/>
                  </a:lnTo>
                  <a:lnTo>
                    <a:pt x="1177988" y="1090650"/>
                  </a:lnTo>
                  <a:close/>
                </a:path>
                <a:path w="8822055" h="1311275">
                  <a:moveTo>
                    <a:pt x="1227912" y="1081278"/>
                  </a:moveTo>
                  <a:lnTo>
                    <a:pt x="1223225" y="1056309"/>
                  </a:lnTo>
                  <a:lnTo>
                    <a:pt x="1198270" y="1060996"/>
                  </a:lnTo>
                  <a:lnTo>
                    <a:pt x="1202956" y="1085964"/>
                  </a:lnTo>
                  <a:lnTo>
                    <a:pt x="1227912" y="1081278"/>
                  </a:lnTo>
                  <a:close/>
                </a:path>
                <a:path w="8822055" h="1311275">
                  <a:moveTo>
                    <a:pt x="1277848" y="1071905"/>
                  </a:moveTo>
                  <a:lnTo>
                    <a:pt x="1273162" y="1046937"/>
                  </a:lnTo>
                  <a:lnTo>
                    <a:pt x="1248194" y="1051623"/>
                  </a:lnTo>
                  <a:lnTo>
                    <a:pt x="1252880" y="1076591"/>
                  </a:lnTo>
                  <a:lnTo>
                    <a:pt x="1277848" y="1071905"/>
                  </a:lnTo>
                  <a:close/>
                </a:path>
                <a:path w="8822055" h="1311275">
                  <a:moveTo>
                    <a:pt x="1327772" y="1062532"/>
                  </a:moveTo>
                  <a:lnTo>
                    <a:pt x="1323086" y="1037564"/>
                  </a:lnTo>
                  <a:lnTo>
                    <a:pt x="1298117" y="1042250"/>
                  </a:lnTo>
                  <a:lnTo>
                    <a:pt x="1302804" y="1067219"/>
                  </a:lnTo>
                  <a:lnTo>
                    <a:pt x="1327772" y="1062532"/>
                  </a:lnTo>
                  <a:close/>
                </a:path>
                <a:path w="8822055" h="1311275">
                  <a:moveTo>
                    <a:pt x="1377696" y="1053160"/>
                  </a:moveTo>
                  <a:lnTo>
                    <a:pt x="1373009" y="1028192"/>
                  </a:lnTo>
                  <a:lnTo>
                    <a:pt x="1348054" y="1032878"/>
                  </a:lnTo>
                  <a:lnTo>
                    <a:pt x="1352740" y="1057846"/>
                  </a:lnTo>
                  <a:lnTo>
                    <a:pt x="1377696" y="1053160"/>
                  </a:lnTo>
                  <a:close/>
                </a:path>
                <a:path w="8822055" h="1311275">
                  <a:moveTo>
                    <a:pt x="1427632" y="1043787"/>
                  </a:moveTo>
                  <a:lnTo>
                    <a:pt x="1422933" y="1018819"/>
                  </a:lnTo>
                  <a:lnTo>
                    <a:pt x="1397977" y="1023505"/>
                  </a:lnTo>
                  <a:lnTo>
                    <a:pt x="1402664" y="1048473"/>
                  </a:lnTo>
                  <a:lnTo>
                    <a:pt x="1427632" y="1043787"/>
                  </a:lnTo>
                  <a:close/>
                </a:path>
                <a:path w="8822055" h="1311275">
                  <a:moveTo>
                    <a:pt x="1477556" y="1034402"/>
                  </a:moveTo>
                  <a:lnTo>
                    <a:pt x="1472869" y="1009446"/>
                  </a:lnTo>
                  <a:lnTo>
                    <a:pt x="1447901" y="1014133"/>
                  </a:lnTo>
                  <a:lnTo>
                    <a:pt x="1452587" y="1039101"/>
                  </a:lnTo>
                  <a:lnTo>
                    <a:pt x="1477556" y="1034402"/>
                  </a:lnTo>
                  <a:close/>
                </a:path>
                <a:path w="8822055" h="1311275">
                  <a:moveTo>
                    <a:pt x="1527479" y="1025029"/>
                  </a:moveTo>
                  <a:lnTo>
                    <a:pt x="1522793" y="1000074"/>
                  </a:lnTo>
                  <a:lnTo>
                    <a:pt x="1497825" y="1004760"/>
                  </a:lnTo>
                  <a:lnTo>
                    <a:pt x="1502524" y="1029716"/>
                  </a:lnTo>
                  <a:lnTo>
                    <a:pt x="1527479" y="1025029"/>
                  </a:lnTo>
                  <a:close/>
                </a:path>
                <a:path w="8822055" h="1311275">
                  <a:moveTo>
                    <a:pt x="1577403" y="1015657"/>
                  </a:moveTo>
                  <a:lnTo>
                    <a:pt x="1572717" y="990701"/>
                  </a:lnTo>
                  <a:lnTo>
                    <a:pt x="1547761" y="995387"/>
                  </a:lnTo>
                  <a:lnTo>
                    <a:pt x="1552448" y="1020343"/>
                  </a:lnTo>
                  <a:lnTo>
                    <a:pt x="1577403" y="1015657"/>
                  </a:lnTo>
                  <a:close/>
                </a:path>
                <a:path w="8822055" h="1311275">
                  <a:moveTo>
                    <a:pt x="1627339" y="1006284"/>
                  </a:moveTo>
                  <a:lnTo>
                    <a:pt x="1622653" y="981329"/>
                  </a:lnTo>
                  <a:lnTo>
                    <a:pt x="1597685" y="986015"/>
                  </a:lnTo>
                  <a:lnTo>
                    <a:pt x="1602371" y="1010970"/>
                  </a:lnTo>
                  <a:lnTo>
                    <a:pt x="1627339" y="1006284"/>
                  </a:lnTo>
                  <a:close/>
                </a:path>
                <a:path w="8822055" h="1311275">
                  <a:moveTo>
                    <a:pt x="1677263" y="996911"/>
                  </a:moveTo>
                  <a:lnTo>
                    <a:pt x="1672577" y="971956"/>
                  </a:lnTo>
                  <a:lnTo>
                    <a:pt x="1647609" y="976642"/>
                  </a:lnTo>
                  <a:lnTo>
                    <a:pt x="1652295" y="1001598"/>
                  </a:lnTo>
                  <a:lnTo>
                    <a:pt x="1677263" y="996911"/>
                  </a:lnTo>
                  <a:close/>
                </a:path>
                <a:path w="8822055" h="1311275">
                  <a:moveTo>
                    <a:pt x="1727187" y="987539"/>
                  </a:moveTo>
                  <a:lnTo>
                    <a:pt x="1722501" y="962571"/>
                  </a:lnTo>
                  <a:lnTo>
                    <a:pt x="1697545" y="967257"/>
                  </a:lnTo>
                  <a:lnTo>
                    <a:pt x="1702231" y="992225"/>
                  </a:lnTo>
                  <a:lnTo>
                    <a:pt x="1727187" y="987539"/>
                  </a:lnTo>
                  <a:close/>
                </a:path>
                <a:path w="8822055" h="1311275">
                  <a:moveTo>
                    <a:pt x="1777123" y="978166"/>
                  </a:moveTo>
                  <a:lnTo>
                    <a:pt x="1772437" y="953198"/>
                  </a:lnTo>
                  <a:lnTo>
                    <a:pt x="1747469" y="957884"/>
                  </a:lnTo>
                  <a:lnTo>
                    <a:pt x="1752155" y="982853"/>
                  </a:lnTo>
                  <a:lnTo>
                    <a:pt x="1777123" y="978166"/>
                  </a:lnTo>
                  <a:close/>
                </a:path>
                <a:path w="8822055" h="1311275">
                  <a:moveTo>
                    <a:pt x="1827047" y="968794"/>
                  </a:moveTo>
                  <a:lnTo>
                    <a:pt x="1822361" y="943825"/>
                  </a:lnTo>
                  <a:lnTo>
                    <a:pt x="1797392" y="948512"/>
                  </a:lnTo>
                  <a:lnTo>
                    <a:pt x="1802079" y="973480"/>
                  </a:lnTo>
                  <a:lnTo>
                    <a:pt x="1827047" y="968794"/>
                  </a:lnTo>
                  <a:close/>
                </a:path>
                <a:path w="8822055" h="1311275">
                  <a:moveTo>
                    <a:pt x="1876971" y="959421"/>
                  </a:moveTo>
                  <a:lnTo>
                    <a:pt x="1872284" y="934453"/>
                  </a:lnTo>
                  <a:lnTo>
                    <a:pt x="1847329" y="939139"/>
                  </a:lnTo>
                  <a:lnTo>
                    <a:pt x="1852015" y="964107"/>
                  </a:lnTo>
                  <a:lnTo>
                    <a:pt x="1876971" y="959421"/>
                  </a:lnTo>
                  <a:close/>
                </a:path>
                <a:path w="8822055" h="1311275">
                  <a:moveTo>
                    <a:pt x="1926907" y="950048"/>
                  </a:moveTo>
                  <a:lnTo>
                    <a:pt x="1922221" y="925080"/>
                  </a:lnTo>
                  <a:lnTo>
                    <a:pt x="1897253" y="929767"/>
                  </a:lnTo>
                  <a:lnTo>
                    <a:pt x="1901939" y="954735"/>
                  </a:lnTo>
                  <a:lnTo>
                    <a:pt x="1926907" y="950048"/>
                  </a:lnTo>
                  <a:close/>
                </a:path>
                <a:path w="8822055" h="1311275">
                  <a:moveTo>
                    <a:pt x="1976831" y="940676"/>
                  </a:moveTo>
                  <a:lnTo>
                    <a:pt x="1972144" y="915708"/>
                  </a:lnTo>
                  <a:lnTo>
                    <a:pt x="1947176" y="920394"/>
                  </a:lnTo>
                  <a:lnTo>
                    <a:pt x="1951863" y="945362"/>
                  </a:lnTo>
                  <a:lnTo>
                    <a:pt x="1976831" y="940676"/>
                  </a:lnTo>
                  <a:close/>
                </a:path>
                <a:path w="8822055" h="1311275">
                  <a:moveTo>
                    <a:pt x="2026754" y="931303"/>
                  </a:moveTo>
                  <a:lnTo>
                    <a:pt x="2022068" y="906335"/>
                  </a:lnTo>
                  <a:lnTo>
                    <a:pt x="1997113" y="911021"/>
                  </a:lnTo>
                  <a:lnTo>
                    <a:pt x="2001799" y="935990"/>
                  </a:lnTo>
                  <a:lnTo>
                    <a:pt x="2026754" y="931303"/>
                  </a:lnTo>
                  <a:close/>
                </a:path>
                <a:path w="8822055" h="1311275">
                  <a:moveTo>
                    <a:pt x="2076691" y="921931"/>
                  </a:moveTo>
                  <a:lnTo>
                    <a:pt x="2072005" y="896962"/>
                  </a:lnTo>
                  <a:lnTo>
                    <a:pt x="2047036" y="901649"/>
                  </a:lnTo>
                  <a:lnTo>
                    <a:pt x="2051723" y="926617"/>
                  </a:lnTo>
                  <a:lnTo>
                    <a:pt x="2076691" y="921931"/>
                  </a:lnTo>
                  <a:close/>
                </a:path>
                <a:path w="8822055" h="1311275">
                  <a:moveTo>
                    <a:pt x="2126615" y="912558"/>
                  </a:moveTo>
                  <a:lnTo>
                    <a:pt x="2121928" y="887590"/>
                  </a:lnTo>
                  <a:lnTo>
                    <a:pt x="2096960" y="892276"/>
                  </a:lnTo>
                  <a:lnTo>
                    <a:pt x="2101646" y="917244"/>
                  </a:lnTo>
                  <a:lnTo>
                    <a:pt x="2126615" y="912558"/>
                  </a:lnTo>
                  <a:close/>
                </a:path>
                <a:path w="8822055" h="1311275">
                  <a:moveTo>
                    <a:pt x="2176538" y="903173"/>
                  </a:moveTo>
                  <a:lnTo>
                    <a:pt x="2171852" y="878217"/>
                  </a:lnTo>
                  <a:lnTo>
                    <a:pt x="2146897" y="882904"/>
                  </a:lnTo>
                  <a:lnTo>
                    <a:pt x="2151583" y="907859"/>
                  </a:lnTo>
                  <a:lnTo>
                    <a:pt x="2176538" y="903173"/>
                  </a:lnTo>
                  <a:close/>
                </a:path>
                <a:path w="8822055" h="1311275">
                  <a:moveTo>
                    <a:pt x="2226475" y="893800"/>
                  </a:moveTo>
                  <a:lnTo>
                    <a:pt x="2221788" y="868845"/>
                  </a:lnTo>
                  <a:lnTo>
                    <a:pt x="2196820" y="873531"/>
                  </a:lnTo>
                  <a:lnTo>
                    <a:pt x="2201507" y="898486"/>
                  </a:lnTo>
                  <a:lnTo>
                    <a:pt x="2226475" y="893800"/>
                  </a:lnTo>
                  <a:close/>
                </a:path>
                <a:path w="8822055" h="1311275">
                  <a:moveTo>
                    <a:pt x="2276398" y="884428"/>
                  </a:moveTo>
                  <a:lnTo>
                    <a:pt x="2271712" y="859472"/>
                  </a:lnTo>
                  <a:lnTo>
                    <a:pt x="2246744" y="864158"/>
                  </a:lnTo>
                  <a:lnTo>
                    <a:pt x="2251430" y="889114"/>
                  </a:lnTo>
                  <a:lnTo>
                    <a:pt x="2276398" y="884428"/>
                  </a:lnTo>
                  <a:close/>
                </a:path>
                <a:path w="8822055" h="1311275">
                  <a:moveTo>
                    <a:pt x="2326322" y="875055"/>
                  </a:moveTo>
                  <a:lnTo>
                    <a:pt x="2321636" y="850099"/>
                  </a:lnTo>
                  <a:lnTo>
                    <a:pt x="2296668" y="854786"/>
                  </a:lnTo>
                  <a:lnTo>
                    <a:pt x="2301367" y="879741"/>
                  </a:lnTo>
                  <a:lnTo>
                    <a:pt x="2326322" y="875055"/>
                  </a:lnTo>
                  <a:close/>
                </a:path>
                <a:path w="8822055" h="1311275">
                  <a:moveTo>
                    <a:pt x="2376246" y="865682"/>
                  </a:moveTo>
                  <a:lnTo>
                    <a:pt x="2371560" y="840714"/>
                  </a:lnTo>
                  <a:lnTo>
                    <a:pt x="2346604" y="845413"/>
                  </a:lnTo>
                  <a:lnTo>
                    <a:pt x="2351290" y="870369"/>
                  </a:lnTo>
                  <a:lnTo>
                    <a:pt x="2376246" y="865682"/>
                  </a:lnTo>
                  <a:close/>
                </a:path>
                <a:path w="8822055" h="1311275">
                  <a:moveTo>
                    <a:pt x="2426182" y="856310"/>
                  </a:moveTo>
                  <a:lnTo>
                    <a:pt x="2421496" y="831342"/>
                  </a:lnTo>
                  <a:lnTo>
                    <a:pt x="2396528" y="836028"/>
                  </a:lnTo>
                  <a:lnTo>
                    <a:pt x="2401214" y="860996"/>
                  </a:lnTo>
                  <a:lnTo>
                    <a:pt x="2426182" y="856310"/>
                  </a:lnTo>
                  <a:close/>
                </a:path>
                <a:path w="8822055" h="1311275">
                  <a:moveTo>
                    <a:pt x="2476106" y="846937"/>
                  </a:moveTo>
                  <a:lnTo>
                    <a:pt x="2471420" y="821969"/>
                  </a:lnTo>
                  <a:lnTo>
                    <a:pt x="2446451" y="826655"/>
                  </a:lnTo>
                  <a:lnTo>
                    <a:pt x="2451138" y="851623"/>
                  </a:lnTo>
                  <a:lnTo>
                    <a:pt x="2476106" y="846937"/>
                  </a:lnTo>
                  <a:close/>
                </a:path>
                <a:path w="8822055" h="1311275">
                  <a:moveTo>
                    <a:pt x="2526030" y="837565"/>
                  </a:moveTo>
                  <a:lnTo>
                    <a:pt x="2521343" y="812596"/>
                  </a:lnTo>
                  <a:lnTo>
                    <a:pt x="2496388" y="817283"/>
                  </a:lnTo>
                  <a:lnTo>
                    <a:pt x="2501074" y="842251"/>
                  </a:lnTo>
                  <a:lnTo>
                    <a:pt x="2526030" y="837565"/>
                  </a:lnTo>
                  <a:close/>
                </a:path>
                <a:path w="8822055" h="1311275">
                  <a:moveTo>
                    <a:pt x="2575966" y="828192"/>
                  </a:moveTo>
                  <a:lnTo>
                    <a:pt x="2571280" y="803224"/>
                  </a:lnTo>
                  <a:lnTo>
                    <a:pt x="2546312" y="807910"/>
                  </a:lnTo>
                  <a:lnTo>
                    <a:pt x="2550998" y="832878"/>
                  </a:lnTo>
                  <a:lnTo>
                    <a:pt x="2575966" y="828192"/>
                  </a:lnTo>
                  <a:close/>
                </a:path>
                <a:path w="8822055" h="1311275">
                  <a:moveTo>
                    <a:pt x="2625890" y="818819"/>
                  </a:moveTo>
                  <a:lnTo>
                    <a:pt x="2621203" y="793851"/>
                  </a:lnTo>
                  <a:lnTo>
                    <a:pt x="2596235" y="798537"/>
                  </a:lnTo>
                  <a:lnTo>
                    <a:pt x="2600922" y="823506"/>
                  </a:lnTo>
                  <a:lnTo>
                    <a:pt x="2625890" y="818819"/>
                  </a:lnTo>
                  <a:close/>
                </a:path>
                <a:path w="8822055" h="1311275">
                  <a:moveTo>
                    <a:pt x="2675813" y="809447"/>
                  </a:moveTo>
                  <a:lnTo>
                    <a:pt x="2671127" y="784479"/>
                  </a:lnTo>
                  <a:lnTo>
                    <a:pt x="2646172" y="789165"/>
                  </a:lnTo>
                  <a:lnTo>
                    <a:pt x="2650858" y="814133"/>
                  </a:lnTo>
                  <a:lnTo>
                    <a:pt x="2675813" y="809447"/>
                  </a:lnTo>
                  <a:close/>
                </a:path>
                <a:path w="8822055" h="1311275">
                  <a:moveTo>
                    <a:pt x="2725750" y="800074"/>
                  </a:moveTo>
                  <a:lnTo>
                    <a:pt x="2721064" y="775106"/>
                  </a:lnTo>
                  <a:lnTo>
                    <a:pt x="2696095" y="779792"/>
                  </a:lnTo>
                  <a:lnTo>
                    <a:pt x="2700782" y="804760"/>
                  </a:lnTo>
                  <a:lnTo>
                    <a:pt x="2725750" y="800074"/>
                  </a:lnTo>
                  <a:close/>
                </a:path>
                <a:path w="8822055" h="1311275">
                  <a:moveTo>
                    <a:pt x="2775674" y="790702"/>
                  </a:moveTo>
                  <a:lnTo>
                    <a:pt x="2770987" y="765733"/>
                  </a:lnTo>
                  <a:lnTo>
                    <a:pt x="2746019" y="770420"/>
                  </a:lnTo>
                  <a:lnTo>
                    <a:pt x="2750705" y="795388"/>
                  </a:lnTo>
                  <a:lnTo>
                    <a:pt x="2775674" y="790702"/>
                  </a:lnTo>
                  <a:close/>
                </a:path>
                <a:path w="8822055" h="1311275">
                  <a:moveTo>
                    <a:pt x="2825597" y="781316"/>
                  </a:moveTo>
                  <a:lnTo>
                    <a:pt x="2820911" y="756361"/>
                  </a:lnTo>
                  <a:lnTo>
                    <a:pt x="2795955" y="761047"/>
                  </a:lnTo>
                  <a:lnTo>
                    <a:pt x="2800642" y="786003"/>
                  </a:lnTo>
                  <a:lnTo>
                    <a:pt x="2825597" y="781316"/>
                  </a:lnTo>
                  <a:close/>
                </a:path>
                <a:path w="8822055" h="1311275">
                  <a:moveTo>
                    <a:pt x="2875534" y="771944"/>
                  </a:moveTo>
                  <a:lnTo>
                    <a:pt x="2870847" y="746988"/>
                  </a:lnTo>
                  <a:lnTo>
                    <a:pt x="2845879" y="751674"/>
                  </a:lnTo>
                  <a:lnTo>
                    <a:pt x="2850565" y="776630"/>
                  </a:lnTo>
                  <a:lnTo>
                    <a:pt x="2875534" y="771944"/>
                  </a:lnTo>
                  <a:close/>
                </a:path>
                <a:path w="8822055" h="1311275">
                  <a:moveTo>
                    <a:pt x="2925457" y="762571"/>
                  </a:moveTo>
                  <a:lnTo>
                    <a:pt x="2920771" y="737616"/>
                  </a:lnTo>
                  <a:lnTo>
                    <a:pt x="2895803" y="742302"/>
                  </a:lnTo>
                  <a:lnTo>
                    <a:pt x="2900489" y="767257"/>
                  </a:lnTo>
                  <a:lnTo>
                    <a:pt x="2925457" y="762571"/>
                  </a:lnTo>
                  <a:close/>
                </a:path>
                <a:path w="8822055" h="1311275">
                  <a:moveTo>
                    <a:pt x="3017659" y="732345"/>
                  </a:moveTo>
                  <a:lnTo>
                    <a:pt x="3003778" y="727392"/>
                  </a:lnTo>
                  <a:lnTo>
                    <a:pt x="2907449" y="693051"/>
                  </a:lnTo>
                  <a:lnTo>
                    <a:pt x="2900184" y="696493"/>
                  </a:lnTo>
                  <a:lnTo>
                    <a:pt x="2895473" y="709714"/>
                  </a:lnTo>
                  <a:lnTo>
                    <a:pt x="2898927" y="716978"/>
                  </a:lnTo>
                  <a:lnTo>
                    <a:pt x="2945879" y="733717"/>
                  </a:lnTo>
                  <a:lnTo>
                    <a:pt x="2950273" y="757097"/>
                  </a:lnTo>
                  <a:lnTo>
                    <a:pt x="2912580" y="789736"/>
                  </a:lnTo>
                  <a:lnTo>
                    <a:pt x="2912008" y="797750"/>
                  </a:lnTo>
                  <a:lnTo>
                    <a:pt x="2921190" y="808355"/>
                  </a:lnTo>
                  <a:lnTo>
                    <a:pt x="2929204" y="808939"/>
                  </a:lnTo>
                  <a:lnTo>
                    <a:pt x="2988157" y="757885"/>
                  </a:lnTo>
                  <a:lnTo>
                    <a:pt x="2998470" y="748957"/>
                  </a:lnTo>
                  <a:lnTo>
                    <a:pt x="3017659" y="732345"/>
                  </a:lnTo>
                  <a:close/>
                </a:path>
                <a:path w="8822055" h="1311275">
                  <a:moveTo>
                    <a:pt x="3280181" y="673277"/>
                  </a:moveTo>
                  <a:lnTo>
                    <a:pt x="3277387" y="648030"/>
                  </a:lnTo>
                  <a:lnTo>
                    <a:pt x="3252152" y="650824"/>
                  </a:lnTo>
                  <a:lnTo>
                    <a:pt x="3254933" y="676071"/>
                  </a:lnTo>
                  <a:lnTo>
                    <a:pt x="3280181" y="673277"/>
                  </a:lnTo>
                  <a:close/>
                </a:path>
                <a:path w="8822055" h="1311275">
                  <a:moveTo>
                    <a:pt x="3330676" y="667689"/>
                  </a:moveTo>
                  <a:lnTo>
                    <a:pt x="3327882" y="642442"/>
                  </a:lnTo>
                  <a:lnTo>
                    <a:pt x="3302635" y="645236"/>
                  </a:lnTo>
                  <a:lnTo>
                    <a:pt x="3305429" y="670483"/>
                  </a:lnTo>
                  <a:lnTo>
                    <a:pt x="3330676" y="667689"/>
                  </a:lnTo>
                  <a:close/>
                </a:path>
                <a:path w="8822055" h="1311275">
                  <a:moveTo>
                    <a:pt x="3381171" y="662101"/>
                  </a:moveTo>
                  <a:lnTo>
                    <a:pt x="3378377" y="636866"/>
                  </a:lnTo>
                  <a:lnTo>
                    <a:pt x="3353130" y="639648"/>
                  </a:lnTo>
                  <a:lnTo>
                    <a:pt x="3355924" y="664895"/>
                  </a:lnTo>
                  <a:lnTo>
                    <a:pt x="3381171" y="662101"/>
                  </a:lnTo>
                  <a:close/>
                </a:path>
                <a:path w="8822055" h="1311275">
                  <a:moveTo>
                    <a:pt x="3431667" y="656526"/>
                  </a:moveTo>
                  <a:lnTo>
                    <a:pt x="3428873" y="631278"/>
                  </a:lnTo>
                  <a:lnTo>
                    <a:pt x="3403625" y="634072"/>
                  </a:lnTo>
                  <a:lnTo>
                    <a:pt x="3406419" y="659320"/>
                  </a:lnTo>
                  <a:lnTo>
                    <a:pt x="3431667" y="656526"/>
                  </a:lnTo>
                  <a:close/>
                </a:path>
                <a:path w="8822055" h="1311275">
                  <a:moveTo>
                    <a:pt x="3482149" y="650938"/>
                  </a:moveTo>
                  <a:lnTo>
                    <a:pt x="3479355" y="625690"/>
                  </a:lnTo>
                  <a:lnTo>
                    <a:pt x="3454120" y="628484"/>
                  </a:lnTo>
                  <a:lnTo>
                    <a:pt x="3456902" y="653732"/>
                  </a:lnTo>
                  <a:lnTo>
                    <a:pt x="3482149" y="650938"/>
                  </a:lnTo>
                  <a:close/>
                </a:path>
                <a:path w="8822055" h="1311275">
                  <a:moveTo>
                    <a:pt x="3532644" y="645350"/>
                  </a:moveTo>
                  <a:lnTo>
                    <a:pt x="3529850" y="620102"/>
                  </a:lnTo>
                  <a:lnTo>
                    <a:pt x="3504603" y="622896"/>
                  </a:lnTo>
                  <a:lnTo>
                    <a:pt x="3507397" y="648144"/>
                  </a:lnTo>
                  <a:lnTo>
                    <a:pt x="3532644" y="645350"/>
                  </a:lnTo>
                  <a:close/>
                </a:path>
                <a:path w="8822055" h="1311275">
                  <a:moveTo>
                    <a:pt x="3583140" y="639762"/>
                  </a:moveTo>
                  <a:lnTo>
                    <a:pt x="3580346" y="614514"/>
                  </a:lnTo>
                  <a:lnTo>
                    <a:pt x="3555098" y="617308"/>
                  </a:lnTo>
                  <a:lnTo>
                    <a:pt x="3557892" y="642556"/>
                  </a:lnTo>
                  <a:lnTo>
                    <a:pt x="3583140" y="639762"/>
                  </a:lnTo>
                  <a:close/>
                </a:path>
                <a:path w="8822055" h="1311275">
                  <a:moveTo>
                    <a:pt x="3633635" y="634187"/>
                  </a:moveTo>
                  <a:lnTo>
                    <a:pt x="3630841" y="608939"/>
                  </a:lnTo>
                  <a:lnTo>
                    <a:pt x="3605593" y="611733"/>
                  </a:lnTo>
                  <a:lnTo>
                    <a:pt x="3608387" y="636968"/>
                  </a:lnTo>
                  <a:lnTo>
                    <a:pt x="3633635" y="634187"/>
                  </a:lnTo>
                  <a:close/>
                </a:path>
                <a:path w="8822055" h="1311275">
                  <a:moveTo>
                    <a:pt x="3684117" y="628599"/>
                  </a:moveTo>
                  <a:lnTo>
                    <a:pt x="3681323" y="603351"/>
                  </a:lnTo>
                  <a:lnTo>
                    <a:pt x="3656088" y="606145"/>
                  </a:lnTo>
                  <a:lnTo>
                    <a:pt x="3658870" y="631393"/>
                  </a:lnTo>
                  <a:lnTo>
                    <a:pt x="3684117" y="628599"/>
                  </a:lnTo>
                  <a:close/>
                </a:path>
                <a:path w="8822055" h="1311275">
                  <a:moveTo>
                    <a:pt x="3734612" y="623011"/>
                  </a:moveTo>
                  <a:lnTo>
                    <a:pt x="3731818" y="597763"/>
                  </a:lnTo>
                  <a:lnTo>
                    <a:pt x="3706571" y="600557"/>
                  </a:lnTo>
                  <a:lnTo>
                    <a:pt x="3709365" y="625805"/>
                  </a:lnTo>
                  <a:lnTo>
                    <a:pt x="3734612" y="623011"/>
                  </a:lnTo>
                  <a:close/>
                </a:path>
                <a:path w="8822055" h="1311275">
                  <a:moveTo>
                    <a:pt x="3785108" y="617423"/>
                  </a:moveTo>
                  <a:lnTo>
                    <a:pt x="3782314" y="592175"/>
                  </a:lnTo>
                  <a:lnTo>
                    <a:pt x="3757066" y="594969"/>
                  </a:lnTo>
                  <a:lnTo>
                    <a:pt x="3759860" y="620217"/>
                  </a:lnTo>
                  <a:lnTo>
                    <a:pt x="3785108" y="617423"/>
                  </a:lnTo>
                  <a:close/>
                </a:path>
                <a:path w="8822055" h="1311275">
                  <a:moveTo>
                    <a:pt x="3835603" y="611835"/>
                  </a:moveTo>
                  <a:lnTo>
                    <a:pt x="3832809" y="586600"/>
                  </a:lnTo>
                  <a:lnTo>
                    <a:pt x="3807561" y="589381"/>
                  </a:lnTo>
                  <a:lnTo>
                    <a:pt x="3810355" y="614629"/>
                  </a:lnTo>
                  <a:lnTo>
                    <a:pt x="3835603" y="611835"/>
                  </a:lnTo>
                  <a:close/>
                </a:path>
                <a:path w="8822055" h="1311275">
                  <a:moveTo>
                    <a:pt x="3886085" y="606259"/>
                  </a:moveTo>
                  <a:lnTo>
                    <a:pt x="3883291" y="581012"/>
                  </a:lnTo>
                  <a:lnTo>
                    <a:pt x="3858056" y="583806"/>
                  </a:lnTo>
                  <a:lnTo>
                    <a:pt x="3860838" y="609053"/>
                  </a:lnTo>
                  <a:lnTo>
                    <a:pt x="3886085" y="606259"/>
                  </a:lnTo>
                  <a:close/>
                </a:path>
                <a:path w="8822055" h="1311275">
                  <a:moveTo>
                    <a:pt x="3936581" y="600671"/>
                  </a:moveTo>
                  <a:lnTo>
                    <a:pt x="3933787" y="575424"/>
                  </a:lnTo>
                  <a:lnTo>
                    <a:pt x="3908539" y="578218"/>
                  </a:lnTo>
                  <a:lnTo>
                    <a:pt x="3911333" y="603465"/>
                  </a:lnTo>
                  <a:lnTo>
                    <a:pt x="3936581" y="600671"/>
                  </a:lnTo>
                  <a:close/>
                </a:path>
                <a:path w="8822055" h="1311275">
                  <a:moveTo>
                    <a:pt x="3987076" y="595083"/>
                  </a:moveTo>
                  <a:lnTo>
                    <a:pt x="3984282" y="569836"/>
                  </a:lnTo>
                  <a:lnTo>
                    <a:pt x="3959034" y="572630"/>
                  </a:lnTo>
                  <a:lnTo>
                    <a:pt x="3961828" y="597877"/>
                  </a:lnTo>
                  <a:lnTo>
                    <a:pt x="3987076" y="595083"/>
                  </a:lnTo>
                  <a:close/>
                </a:path>
                <a:path w="8822055" h="1311275">
                  <a:moveTo>
                    <a:pt x="4037571" y="589495"/>
                  </a:moveTo>
                  <a:lnTo>
                    <a:pt x="4034777" y="564248"/>
                  </a:lnTo>
                  <a:lnTo>
                    <a:pt x="4009529" y="567042"/>
                  </a:lnTo>
                  <a:lnTo>
                    <a:pt x="4012323" y="592289"/>
                  </a:lnTo>
                  <a:lnTo>
                    <a:pt x="4037571" y="589495"/>
                  </a:lnTo>
                  <a:close/>
                </a:path>
                <a:path w="8822055" h="1311275">
                  <a:moveTo>
                    <a:pt x="4088053" y="583907"/>
                  </a:moveTo>
                  <a:lnTo>
                    <a:pt x="4085259" y="558673"/>
                  </a:lnTo>
                  <a:lnTo>
                    <a:pt x="4060025" y="561467"/>
                  </a:lnTo>
                  <a:lnTo>
                    <a:pt x="4062806" y="586701"/>
                  </a:lnTo>
                  <a:lnTo>
                    <a:pt x="4088053" y="583907"/>
                  </a:lnTo>
                  <a:close/>
                </a:path>
                <a:path w="8822055" h="1311275">
                  <a:moveTo>
                    <a:pt x="4138549" y="578332"/>
                  </a:moveTo>
                  <a:lnTo>
                    <a:pt x="4135755" y="553085"/>
                  </a:lnTo>
                  <a:lnTo>
                    <a:pt x="4110507" y="555879"/>
                  </a:lnTo>
                  <a:lnTo>
                    <a:pt x="4113301" y="581126"/>
                  </a:lnTo>
                  <a:lnTo>
                    <a:pt x="4138549" y="578332"/>
                  </a:lnTo>
                  <a:close/>
                </a:path>
                <a:path w="8822055" h="1311275">
                  <a:moveTo>
                    <a:pt x="4189044" y="572744"/>
                  </a:moveTo>
                  <a:lnTo>
                    <a:pt x="4186250" y="547497"/>
                  </a:lnTo>
                  <a:lnTo>
                    <a:pt x="4161002" y="550291"/>
                  </a:lnTo>
                  <a:lnTo>
                    <a:pt x="4163796" y="575538"/>
                  </a:lnTo>
                  <a:lnTo>
                    <a:pt x="4189044" y="572744"/>
                  </a:lnTo>
                  <a:close/>
                </a:path>
                <a:path w="8822055" h="1311275">
                  <a:moveTo>
                    <a:pt x="4239539" y="567156"/>
                  </a:moveTo>
                  <a:lnTo>
                    <a:pt x="4236745" y="541909"/>
                  </a:lnTo>
                  <a:lnTo>
                    <a:pt x="4211498" y="544703"/>
                  </a:lnTo>
                  <a:lnTo>
                    <a:pt x="4214292" y="569950"/>
                  </a:lnTo>
                  <a:lnTo>
                    <a:pt x="4239539" y="567156"/>
                  </a:lnTo>
                  <a:close/>
                </a:path>
                <a:path w="8822055" h="1311275">
                  <a:moveTo>
                    <a:pt x="4290022" y="561568"/>
                  </a:moveTo>
                  <a:lnTo>
                    <a:pt x="4287228" y="536321"/>
                  </a:lnTo>
                  <a:lnTo>
                    <a:pt x="4261993" y="539115"/>
                  </a:lnTo>
                  <a:lnTo>
                    <a:pt x="4264774" y="564362"/>
                  </a:lnTo>
                  <a:lnTo>
                    <a:pt x="4290022" y="561568"/>
                  </a:lnTo>
                  <a:close/>
                </a:path>
                <a:path w="8822055" h="1311275">
                  <a:moveTo>
                    <a:pt x="4340517" y="555993"/>
                  </a:moveTo>
                  <a:lnTo>
                    <a:pt x="4337723" y="530745"/>
                  </a:lnTo>
                  <a:lnTo>
                    <a:pt x="4312475" y="533539"/>
                  </a:lnTo>
                  <a:lnTo>
                    <a:pt x="4315269" y="558774"/>
                  </a:lnTo>
                  <a:lnTo>
                    <a:pt x="4340517" y="555993"/>
                  </a:lnTo>
                  <a:close/>
                </a:path>
                <a:path w="8822055" h="1311275">
                  <a:moveTo>
                    <a:pt x="4391012" y="550405"/>
                  </a:moveTo>
                  <a:lnTo>
                    <a:pt x="4388218" y="525157"/>
                  </a:lnTo>
                  <a:lnTo>
                    <a:pt x="4362970" y="527951"/>
                  </a:lnTo>
                  <a:lnTo>
                    <a:pt x="4365764" y="553199"/>
                  </a:lnTo>
                  <a:lnTo>
                    <a:pt x="4391012" y="550405"/>
                  </a:lnTo>
                  <a:close/>
                </a:path>
                <a:path w="8822055" h="1311275">
                  <a:moveTo>
                    <a:pt x="4441507" y="544817"/>
                  </a:moveTo>
                  <a:lnTo>
                    <a:pt x="4438713" y="519569"/>
                  </a:lnTo>
                  <a:lnTo>
                    <a:pt x="4413466" y="522363"/>
                  </a:lnTo>
                  <a:lnTo>
                    <a:pt x="4416260" y="547611"/>
                  </a:lnTo>
                  <a:lnTo>
                    <a:pt x="4441507" y="544817"/>
                  </a:lnTo>
                  <a:close/>
                </a:path>
                <a:path w="8822055" h="1311275">
                  <a:moveTo>
                    <a:pt x="4491990" y="539229"/>
                  </a:moveTo>
                  <a:lnTo>
                    <a:pt x="4489196" y="513981"/>
                  </a:lnTo>
                  <a:lnTo>
                    <a:pt x="4463948" y="516775"/>
                  </a:lnTo>
                  <a:lnTo>
                    <a:pt x="4466742" y="542023"/>
                  </a:lnTo>
                  <a:lnTo>
                    <a:pt x="4491990" y="539229"/>
                  </a:lnTo>
                  <a:close/>
                </a:path>
                <a:path w="8822055" h="1311275">
                  <a:moveTo>
                    <a:pt x="4542485" y="533641"/>
                  </a:moveTo>
                  <a:lnTo>
                    <a:pt x="4539691" y="508406"/>
                  </a:lnTo>
                  <a:lnTo>
                    <a:pt x="4514443" y="511187"/>
                  </a:lnTo>
                  <a:lnTo>
                    <a:pt x="4517237" y="536435"/>
                  </a:lnTo>
                  <a:lnTo>
                    <a:pt x="4542485" y="533641"/>
                  </a:lnTo>
                  <a:close/>
                </a:path>
                <a:path w="8822055" h="1311275">
                  <a:moveTo>
                    <a:pt x="4592980" y="528066"/>
                  </a:moveTo>
                  <a:lnTo>
                    <a:pt x="4590186" y="502818"/>
                  </a:lnTo>
                  <a:lnTo>
                    <a:pt x="4564939" y="505612"/>
                  </a:lnTo>
                  <a:lnTo>
                    <a:pt x="4567733" y="530860"/>
                  </a:lnTo>
                  <a:lnTo>
                    <a:pt x="4592980" y="528066"/>
                  </a:lnTo>
                  <a:close/>
                </a:path>
                <a:path w="8822055" h="1311275">
                  <a:moveTo>
                    <a:pt x="4643475" y="522478"/>
                  </a:moveTo>
                  <a:lnTo>
                    <a:pt x="4640681" y="497230"/>
                  </a:lnTo>
                  <a:lnTo>
                    <a:pt x="4615434" y="500024"/>
                  </a:lnTo>
                  <a:lnTo>
                    <a:pt x="4618228" y="525272"/>
                  </a:lnTo>
                  <a:lnTo>
                    <a:pt x="4643475" y="522478"/>
                  </a:lnTo>
                  <a:close/>
                </a:path>
                <a:path w="8822055" h="1311275">
                  <a:moveTo>
                    <a:pt x="4693958" y="516890"/>
                  </a:moveTo>
                  <a:lnTo>
                    <a:pt x="4691164" y="491642"/>
                  </a:lnTo>
                  <a:lnTo>
                    <a:pt x="4665916" y="494436"/>
                  </a:lnTo>
                  <a:lnTo>
                    <a:pt x="4668710" y="519684"/>
                  </a:lnTo>
                  <a:lnTo>
                    <a:pt x="4693958" y="516890"/>
                  </a:lnTo>
                  <a:close/>
                </a:path>
                <a:path w="8822055" h="1311275">
                  <a:moveTo>
                    <a:pt x="4744453" y="511302"/>
                  </a:moveTo>
                  <a:lnTo>
                    <a:pt x="4741659" y="486054"/>
                  </a:lnTo>
                  <a:lnTo>
                    <a:pt x="4716411" y="488848"/>
                  </a:lnTo>
                  <a:lnTo>
                    <a:pt x="4719205" y="514096"/>
                  </a:lnTo>
                  <a:lnTo>
                    <a:pt x="4744453" y="511302"/>
                  </a:lnTo>
                  <a:close/>
                </a:path>
                <a:path w="8822055" h="1311275">
                  <a:moveTo>
                    <a:pt x="4794948" y="505726"/>
                  </a:moveTo>
                  <a:lnTo>
                    <a:pt x="4792154" y="480479"/>
                  </a:lnTo>
                  <a:lnTo>
                    <a:pt x="4766907" y="483273"/>
                  </a:lnTo>
                  <a:lnTo>
                    <a:pt x="4769701" y="508508"/>
                  </a:lnTo>
                  <a:lnTo>
                    <a:pt x="4794948" y="505726"/>
                  </a:lnTo>
                  <a:close/>
                </a:path>
                <a:path w="8822055" h="1311275">
                  <a:moveTo>
                    <a:pt x="4845443" y="500138"/>
                  </a:moveTo>
                  <a:lnTo>
                    <a:pt x="4842649" y="474891"/>
                  </a:lnTo>
                  <a:lnTo>
                    <a:pt x="4817402" y="477685"/>
                  </a:lnTo>
                  <a:lnTo>
                    <a:pt x="4820196" y="502932"/>
                  </a:lnTo>
                  <a:lnTo>
                    <a:pt x="4845443" y="500138"/>
                  </a:lnTo>
                  <a:close/>
                </a:path>
                <a:path w="8822055" h="1311275">
                  <a:moveTo>
                    <a:pt x="4895926" y="494550"/>
                  </a:moveTo>
                  <a:lnTo>
                    <a:pt x="4893132" y="469303"/>
                  </a:lnTo>
                  <a:lnTo>
                    <a:pt x="4867884" y="472097"/>
                  </a:lnTo>
                  <a:lnTo>
                    <a:pt x="4870678" y="497344"/>
                  </a:lnTo>
                  <a:lnTo>
                    <a:pt x="4895926" y="494550"/>
                  </a:lnTo>
                  <a:close/>
                </a:path>
                <a:path w="8822055" h="1311275">
                  <a:moveTo>
                    <a:pt x="4946421" y="488962"/>
                  </a:moveTo>
                  <a:lnTo>
                    <a:pt x="4943627" y="463715"/>
                  </a:lnTo>
                  <a:lnTo>
                    <a:pt x="4918380" y="466509"/>
                  </a:lnTo>
                  <a:lnTo>
                    <a:pt x="4921174" y="491756"/>
                  </a:lnTo>
                  <a:lnTo>
                    <a:pt x="4946421" y="488962"/>
                  </a:lnTo>
                  <a:close/>
                </a:path>
                <a:path w="8822055" h="1311275">
                  <a:moveTo>
                    <a:pt x="4996916" y="483374"/>
                  </a:moveTo>
                  <a:lnTo>
                    <a:pt x="4994122" y="458139"/>
                  </a:lnTo>
                  <a:lnTo>
                    <a:pt x="4968875" y="460921"/>
                  </a:lnTo>
                  <a:lnTo>
                    <a:pt x="4971669" y="486168"/>
                  </a:lnTo>
                  <a:lnTo>
                    <a:pt x="4996916" y="483374"/>
                  </a:lnTo>
                  <a:close/>
                </a:path>
                <a:path w="8822055" h="1311275">
                  <a:moveTo>
                    <a:pt x="5047399" y="477799"/>
                  </a:moveTo>
                  <a:lnTo>
                    <a:pt x="5044618" y="452551"/>
                  </a:lnTo>
                  <a:lnTo>
                    <a:pt x="5019370" y="455345"/>
                  </a:lnTo>
                  <a:lnTo>
                    <a:pt x="5022164" y="480580"/>
                  </a:lnTo>
                  <a:lnTo>
                    <a:pt x="5047399" y="477799"/>
                  </a:lnTo>
                  <a:close/>
                </a:path>
                <a:path w="8822055" h="1311275">
                  <a:moveTo>
                    <a:pt x="5097894" y="472211"/>
                  </a:moveTo>
                  <a:lnTo>
                    <a:pt x="5095100" y="446963"/>
                  </a:lnTo>
                  <a:lnTo>
                    <a:pt x="5069852" y="449757"/>
                  </a:lnTo>
                  <a:lnTo>
                    <a:pt x="5072646" y="475005"/>
                  </a:lnTo>
                  <a:lnTo>
                    <a:pt x="5097894" y="472211"/>
                  </a:lnTo>
                  <a:close/>
                </a:path>
                <a:path w="8822055" h="1311275">
                  <a:moveTo>
                    <a:pt x="5148389" y="466623"/>
                  </a:moveTo>
                  <a:lnTo>
                    <a:pt x="5145595" y="441375"/>
                  </a:lnTo>
                  <a:lnTo>
                    <a:pt x="5120348" y="444169"/>
                  </a:lnTo>
                  <a:lnTo>
                    <a:pt x="5123142" y="469417"/>
                  </a:lnTo>
                  <a:lnTo>
                    <a:pt x="5148389" y="466623"/>
                  </a:lnTo>
                  <a:close/>
                </a:path>
                <a:path w="8822055" h="1311275">
                  <a:moveTo>
                    <a:pt x="5198884" y="461035"/>
                  </a:moveTo>
                  <a:lnTo>
                    <a:pt x="5196090" y="435787"/>
                  </a:lnTo>
                  <a:lnTo>
                    <a:pt x="5170843" y="438581"/>
                  </a:lnTo>
                  <a:lnTo>
                    <a:pt x="5173637" y="463829"/>
                  </a:lnTo>
                  <a:lnTo>
                    <a:pt x="5198884" y="461035"/>
                  </a:lnTo>
                  <a:close/>
                </a:path>
                <a:path w="8822055" h="1311275">
                  <a:moveTo>
                    <a:pt x="5249367" y="455447"/>
                  </a:moveTo>
                  <a:lnTo>
                    <a:pt x="5246586" y="430212"/>
                  </a:lnTo>
                  <a:lnTo>
                    <a:pt x="5221338" y="432993"/>
                  </a:lnTo>
                  <a:lnTo>
                    <a:pt x="5224132" y="458241"/>
                  </a:lnTo>
                  <a:lnTo>
                    <a:pt x="5249367" y="455447"/>
                  </a:lnTo>
                  <a:close/>
                </a:path>
                <a:path w="8822055" h="1311275">
                  <a:moveTo>
                    <a:pt x="5299862" y="449872"/>
                  </a:moveTo>
                  <a:lnTo>
                    <a:pt x="5297068" y="424624"/>
                  </a:lnTo>
                  <a:lnTo>
                    <a:pt x="5271821" y="427418"/>
                  </a:lnTo>
                  <a:lnTo>
                    <a:pt x="5274615" y="452666"/>
                  </a:lnTo>
                  <a:lnTo>
                    <a:pt x="5299862" y="449872"/>
                  </a:lnTo>
                  <a:close/>
                </a:path>
                <a:path w="8822055" h="1311275">
                  <a:moveTo>
                    <a:pt x="5350357" y="444284"/>
                  </a:moveTo>
                  <a:lnTo>
                    <a:pt x="5347563" y="419036"/>
                  </a:lnTo>
                  <a:lnTo>
                    <a:pt x="5322316" y="421830"/>
                  </a:lnTo>
                  <a:lnTo>
                    <a:pt x="5325110" y="447078"/>
                  </a:lnTo>
                  <a:lnTo>
                    <a:pt x="5350357" y="444284"/>
                  </a:lnTo>
                  <a:close/>
                </a:path>
                <a:path w="8822055" h="1311275">
                  <a:moveTo>
                    <a:pt x="5400853" y="438696"/>
                  </a:moveTo>
                  <a:lnTo>
                    <a:pt x="5398059" y="413448"/>
                  </a:lnTo>
                  <a:lnTo>
                    <a:pt x="5372811" y="416242"/>
                  </a:lnTo>
                  <a:lnTo>
                    <a:pt x="5375605" y="441490"/>
                  </a:lnTo>
                  <a:lnTo>
                    <a:pt x="5400853" y="438696"/>
                  </a:lnTo>
                  <a:close/>
                </a:path>
                <a:path w="8822055" h="1311275">
                  <a:moveTo>
                    <a:pt x="5451335" y="433108"/>
                  </a:moveTo>
                  <a:lnTo>
                    <a:pt x="5448554" y="407860"/>
                  </a:lnTo>
                  <a:lnTo>
                    <a:pt x="5423306" y="410654"/>
                  </a:lnTo>
                  <a:lnTo>
                    <a:pt x="5426100" y="435902"/>
                  </a:lnTo>
                  <a:lnTo>
                    <a:pt x="5451335" y="433108"/>
                  </a:lnTo>
                  <a:close/>
                </a:path>
                <a:path w="8822055" h="1311275">
                  <a:moveTo>
                    <a:pt x="5501830" y="427532"/>
                  </a:moveTo>
                  <a:lnTo>
                    <a:pt x="5499036" y="402285"/>
                  </a:lnTo>
                  <a:lnTo>
                    <a:pt x="5473789" y="405079"/>
                  </a:lnTo>
                  <a:lnTo>
                    <a:pt x="5476583" y="430314"/>
                  </a:lnTo>
                  <a:lnTo>
                    <a:pt x="5501830" y="427532"/>
                  </a:lnTo>
                  <a:close/>
                </a:path>
                <a:path w="8822055" h="1311275">
                  <a:moveTo>
                    <a:pt x="5552325" y="421944"/>
                  </a:moveTo>
                  <a:lnTo>
                    <a:pt x="5549531" y="396697"/>
                  </a:lnTo>
                  <a:lnTo>
                    <a:pt x="5524284" y="399491"/>
                  </a:lnTo>
                  <a:lnTo>
                    <a:pt x="5527078" y="424738"/>
                  </a:lnTo>
                  <a:lnTo>
                    <a:pt x="5552325" y="421944"/>
                  </a:lnTo>
                  <a:close/>
                </a:path>
                <a:path w="8822055" h="1311275">
                  <a:moveTo>
                    <a:pt x="5602821" y="416356"/>
                  </a:moveTo>
                  <a:lnTo>
                    <a:pt x="5600027" y="391109"/>
                  </a:lnTo>
                  <a:lnTo>
                    <a:pt x="5574779" y="393903"/>
                  </a:lnTo>
                  <a:lnTo>
                    <a:pt x="5577573" y="419150"/>
                  </a:lnTo>
                  <a:lnTo>
                    <a:pt x="5602821" y="416356"/>
                  </a:lnTo>
                  <a:close/>
                </a:path>
                <a:path w="8822055" h="1311275">
                  <a:moveTo>
                    <a:pt x="5653303" y="410768"/>
                  </a:moveTo>
                  <a:lnTo>
                    <a:pt x="5650522" y="385521"/>
                  </a:lnTo>
                  <a:lnTo>
                    <a:pt x="5625274" y="388315"/>
                  </a:lnTo>
                  <a:lnTo>
                    <a:pt x="5628068" y="413562"/>
                  </a:lnTo>
                  <a:lnTo>
                    <a:pt x="5653303" y="410768"/>
                  </a:lnTo>
                  <a:close/>
                </a:path>
                <a:path w="8822055" h="1311275">
                  <a:moveTo>
                    <a:pt x="5703798" y="405180"/>
                  </a:moveTo>
                  <a:lnTo>
                    <a:pt x="5701004" y="379945"/>
                  </a:lnTo>
                  <a:lnTo>
                    <a:pt x="5675757" y="382727"/>
                  </a:lnTo>
                  <a:lnTo>
                    <a:pt x="5678551" y="407974"/>
                  </a:lnTo>
                  <a:lnTo>
                    <a:pt x="5703798" y="405180"/>
                  </a:lnTo>
                  <a:close/>
                </a:path>
                <a:path w="8822055" h="1311275">
                  <a:moveTo>
                    <a:pt x="5754294" y="399605"/>
                  </a:moveTo>
                  <a:lnTo>
                    <a:pt x="5751500" y="374357"/>
                  </a:lnTo>
                  <a:lnTo>
                    <a:pt x="5726252" y="377151"/>
                  </a:lnTo>
                  <a:lnTo>
                    <a:pt x="5729046" y="402399"/>
                  </a:lnTo>
                  <a:lnTo>
                    <a:pt x="5754294" y="399605"/>
                  </a:lnTo>
                  <a:close/>
                </a:path>
                <a:path w="8822055" h="1311275">
                  <a:moveTo>
                    <a:pt x="5804789" y="394017"/>
                  </a:moveTo>
                  <a:lnTo>
                    <a:pt x="5801995" y="368769"/>
                  </a:lnTo>
                  <a:lnTo>
                    <a:pt x="5776747" y="371563"/>
                  </a:lnTo>
                  <a:lnTo>
                    <a:pt x="5779541" y="396811"/>
                  </a:lnTo>
                  <a:lnTo>
                    <a:pt x="5804789" y="394017"/>
                  </a:lnTo>
                  <a:close/>
                </a:path>
                <a:path w="8822055" h="1311275">
                  <a:moveTo>
                    <a:pt x="5855271" y="388429"/>
                  </a:moveTo>
                  <a:lnTo>
                    <a:pt x="5852490" y="363181"/>
                  </a:lnTo>
                  <a:lnTo>
                    <a:pt x="5827242" y="365975"/>
                  </a:lnTo>
                  <a:lnTo>
                    <a:pt x="5830036" y="391223"/>
                  </a:lnTo>
                  <a:lnTo>
                    <a:pt x="5855271" y="388429"/>
                  </a:lnTo>
                  <a:close/>
                </a:path>
                <a:path w="8822055" h="1311275">
                  <a:moveTo>
                    <a:pt x="5905766" y="382841"/>
                  </a:moveTo>
                  <a:lnTo>
                    <a:pt x="5902972" y="357593"/>
                  </a:lnTo>
                  <a:lnTo>
                    <a:pt x="5877725" y="360387"/>
                  </a:lnTo>
                  <a:lnTo>
                    <a:pt x="5880519" y="385635"/>
                  </a:lnTo>
                  <a:lnTo>
                    <a:pt x="5905766" y="382841"/>
                  </a:lnTo>
                  <a:close/>
                </a:path>
                <a:path w="8822055" h="1311275">
                  <a:moveTo>
                    <a:pt x="5956262" y="377253"/>
                  </a:moveTo>
                  <a:lnTo>
                    <a:pt x="5953468" y="352018"/>
                  </a:lnTo>
                  <a:lnTo>
                    <a:pt x="5928220" y="354812"/>
                  </a:lnTo>
                  <a:lnTo>
                    <a:pt x="5931014" y="380047"/>
                  </a:lnTo>
                  <a:lnTo>
                    <a:pt x="5956262" y="377253"/>
                  </a:lnTo>
                  <a:close/>
                </a:path>
                <a:path w="8822055" h="1311275">
                  <a:moveTo>
                    <a:pt x="6006757" y="371678"/>
                  </a:moveTo>
                  <a:lnTo>
                    <a:pt x="6003963" y="346430"/>
                  </a:lnTo>
                  <a:lnTo>
                    <a:pt x="5978715" y="349224"/>
                  </a:lnTo>
                  <a:lnTo>
                    <a:pt x="5981509" y="374472"/>
                  </a:lnTo>
                  <a:lnTo>
                    <a:pt x="6006757" y="371678"/>
                  </a:lnTo>
                  <a:close/>
                </a:path>
                <a:path w="8822055" h="1311275">
                  <a:moveTo>
                    <a:pt x="6057239" y="366090"/>
                  </a:moveTo>
                  <a:lnTo>
                    <a:pt x="6054458" y="340842"/>
                  </a:lnTo>
                  <a:lnTo>
                    <a:pt x="6029210" y="343636"/>
                  </a:lnTo>
                  <a:lnTo>
                    <a:pt x="6032004" y="368884"/>
                  </a:lnTo>
                  <a:lnTo>
                    <a:pt x="6057239" y="366090"/>
                  </a:lnTo>
                  <a:close/>
                </a:path>
                <a:path w="8822055" h="1311275">
                  <a:moveTo>
                    <a:pt x="6107735" y="360502"/>
                  </a:moveTo>
                  <a:lnTo>
                    <a:pt x="6104941" y="335254"/>
                  </a:lnTo>
                  <a:lnTo>
                    <a:pt x="6079693" y="338048"/>
                  </a:lnTo>
                  <a:lnTo>
                    <a:pt x="6082487" y="363296"/>
                  </a:lnTo>
                  <a:lnTo>
                    <a:pt x="6107735" y="360502"/>
                  </a:lnTo>
                  <a:close/>
                </a:path>
                <a:path w="8822055" h="1311275">
                  <a:moveTo>
                    <a:pt x="6158230" y="354914"/>
                  </a:moveTo>
                  <a:lnTo>
                    <a:pt x="6155436" y="329666"/>
                  </a:lnTo>
                  <a:lnTo>
                    <a:pt x="6130188" y="332460"/>
                  </a:lnTo>
                  <a:lnTo>
                    <a:pt x="6132982" y="357708"/>
                  </a:lnTo>
                  <a:lnTo>
                    <a:pt x="6158230" y="354914"/>
                  </a:lnTo>
                  <a:close/>
                </a:path>
                <a:path w="8822055" h="1311275">
                  <a:moveTo>
                    <a:pt x="6208725" y="349338"/>
                  </a:moveTo>
                  <a:lnTo>
                    <a:pt x="6205931" y="324091"/>
                  </a:lnTo>
                  <a:lnTo>
                    <a:pt x="6180683" y="326885"/>
                  </a:lnTo>
                  <a:lnTo>
                    <a:pt x="6183477" y="352120"/>
                  </a:lnTo>
                  <a:lnTo>
                    <a:pt x="6208725" y="349338"/>
                  </a:lnTo>
                  <a:close/>
                </a:path>
                <a:path w="8822055" h="1311275">
                  <a:moveTo>
                    <a:pt x="6259207" y="343750"/>
                  </a:moveTo>
                  <a:lnTo>
                    <a:pt x="6256426" y="318503"/>
                  </a:lnTo>
                  <a:lnTo>
                    <a:pt x="6231179" y="321297"/>
                  </a:lnTo>
                  <a:lnTo>
                    <a:pt x="6233973" y="346544"/>
                  </a:lnTo>
                  <a:lnTo>
                    <a:pt x="6259207" y="343750"/>
                  </a:lnTo>
                  <a:close/>
                </a:path>
                <a:path w="8822055" h="1311275">
                  <a:moveTo>
                    <a:pt x="6309703" y="338162"/>
                  </a:moveTo>
                  <a:lnTo>
                    <a:pt x="6306909" y="312915"/>
                  </a:lnTo>
                  <a:lnTo>
                    <a:pt x="6281661" y="315709"/>
                  </a:lnTo>
                  <a:lnTo>
                    <a:pt x="6284455" y="340956"/>
                  </a:lnTo>
                  <a:lnTo>
                    <a:pt x="6309703" y="338162"/>
                  </a:lnTo>
                  <a:close/>
                </a:path>
                <a:path w="8822055" h="1311275">
                  <a:moveTo>
                    <a:pt x="6360198" y="332574"/>
                  </a:moveTo>
                  <a:lnTo>
                    <a:pt x="6357404" y="307327"/>
                  </a:lnTo>
                  <a:lnTo>
                    <a:pt x="6332156" y="310121"/>
                  </a:lnTo>
                  <a:lnTo>
                    <a:pt x="6334950" y="335368"/>
                  </a:lnTo>
                  <a:lnTo>
                    <a:pt x="6360198" y="332574"/>
                  </a:lnTo>
                  <a:close/>
                </a:path>
                <a:path w="8822055" h="1311275">
                  <a:moveTo>
                    <a:pt x="6410693" y="326986"/>
                  </a:moveTo>
                  <a:lnTo>
                    <a:pt x="6407899" y="301752"/>
                  </a:lnTo>
                  <a:lnTo>
                    <a:pt x="6382652" y="304533"/>
                  </a:lnTo>
                  <a:lnTo>
                    <a:pt x="6385446" y="329780"/>
                  </a:lnTo>
                  <a:lnTo>
                    <a:pt x="6410693" y="326986"/>
                  </a:lnTo>
                  <a:close/>
                </a:path>
                <a:path w="8822055" h="1311275">
                  <a:moveTo>
                    <a:pt x="6461176" y="321411"/>
                  </a:moveTo>
                  <a:lnTo>
                    <a:pt x="6458394" y="296164"/>
                  </a:lnTo>
                  <a:lnTo>
                    <a:pt x="6433147" y="298958"/>
                  </a:lnTo>
                  <a:lnTo>
                    <a:pt x="6435941" y="324205"/>
                  </a:lnTo>
                  <a:lnTo>
                    <a:pt x="6461176" y="321411"/>
                  </a:lnTo>
                  <a:close/>
                </a:path>
                <a:path w="8822055" h="1311275">
                  <a:moveTo>
                    <a:pt x="6511671" y="315823"/>
                  </a:moveTo>
                  <a:lnTo>
                    <a:pt x="6508877" y="290576"/>
                  </a:lnTo>
                  <a:lnTo>
                    <a:pt x="6483629" y="293370"/>
                  </a:lnTo>
                  <a:lnTo>
                    <a:pt x="6486423" y="318617"/>
                  </a:lnTo>
                  <a:lnTo>
                    <a:pt x="6511671" y="315823"/>
                  </a:lnTo>
                  <a:close/>
                </a:path>
                <a:path w="8822055" h="1311275">
                  <a:moveTo>
                    <a:pt x="6562166" y="310235"/>
                  </a:moveTo>
                  <a:lnTo>
                    <a:pt x="6559372" y="284988"/>
                  </a:lnTo>
                  <a:lnTo>
                    <a:pt x="6534124" y="287782"/>
                  </a:lnTo>
                  <a:lnTo>
                    <a:pt x="6536918" y="313029"/>
                  </a:lnTo>
                  <a:lnTo>
                    <a:pt x="6562166" y="310235"/>
                  </a:lnTo>
                  <a:close/>
                </a:path>
                <a:path w="8822055" h="1311275">
                  <a:moveTo>
                    <a:pt x="6612661" y="304647"/>
                  </a:moveTo>
                  <a:lnTo>
                    <a:pt x="6609867" y="279400"/>
                  </a:lnTo>
                  <a:lnTo>
                    <a:pt x="6584620" y="282194"/>
                  </a:lnTo>
                  <a:lnTo>
                    <a:pt x="6587414" y="307441"/>
                  </a:lnTo>
                  <a:lnTo>
                    <a:pt x="6612661" y="304647"/>
                  </a:lnTo>
                  <a:close/>
                </a:path>
                <a:path w="8822055" h="1311275">
                  <a:moveTo>
                    <a:pt x="6663144" y="299072"/>
                  </a:moveTo>
                  <a:lnTo>
                    <a:pt x="6660362" y="273824"/>
                  </a:lnTo>
                  <a:lnTo>
                    <a:pt x="6635115" y="276618"/>
                  </a:lnTo>
                  <a:lnTo>
                    <a:pt x="6637909" y="301853"/>
                  </a:lnTo>
                  <a:lnTo>
                    <a:pt x="6663144" y="299072"/>
                  </a:lnTo>
                  <a:close/>
                </a:path>
                <a:path w="8822055" h="1311275">
                  <a:moveTo>
                    <a:pt x="6713639" y="293484"/>
                  </a:moveTo>
                  <a:lnTo>
                    <a:pt x="6710845" y="268236"/>
                  </a:lnTo>
                  <a:lnTo>
                    <a:pt x="6685597" y="271030"/>
                  </a:lnTo>
                  <a:lnTo>
                    <a:pt x="6688391" y="296278"/>
                  </a:lnTo>
                  <a:lnTo>
                    <a:pt x="6713639" y="293484"/>
                  </a:lnTo>
                  <a:close/>
                </a:path>
                <a:path w="8822055" h="1311275">
                  <a:moveTo>
                    <a:pt x="6764134" y="287896"/>
                  </a:moveTo>
                  <a:lnTo>
                    <a:pt x="6761340" y="262648"/>
                  </a:lnTo>
                  <a:lnTo>
                    <a:pt x="6736093" y="265442"/>
                  </a:lnTo>
                  <a:lnTo>
                    <a:pt x="6738887" y="290690"/>
                  </a:lnTo>
                  <a:lnTo>
                    <a:pt x="6764134" y="287896"/>
                  </a:lnTo>
                  <a:close/>
                </a:path>
                <a:path w="8822055" h="1311275">
                  <a:moveTo>
                    <a:pt x="6814629" y="282308"/>
                  </a:moveTo>
                  <a:lnTo>
                    <a:pt x="6811835" y="257060"/>
                  </a:lnTo>
                  <a:lnTo>
                    <a:pt x="6786588" y="259854"/>
                  </a:lnTo>
                  <a:lnTo>
                    <a:pt x="6789382" y="285102"/>
                  </a:lnTo>
                  <a:lnTo>
                    <a:pt x="6814629" y="282308"/>
                  </a:lnTo>
                  <a:close/>
                </a:path>
                <a:path w="8822055" h="1311275">
                  <a:moveTo>
                    <a:pt x="6865112" y="276720"/>
                  </a:moveTo>
                  <a:lnTo>
                    <a:pt x="6862331" y="251485"/>
                  </a:lnTo>
                  <a:lnTo>
                    <a:pt x="6837083" y="254266"/>
                  </a:lnTo>
                  <a:lnTo>
                    <a:pt x="6839877" y="279514"/>
                  </a:lnTo>
                  <a:lnTo>
                    <a:pt x="6865112" y="276720"/>
                  </a:lnTo>
                  <a:close/>
                </a:path>
                <a:path w="8822055" h="1311275">
                  <a:moveTo>
                    <a:pt x="6915607" y="271145"/>
                  </a:moveTo>
                  <a:lnTo>
                    <a:pt x="6912813" y="245897"/>
                  </a:lnTo>
                  <a:lnTo>
                    <a:pt x="6887565" y="248691"/>
                  </a:lnTo>
                  <a:lnTo>
                    <a:pt x="6890359" y="273939"/>
                  </a:lnTo>
                  <a:lnTo>
                    <a:pt x="6915607" y="271145"/>
                  </a:lnTo>
                  <a:close/>
                </a:path>
                <a:path w="8822055" h="1311275">
                  <a:moveTo>
                    <a:pt x="6966102" y="265557"/>
                  </a:moveTo>
                  <a:lnTo>
                    <a:pt x="6963308" y="240309"/>
                  </a:lnTo>
                  <a:lnTo>
                    <a:pt x="6938061" y="243103"/>
                  </a:lnTo>
                  <a:lnTo>
                    <a:pt x="6940855" y="268351"/>
                  </a:lnTo>
                  <a:lnTo>
                    <a:pt x="6966102" y="265557"/>
                  </a:lnTo>
                  <a:close/>
                </a:path>
                <a:path w="8822055" h="1311275">
                  <a:moveTo>
                    <a:pt x="7016597" y="259969"/>
                  </a:moveTo>
                  <a:lnTo>
                    <a:pt x="7013803" y="234721"/>
                  </a:lnTo>
                  <a:lnTo>
                    <a:pt x="6988556" y="237515"/>
                  </a:lnTo>
                  <a:lnTo>
                    <a:pt x="6991350" y="262763"/>
                  </a:lnTo>
                  <a:lnTo>
                    <a:pt x="7016597" y="259969"/>
                  </a:lnTo>
                  <a:close/>
                </a:path>
                <a:path w="8822055" h="1311275">
                  <a:moveTo>
                    <a:pt x="7067080" y="254381"/>
                  </a:moveTo>
                  <a:lnTo>
                    <a:pt x="7064299" y="229133"/>
                  </a:lnTo>
                  <a:lnTo>
                    <a:pt x="7039051" y="231927"/>
                  </a:lnTo>
                  <a:lnTo>
                    <a:pt x="7041845" y="257175"/>
                  </a:lnTo>
                  <a:lnTo>
                    <a:pt x="7067080" y="254381"/>
                  </a:lnTo>
                  <a:close/>
                </a:path>
                <a:path w="8822055" h="1311275">
                  <a:moveTo>
                    <a:pt x="7117575" y="248793"/>
                  </a:moveTo>
                  <a:lnTo>
                    <a:pt x="7114781" y="223558"/>
                  </a:lnTo>
                  <a:lnTo>
                    <a:pt x="7089534" y="226339"/>
                  </a:lnTo>
                  <a:lnTo>
                    <a:pt x="7092328" y="251587"/>
                  </a:lnTo>
                  <a:lnTo>
                    <a:pt x="7117575" y="248793"/>
                  </a:lnTo>
                  <a:close/>
                </a:path>
                <a:path w="8822055" h="1311275">
                  <a:moveTo>
                    <a:pt x="7168070" y="243217"/>
                  </a:moveTo>
                  <a:lnTo>
                    <a:pt x="7165276" y="217970"/>
                  </a:lnTo>
                  <a:lnTo>
                    <a:pt x="7140029" y="220764"/>
                  </a:lnTo>
                  <a:lnTo>
                    <a:pt x="7142823" y="246011"/>
                  </a:lnTo>
                  <a:lnTo>
                    <a:pt x="7168070" y="243217"/>
                  </a:lnTo>
                  <a:close/>
                </a:path>
                <a:path w="8822055" h="1311275">
                  <a:moveTo>
                    <a:pt x="7218566" y="237629"/>
                  </a:moveTo>
                  <a:lnTo>
                    <a:pt x="7215772" y="212382"/>
                  </a:lnTo>
                  <a:lnTo>
                    <a:pt x="7190524" y="215176"/>
                  </a:lnTo>
                  <a:lnTo>
                    <a:pt x="7193318" y="240423"/>
                  </a:lnTo>
                  <a:lnTo>
                    <a:pt x="7218566" y="237629"/>
                  </a:lnTo>
                  <a:close/>
                </a:path>
                <a:path w="8822055" h="1311275">
                  <a:moveTo>
                    <a:pt x="7269048" y="232041"/>
                  </a:moveTo>
                  <a:lnTo>
                    <a:pt x="7266267" y="206794"/>
                  </a:lnTo>
                  <a:lnTo>
                    <a:pt x="7241019" y="209588"/>
                  </a:lnTo>
                  <a:lnTo>
                    <a:pt x="7243813" y="234835"/>
                  </a:lnTo>
                  <a:lnTo>
                    <a:pt x="7269048" y="232041"/>
                  </a:lnTo>
                  <a:close/>
                </a:path>
                <a:path w="8822055" h="1311275">
                  <a:moveTo>
                    <a:pt x="7319543" y="226453"/>
                  </a:moveTo>
                  <a:lnTo>
                    <a:pt x="7316749" y="201206"/>
                  </a:lnTo>
                  <a:lnTo>
                    <a:pt x="7291502" y="204000"/>
                  </a:lnTo>
                  <a:lnTo>
                    <a:pt x="7294296" y="229247"/>
                  </a:lnTo>
                  <a:lnTo>
                    <a:pt x="7319543" y="226453"/>
                  </a:lnTo>
                  <a:close/>
                </a:path>
                <a:path w="8822055" h="1311275">
                  <a:moveTo>
                    <a:pt x="7370038" y="220878"/>
                  </a:moveTo>
                  <a:lnTo>
                    <a:pt x="7367244" y="195630"/>
                  </a:lnTo>
                  <a:lnTo>
                    <a:pt x="7341997" y="198424"/>
                  </a:lnTo>
                  <a:lnTo>
                    <a:pt x="7344791" y="223659"/>
                  </a:lnTo>
                  <a:lnTo>
                    <a:pt x="7370038" y="220878"/>
                  </a:lnTo>
                  <a:close/>
                </a:path>
                <a:path w="8822055" h="1311275">
                  <a:moveTo>
                    <a:pt x="7420534" y="215290"/>
                  </a:moveTo>
                  <a:lnTo>
                    <a:pt x="7417740" y="190042"/>
                  </a:lnTo>
                  <a:lnTo>
                    <a:pt x="7392492" y="192836"/>
                  </a:lnTo>
                  <a:lnTo>
                    <a:pt x="7395286" y="218084"/>
                  </a:lnTo>
                  <a:lnTo>
                    <a:pt x="7420534" y="215290"/>
                  </a:lnTo>
                  <a:close/>
                </a:path>
                <a:path w="8822055" h="1311275">
                  <a:moveTo>
                    <a:pt x="7471016" y="209702"/>
                  </a:moveTo>
                  <a:lnTo>
                    <a:pt x="7468235" y="184454"/>
                  </a:lnTo>
                  <a:lnTo>
                    <a:pt x="7442987" y="187248"/>
                  </a:lnTo>
                  <a:lnTo>
                    <a:pt x="7445781" y="212496"/>
                  </a:lnTo>
                  <a:lnTo>
                    <a:pt x="7471016" y="209702"/>
                  </a:lnTo>
                  <a:close/>
                </a:path>
                <a:path w="8822055" h="1311275">
                  <a:moveTo>
                    <a:pt x="7521511" y="204114"/>
                  </a:moveTo>
                  <a:lnTo>
                    <a:pt x="7518717" y="178866"/>
                  </a:lnTo>
                  <a:lnTo>
                    <a:pt x="7493470" y="181660"/>
                  </a:lnTo>
                  <a:lnTo>
                    <a:pt x="7496264" y="206908"/>
                  </a:lnTo>
                  <a:lnTo>
                    <a:pt x="7521511" y="204114"/>
                  </a:lnTo>
                  <a:close/>
                </a:path>
                <a:path w="8822055" h="1311275">
                  <a:moveTo>
                    <a:pt x="7572007" y="198526"/>
                  </a:moveTo>
                  <a:lnTo>
                    <a:pt x="7569213" y="173291"/>
                  </a:lnTo>
                  <a:lnTo>
                    <a:pt x="7543965" y="176072"/>
                  </a:lnTo>
                  <a:lnTo>
                    <a:pt x="7546759" y="201320"/>
                  </a:lnTo>
                  <a:lnTo>
                    <a:pt x="7572007" y="198526"/>
                  </a:lnTo>
                  <a:close/>
                </a:path>
                <a:path w="8822055" h="1311275">
                  <a:moveTo>
                    <a:pt x="7622502" y="192951"/>
                  </a:moveTo>
                  <a:lnTo>
                    <a:pt x="7619708" y="167703"/>
                  </a:lnTo>
                  <a:lnTo>
                    <a:pt x="7594460" y="170497"/>
                  </a:lnTo>
                  <a:lnTo>
                    <a:pt x="7597254" y="195745"/>
                  </a:lnTo>
                  <a:lnTo>
                    <a:pt x="7622502" y="192951"/>
                  </a:lnTo>
                  <a:close/>
                </a:path>
                <a:path w="8822055" h="1311275">
                  <a:moveTo>
                    <a:pt x="7672984" y="187363"/>
                  </a:moveTo>
                  <a:lnTo>
                    <a:pt x="7670190" y="162115"/>
                  </a:lnTo>
                  <a:lnTo>
                    <a:pt x="7644955" y="164909"/>
                  </a:lnTo>
                  <a:lnTo>
                    <a:pt x="7647749" y="190157"/>
                  </a:lnTo>
                  <a:lnTo>
                    <a:pt x="7672984" y="187363"/>
                  </a:lnTo>
                  <a:close/>
                </a:path>
                <a:path w="8822055" h="1311275">
                  <a:moveTo>
                    <a:pt x="7723479" y="181775"/>
                  </a:moveTo>
                  <a:lnTo>
                    <a:pt x="7720685" y="156527"/>
                  </a:lnTo>
                  <a:lnTo>
                    <a:pt x="7695438" y="159321"/>
                  </a:lnTo>
                  <a:lnTo>
                    <a:pt x="7698232" y="184569"/>
                  </a:lnTo>
                  <a:lnTo>
                    <a:pt x="7723479" y="181775"/>
                  </a:lnTo>
                  <a:close/>
                </a:path>
                <a:path w="8822055" h="1311275">
                  <a:moveTo>
                    <a:pt x="7773975" y="176187"/>
                  </a:moveTo>
                  <a:lnTo>
                    <a:pt x="7771181" y="150939"/>
                  </a:lnTo>
                  <a:lnTo>
                    <a:pt x="7745933" y="153733"/>
                  </a:lnTo>
                  <a:lnTo>
                    <a:pt x="7748727" y="178981"/>
                  </a:lnTo>
                  <a:lnTo>
                    <a:pt x="7773975" y="176187"/>
                  </a:lnTo>
                  <a:close/>
                </a:path>
                <a:path w="8822055" h="1311275">
                  <a:moveTo>
                    <a:pt x="7824470" y="170611"/>
                  </a:moveTo>
                  <a:lnTo>
                    <a:pt x="7821676" y="145364"/>
                  </a:lnTo>
                  <a:lnTo>
                    <a:pt x="7796428" y="148158"/>
                  </a:lnTo>
                  <a:lnTo>
                    <a:pt x="7799222" y="173393"/>
                  </a:lnTo>
                  <a:lnTo>
                    <a:pt x="7824470" y="170611"/>
                  </a:lnTo>
                  <a:close/>
                </a:path>
                <a:path w="8822055" h="1311275">
                  <a:moveTo>
                    <a:pt x="7874952" y="165023"/>
                  </a:moveTo>
                  <a:lnTo>
                    <a:pt x="7872158" y="139776"/>
                  </a:lnTo>
                  <a:lnTo>
                    <a:pt x="7846923" y="142570"/>
                  </a:lnTo>
                  <a:lnTo>
                    <a:pt x="7849717" y="167817"/>
                  </a:lnTo>
                  <a:lnTo>
                    <a:pt x="7874952" y="165023"/>
                  </a:lnTo>
                  <a:close/>
                </a:path>
                <a:path w="8822055" h="1311275">
                  <a:moveTo>
                    <a:pt x="7925448" y="159435"/>
                  </a:moveTo>
                  <a:lnTo>
                    <a:pt x="7922654" y="134188"/>
                  </a:lnTo>
                  <a:lnTo>
                    <a:pt x="7897406" y="136982"/>
                  </a:lnTo>
                  <a:lnTo>
                    <a:pt x="7900200" y="162229"/>
                  </a:lnTo>
                  <a:lnTo>
                    <a:pt x="7925448" y="159435"/>
                  </a:lnTo>
                  <a:close/>
                </a:path>
                <a:path w="8822055" h="1311275">
                  <a:moveTo>
                    <a:pt x="7975943" y="153847"/>
                  </a:moveTo>
                  <a:lnTo>
                    <a:pt x="7973149" y="128600"/>
                  </a:lnTo>
                  <a:lnTo>
                    <a:pt x="7947901" y="131394"/>
                  </a:lnTo>
                  <a:lnTo>
                    <a:pt x="7950695" y="156641"/>
                  </a:lnTo>
                  <a:lnTo>
                    <a:pt x="7975943" y="153847"/>
                  </a:lnTo>
                  <a:close/>
                </a:path>
                <a:path w="8822055" h="1311275">
                  <a:moveTo>
                    <a:pt x="8026438" y="148259"/>
                  </a:moveTo>
                  <a:lnTo>
                    <a:pt x="8023644" y="123012"/>
                  </a:lnTo>
                  <a:lnTo>
                    <a:pt x="7998396" y="125806"/>
                  </a:lnTo>
                  <a:lnTo>
                    <a:pt x="8001190" y="151053"/>
                  </a:lnTo>
                  <a:lnTo>
                    <a:pt x="8026438" y="148259"/>
                  </a:lnTo>
                  <a:close/>
                </a:path>
                <a:path w="8822055" h="1311275">
                  <a:moveTo>
                    <a:pt x="8076920" y="142684"/>
                  </a:moveTo>
                  <a:lnTo>
                    <a:pt x="8074126" y="117436"/>
                  </a:lnTo>
                  <a:lnTo>
                    <a:pt x="8048892" y="120230"/>
                  </a:lnTo>
                  <a:lnTo>
                    <a:pt x="8051686" y="145465"/>
                  </a:lnTo>
                  <a:lnTo>
                    <a:pt x="8076920" y="142684"/>
                  </a:lnTo>
                  <a:close/>
                </a:path>
                <a:path w="8822055" h="1311275">
                  <a:moveTo>
                    <a:pt x="8127416" y="137096"/>
                  </a:moveTo>
                  <a:lnTo>
                    <a:pt x="8124622" y="111848"/>
                  </a:lnTo>
                  <a:lnTo>
                    <a:pt x="8099374" y="114642"/>
                  </a:lnTo>
                  <a:lnTo>
                    <a:pt x="8102168" y="139890"/>
                  </a:lnTo>
                  <a:lnTo>
                    <a:pt x="8127416" y="137096"/>
                  </a:lnTo>
                  <a:close/>
                </a:path>
                <a:path w="8822055" h="1311275">
                  <a:moveTo>
                    <a:pt x="8177911" y="131508"/>
                  </a:moveTo>
                  <a:lnTo>
                    <a:pt x="8175117" y="106260"/>
                  </a:lnTo>
                  <a:lnTo>
                    <a:pt x="8149869" y="109054"/>
                  </a:lnTo>
                  <a:lnTo>
                    <a:pt x="8152663" y="134302"/>
                  </a:lnTo>
                  <a:lnTo>
                    <a:pt x="8177911" y="131508"/>
                  </a:lnTo>
                  <a:close/>
                </a:path>
                <a:path w="8822055" h="1311275">
                  <a:moveTo>
                    <a:pt x="8228406" y="125920"/>
                  </a:moveTo>
                  <a:lnTo>
                    <a:pt x="8225612" y="100672"/>
                  </a:lnTo>
                  <a:lnTo>
                    <a:pt x="8200364" y="103466"/>
                  </a:lnTo>
                  <a:lnTo>
                    <a:pt x="8203158" y="128714"/>
                  </a:lnTo>
                  <a:lnTo>
                    <a:pt x="8228406" y="125920"/>
                  </a:lnTo>
                  <a:close/>
                </a:path>
                <a:path w="8822055" h="1311275">
                  <a:moveTo>
                    <a:pt x="8278889" y="120332"/>
                  </a:moveTo>
                  <a:lnTo>
                    <a:pt x="8276095" y="95097"/>
                  </a:lnTo>
                  <a:lnTo>
                    <a:pt x="8250860" y="97878"/>
                  </a:lnTo>
                  <a:lnTo>
                    <a:pt x="8253654" y="123126"/>
                  </a:lnTo>
                  <a:lnTo>
                    <a:pt x="8278889" y="120332"/>
                  </a:lnTo>
                  <a:close/>
                </a:path>
                <a:path w="8822055" h="1311275">
                  <a:moveTo>
                    <a:pt x="8329384" y="114757"/>
                  </a:moveTo>
                  <a:lnTo>
                    <a:pt x="8326590" y="89509"/>
                  </a:lnTo>
                  <a:lnTo>
                    <a:pt x="8301342" y="92303"/>
                  </a:lnTo>
                  <a:lnTo>
                    <a:pt x="8304136" y="117551"/>
                  </a:lnTo>
                  <a:lnTo>
                    <a:pt x="8329384" y="114757"/>
                  </a:lnTo>
                  <a:close/>
                </a:path>
                <a:path w="8822055" h="1311275">
                  <a:moveTo>
                    <a:pt x="8379879" y="109169"/>
                  </a:moveTo>
                  <a:lnTo>
                    <a:pt x="8377085" y="83921"/>
                  </a:lnTo>
                  <a:lnTo>
                    <a:pt x="8351837" y="86715"/>
                  </a:lnTo>
                  <a:lnTo>
                    <a:pt x="8354631" y="111963"/>
                  </a:lnTo>
                  <a:lnTo>
                    <a:pt x="8379879" y="109169"/>
                  </a:lnTo>
                  <a:close/>
                </a:path>
                <a:path w="8822055" h="1311275">
                  <a:moveTo>
                    <a:pt x="8430374" y="103581"/>
                  </a:moveTo>
                  <a:lnTo>
                    <a:pt x="8427580" y="78333"/>
                  </a:lnTo>
                  <a:lnTo>
                    <a:pt x="8402333" y="81127"/>
                  </a:lnTo>
                  <a:lnTo>
                    <a:pt x="8405127" y="106375"/>
                  </a:lnTo>
                  <a:lnTo>
                    <a:pt x="8430374" y="103581"/>
                  </a:lnTo>
                  <a:close/>
                </a:path>
                <a:path w="8822055" h="1311275">
                  <a:moveTo>
                    <a:pt x="8480857" y="97993"/>
                  </a:moveTo>
                  <a:lnTo>
                    <a:pt x="8478063" y="72745"/>
                  </a:lnTo>
                  <a:lnTo>
                    <a:pt x="8452828" y="75539"/>
                  </a:lnTo>
                  <a:lnTo>
                    <a:pt x="8455622" y="100787"/>
                  </a:lnTo>
                  <a:lnTo>
                    <a:pt x="8480857" y="97993"/>
                  </a:lnTo>
                  <a:close/>
                </a:path>
                <a:path w="8822055" h="1311275">
                  <a:moveTo>
                    <a:pt x="8531352" y="92417"/>
                  </a:moveTo>
                  <a:lnTo>
                    <a:pt x="8528558" y="67170"/>
                  </a:lnTo>
                  <a:lnTo>
                    <a:pt x="8503310" y="69964"/>
                  </a:lnTo>
                  <a:lnTo>
                    <a:pt x="8506104" y="95199"/>
                  </a:lnTo>
                  <a:lnTo>
                    <a:pt x="8531352" y="92417"/>
                  </a:lnTo>
                  <a:close/>
                </a:path>
                <a:path w="8822055" h="1311275">
                  <a:moveTo>
                    <a:pt x="8581847" y="86829"/>
                  </a:moveTo>
                  <a:lnTo>
                    <a:pt x="8579053" y="61582"/>
                  </a:lnTo>
                  <a:lnTo>
                    <a:pt x="8553806" y="64376"/>
                  </a:lnTo>
                  <a:lnTo>
                    <a:pt x="8556600" y="89623"/>
                  </a:lnTo>
                  <a:lnTo>
                    <a:pt x="8581847" y="86829"/>
                  </a:lnTo>
                  <a:close/>
                </a:path>
                <a:path w="8822055" h="1311275">
                  <a:moveTo>
                    <a:pt x="8632342" y="81241"/>
                  </a:moveTo>
                  <a:lnTo>
                    <a:pt x="8629548" y="55994"/>
                  </a:lnTo>
                  <a:lnTo>
                    <a:pt x="8604301" y="58788"/>
                  </a:lnTo>
                  <a:lnTo>
                    <a:pt x="8607095" y="84035"/>
                  </a:lnTo>
                  <a:lnTo>
                    <a:pt x="8632342" y="81241"/>
                  </a:lnTo>
                  <a:close/>
                </a:path>
                <a:path w="8822055" h="1311275">
                  <a:moveTo>
                    <a:pt x="8682825" y="75653"/>
                  </a:moveTo>
                  <a:lnTo>
                    <a:pt x="8680044" y="50406"/>
                  </a:lnTo>
                  <a:lnTo>
                    <a:pt x="8654796" y="53200"/>
                  </a:lnTo>
                  <a:lnTo>
                    <a:pt x="8657590" y="78447"/>
                  </a:lnTo>
                  <a:lnTo>
                    <a:pt x="8682825" y="75653"/>
                  </a:lnTo>
                  <a:close/>
                </a:path>
                <a:path w="8822055" h="1311275">
                  <a:moveTo>
                    <a:pt x="8733320" y="70065"/>
                  </a:moveTo>
                  <a:lnTo>
                    <a:pt x="8730526" y="44831"/>
                  </a:lnTo>
                  <a:lnTo>
                    <a:pt x="8705278" y="47612"/>
                  </a:lnTo>
                  <a:lnTo>
                    <a:pt x="8708072" y="72859"/>
                  </a:lnTo>
                  <a:lnTo>
                    <a:pt x="8733320" y="70065"/>
                  </a:lnTo>
                  <a:close/>
                </a:path>
                <a:path w="8822055" h="1311275">
                  <a:moveTo>
                    <a:pt x="8821953" y="47485"/>
                  </a:moveTo>
                  <a:lnTo>
                    <a:pt x="8805227" y="40055"/>
                  </a:lnTo>
                  <a:lnTo>
                    <a:pt x="8803373" y="39243"/>
                  </a:lnTo>
                  <a:lnTo>
                    <a:pt x="8715019" y="0"/>
                  </a:lnTo>
                  <a:lnTo>
                    <a:pt x="8707514" y="2895"/>
                  </a:lnTo>
                  <a:lnTo>
                    <a:pt x="8701824" y="15709"/>
                  </a:lnTo>
                  <a:lnTo>
                    <a:pt x="8704720" y="23215"/>
                  </a:lnTo>
                  <a:lnTo>
                    <a:pt x="8756231" y="46088"/>
                  </a:lnTo>
                  <a:lnTo>
                    <a:pt x="8758123" y="63220"/>
                  </a:lnTo>
                  <a:lnTo>
                    <a:pt x="8712860" y="96799"/>
                  </a:lnTo>
                  <a:lnTo>
                    <a:pt x="8711679" y="104749"/>
                  </a:lnTo>
                  <a:lnTo>
                    <a:pt x="8720036" y="116014"/>
                  </a:lnTo>
                  <a:lnTo>
                    <a:pt x="8727986" y="117195"/>
                  </a:lnTo>
                  <a:lnTo>
                    <a:pt x="8795283" y="67284"/>
                  </a:lnTo>
                  <a:lnTo>
                    <a:pt x="8802573" y="61861"/>
                  </a:lnTo>
                  <a:lnTo>
                    <a:pt x="8821953" y="474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3" name="object 23">
            <a:extLst>
              <a:ext uri="{FF2B5EF4-FFF2-40B4-BE49-F238E27FC236}">
                <a16:creationId xmlns:a16="http://schemas.microsoft.com/office/drawing/2014/main" id="{02F4CFAA-BF20-DCEE-7869-D58A9EFDB372}"/>
              </a:ext>
            </a:extLst>
          </p:cNvPr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645400" y="4654550"/>
            <a:ext cx="469900" cy="63500"/>
          </a:xfrm>
          <a:prstGeom prst="rect">
            <a:avLst/>
          </a:prstGeom>
        </p:spPr>
      </p:pic>
      <p:pic>
        <p:nvPicPr>
          <p:cNvPr id="25" name="object 25">
            <a:extLst>
              <a:ext uri="{FF2B5EF4-FFF2-40B4-BE49-F238E27FC236}">
                <a16:creationId xmlns:a16="http://schemas.microsoft.com/office/drawing/2014/main" id="{C04B2F6E-7472-FED8-3C48-17A8AD56AE46}"/>
              </a:ext>
            </a:extLst>
          </p:cNvPr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990374" y="7873672"/>
            <a:ext cx="5024051" cy="647701"/>
          </a:xfrm>
          <a:prstGeom prst="rect">
            <a:avLst/>
          </a:prstGeom>
        </p:spPr>
      </p:pic>
      <p:sp>
        <p:nvSpPr>
          <p:cNvPr id="26" name="object 26">
            <a:extLst>
              <a:ext uri="{FF2B5EF4-FFF2-40B4-BE49-F238E27FC236}">
                <a16:creationId xmlns:a16="http://schemas.microsoft.com/office/drawing/2014/main" id="{3780DFA4-8B50-12F8-D48E-8803E30C5C2E}"/>
              </a:ext>
            </a:extLst>
          </p:cNvPr>
          <p:cNvSpPr txBox="1"/>
          <p:nvPr/>
        </p:nvSpPr>
        <p:spPr>
          <a:xfrm>
            <a:off x="8276429" y="8560307"/>
            <a:ext cx="9994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00882B"/>
                </a:solidFill>
                <a:latin typeface="Helvetica Light"/>
                <a:cs typeface="Helvetica Light"/>
              </a:rPr>
              <a:t>constant</a:t>
            </a:r>
            <a:endParaRPr sz="2000">
              <a:latin typeface="Helvetica Light"/>
              <a:cs typeface="Helvetica Light"/>
            </a:endParaRPr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7EF9C1FF-BD6B-0990-B5ED-AC09D332FDBA}"/>
              </a:ext>
            </a:extLst>
          </p:cNvPr>
          <p:cNvSpPr txBox="1"/>
          <p:nvPr/>
        </p:nvSpPr>
        <p:spPr>
          <a:xfrm>
            <a:off x="1828800" y="2392171"/>
            <a:ext cx="9347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Helvetica Light"/>
                <a:cs typeface="Helvetica Light"/>
              </a:rPr>
              <a:t>Scene</a:t>
            </a:r>
            <a:r>
              <a:rPr sz="3600" spc="-6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point</a:t>
            </a:r>
            <a:r>
              <a:rPr sz="3600" spc="-6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moving</a:t>
            </a:r>
            <a:r>
              <a:rPr sz="3600" spc="-6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through</a:t>
            </a:r>
            <a:r>
              <a:rPr sz="3600" spc="-6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image</a:t>
            </a:r>
            <a:r>
              <a:rPr sz="3600" spc="-60" dirty="0">
                <a:latin typeface="Helvetica Light"/>
                <a:cs typeface="Helvetica Light"/>
              </a:rPr>
              <a:t> </a:t>
            </a:r>
            <a:r>
              <a:rPr sz="3600" spc="-10" dirty="0">
                <a:latin typeface="Helvetica Light"/>
                <a:cs typeface="Helvetica Light"/>
              </a:rPr>
              <a:t>sequence</a:t>
            </a:r>
            <a:endParaRPr sz="3600">
              <a:latin typeface="Helvetica Light"/>
              <a:cs typeface="Helvetica Light"/>
            </a:endParaRPr>
          </a:p>
        </p:txBody>
      </p:sp>
      <p:sp>
        <p:nvSpPr>
          <p:cNvPr id="28" name="object 24">
            <a:extLst>
              <a:ext uri="{FF2B5EF4-FFF2-40B4-BE49-F238E27FC236}">
                <a16:creationId xmlns:a16="http://schemas.microsoft.com/office/drawing/2014/main" id="{A9C105FB-7C49-4A16-46D0-E16F81D16A9A}"/>
              </a:ext>
            </a:extLst>
          </p:cNvPr>
          <p:cNvSpPr txBox="1"/>
          <p:nvPr/>
        </p:nvSpPr>
        <p:spPr>
          <a:xfrm>
            <a:off x="292100" y="6839204"/>
            <a:ext cx="124206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latin typeface="Helvetica"/>
                <a:cs typeface="Helvetica"/>
              </a:rPr>
              <a:t>Assumption:</a:t>
            </a:r>
            <a:r>
              <a:rPr lang="en-US" sz="3200" b="1" spc="-10" dirty="0">
                <a:latin typeface="Helvetica"/>
                <a:cs typeface="Helvetica"/>
              </a:rPr>
              <a:t> </a:t>
            </a:r>
            <a:r>
              <a:rPr sz="3200" b="1" spc="-10" dirty="0">
                <a:latin typeface="Helvetica"/>
                <a:cs typeface="Helvetica"/>
              </a:rPr>
              <a:t>Brightness</a:t>
            </a:r>
            <a:r>
              <a:rPr sz="3200" b="1" spc="-45" dirty="0">
                <a:latin typeface="Helvetica"/>
                <a:cs typeface="Helvetica"/>
              </a:rPr>
              <a:t> </a:t>
            </a:r>
            <a:r>
              <a:rPr sz="3200" b="1" dirty="0">
                <a:latin typeface="Helvetica"/>
                <a:cs typeface="Helvetica"/>
              </a:rPr>
              <a:t>of</a:t>
            </a:r>
            <a:r>
              <a:rPr sz="3200" b="1" spc="-40" dirty="0">
                <a:latin typeface="Helvetica"/>
                <a:cs typeface="Helvetica"/>
              </a:rPr>
              <a:t> </a:t>
            </a:r>
            <a:r>
              <a:rPr sz="3200" b="1" dirty="0">
                <a:latin typeface="Helvetica"/>
                <a:cs typeface="Helvetica"/>
              </a:rPr>
              <a:t>the</a:t>
            </a:r>
            <a:r>
              <a:rPr sz="3200" b="1" spc="-45" dirty="0">
                <a:latin typeface="Helvetica"/>
                <a:cs typeface="Helvetica"/>
              </a:rPr>
              <a:t> </a:t>
            </a:r>
            <a:r>
              <a:rPr sz="3200" b="1" dirty="0">
                <a:latin typeface="Helvetica"/>
                <a:cs typeface="Helvetica"/>
              </a:rPr>
              <a:t>point</a:t>
            </a:r>
            <a:r>
              <a:rPr sz="3200" b="1" spc="-40" dirty="0">
                <a:latin typeface="Helvetica"/>
                <a:cs typeface="Helvetica"/>
              </a:rPr>
              <a:t> </a:t>
            </a:r>
            <a:r>
              <a:rPr sz="3200" b="1" dirty="0">
                <a:latin typeface="Helvetica"/>
                <a:cs typeface="Helvetica"/>
              </a:rPr>
              <a:t>will</a:t>
            </a:r>
            <a:r>
              <a:rPr sz="3200" b="1" spc="-40" dirty="0">
                <a:latin typeface="Helvetica"/>
                <a:cs typeface="Helvetica"/>
              </a:rPr>
              <a:t> </a:t>
            </a:r>
            <a:r>
              <a:rPr sz="3200" b="1" dirty="0">
                <a:latin typeface="Helvetica"/>
                <a:cs typeface="Helvetica"/>
              </a:rPr>
              <a:t>remain</a:t>
            </a:r>
            <a:r>
              <a:rPr sz="3200" b="1" spc="-40" dirty="0">
                <a:latin typeface="Helvetica"/>
                <a:cs typeface="Helvetica"/>
              </a:rPr>
              <a:t> </a:t>
            </a:r>
            <a:r>
              <a:rPr sz="3200" b="1" dirty="0">
                <a:latin typeface="Helvetica"/>
                <a:cs typeface="Helvetica"/>
              </a:rPr>
              <a:t>the</a:t>
            </a:r>
            <a:r>
              <a:rPr sz="3200" b="1" spc="-45" dirty="0">
                <a:latin typeface="Helvetica"/>
                <a:cs typeface="Helvetica"/>
              </a:rPr>
              <a:t> </a:t>
            </a:r>
            <a:r>
              <a:rPr sz="3200" b="1" spc="-20" dirty="0">
                <a:latin typeface="Helvetica"/>
                <a:cs typeface="Helvetica"/>
              </a:rPr>
              <a:t>same</a:t>
            </a:r>
            <a:endParaRPr sz="3200" dirty="0">
              <a:latin typeface="Helvetica"/>
              <a:cs typeface="Helvetica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CEEB412C-01A0-E31B-1CF9-3011F8A0A6DA}"/>
              </a:ext>
            </a:extLst>
          </p:cNvPr>
          <p:cNvSpPr txBox="1"/>
          <p:nvPr/>
        </p:nvSpPr>
        <p:spPr>
          <a:xfrm>
            <a:off x="909826" y="9050574"/>
            <a:ext cx="60579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spc="-10" dirty="0">
                <a:solidFill>
                  <a:srgbClr val="FF0000"/>
                </a:solidFill>
                <a:latin typeface="Helvetica"/>
                <a:cs typeface="Helvetica"/>
              </a:rPr>
              <a:t>When could the assumption fail?</a:t>
            </a:r>
            <a:endParaRPr sz="3200" dirty="0">
              <a:solidFill>
                <a:srgbClr val="FF0000"/>
              </a:solidFill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886622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52C94-902C-3D5A-B4A7-A811CADEC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7B2A0F2-7CD3-81A5-50C7-652BEBCF2D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75593" y="246379"/>
            <a:ext cx="9853930" cy="182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Assumption</a:t>
            </a:r>
            <a:r>
              <a:rPr b="0" spc="-9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spc="-50" dirty="0">
                <a:solidFill>
                  <a:srgbClr val="000000"/>
                </a:solidFill>
                <a:latin typeface="Helvetica Light"/>
                <a:cs typeface="Helvetica Light"/>
              </a:rPr>
              <a:t>1</a:t>
            </a:r>
          </a:p>
          <a:p>
            <a:pPr algn="ctr">
              <a:lnSpc>
                <a:spcPct val="100000"/>
              </a:lnSpc>
              <a:spcBef>
                <a:spcPts val="229"/>
              </a:spcBef>
            </a:pPr>
            <a:r>
              <a:rPr sz="8000" b="0" dirty="0">
                <a:solidFill>
                  <a:srgbClr val="000000"/>
                </a:solidFill>
                <a:latin typeface="Helvetica Light"/>
                <a:cs typeface="Helvetica Light"/>
              </a:rPr>
              <a:t>Brightness</a:t>
            </a:r>
            <a:r>
              <a:rPr sz="8000" b="0" spc="-22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8000"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constancy</a:t>
            </a:r>
            <a:endParaRPr sz="8000">
              <a:latin typeface="Helvetica Light"/>
              <a:cs typeface="Helvetica Light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6930F9F-71CB-2C58-1304-E41D4C6A147E}"/>
              </a:ext>
            </a:extLst>
          </p:cNvPr>
          <p:cNvGrpSpPr/>
          <p:nvPr/>
        </p:nvGrpSpPr>
        <p:grpSpPr>
          <a:xfrm>
            <a:off x="1344167" y="3389376"/>
            <a:ext cx="10266045" cy="3129280"/>
            <a:chOff x="1344167" y="3389376"/>
            <a:chExt cx="10266045" cy="3129280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803425E-2647-E0E9-0333-A7F6B51F931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4167" y="3389376"/>
              <a:ext cx="2618232" cy="2618232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F6EEAC34-6ECC-669C-34CE-2C18791E5C8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4299" y="3403599"/>
              <a:ext cx="2540000" cy="2540000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19E6A9AD-BBA8-3367-B423-4FEA1242B8C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49495" y="3389376"/>
              <a:ext cx="2618231" cy="2618232"/>
            </a:xfrm>
            <a:prstGeom prst="rect">
              <a:avLst/>
            </a:prstGeom>
          </p:spPr>
        </p:pic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6970DFE4-8A6B-88A7-0450-544F8F1FFB4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87850" y="3403599"/>
              <a:ext cx="2540000" cy="2540000"/>
            </a:xfrm>
            <a:prstGeom prst="rect">
              <a:avLst/>
            </a:prstGeom>
          </p:spPr>
        </p:pic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422BDA19-16EB-85CC-8092-2FD9034C8222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91599" y="3389376"/>
              <a:ext cx="2618231" cy="2618232"/>
            </a:xfrm>
            <a:prstGeom prst="rect">
              <a:avLst/>
            </a:prstGeom>
          </p:spPr>
        </p:pic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333B1075-B56A-A3CE-6D01-F5D3163559C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29700" y="3403599"/>
              <a:ext cx="2540000" cy="2540000"/>
            </a:xfrm>
            <a:prstGeom prst="rect">
              <a:avLst/>
            </a:prstGeom>
          </p:spPr>
        </p:pic>
        <p:pic>
          <p:nvPicPr>
            <p:cNvPr id="10" name="object 10">
              <a:extLst>
                <a:ext uri="{FF2B5EF4-FFF2-40B4-BE49-F238E27FC236}">
                  <a16:creationId xmlns:a16="http://schemas.microsoft.com/office/drawing/2014/main" id="{DCB05F3B-34C3-A041-A130-F3677781D54C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76983" y="5071872"/>
              <a:ext cx="243839" cy="243839"/>
            </a:xfrm>
            <a:prstGeom prst="rect">
              <a:avLst/>
            </a:prstGeom>
          </p:spPr>
        </p:pic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268A9E1A-1184-DCE9-8D31-7A51B6EC0CFC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16300" y="5085778"/>
              <a:ext cx="166241" cy="166241"/>
            </a:xfrm>
            <a:prstGeom prst="rect">
              <a:avLst/>
            </a:prstGeom>
          </p:spPr>
        </p:pic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9003BCBC-6A83-4A99-7C3B-BA3065B093A7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13959" y="4450080"/>
              <a:ext cx="246887" cy="243839"/>
            </a:xfrm>
            <a:prstGeom prst="rect">
              <a:avLst/>
            </a:prstGeom>
          </p:spPr>
        </p:pic>
        <p:pic>
          <p:nvPicPr>
            <p:cNvPr id="13" name="object 13">
              <a:extLst>
                <a:ext uri="{FF2B5EF4-FFF2-40B4-BE49-F238E27FC236}">
                  <a16:creationId xmlns:a16="http://schemas.microsoft.com/office/drawing/2014/main" id="{EA4C6D97-E09A-55CC-ED1B-571CDB739517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54600" y="4463478"/>
              <a:ext cx="166241" cy="166243"/>
            </a:xfrm>
            <a:prstGeom prst="rect">
              <a:avLst/>
            </a:prstGeom>
          </p:spPr>
        </p:pic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F1F27064-9F1F-3E47-EFEE-3EB6155EE609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896599" y="3776472"/>
              <a:ext cx="243840" cy="243839"/>
            </a:xfrm>
            <a:prstGeom prst="rect">
              <a:avLst/>
            </a:prstGeom>
          </p:spPr>
        </p:pic>
        <p:pic>
          <p:nvPicPr>
            <p:cNvPr id="15" name="object 15">
              <a:extLst>
                <a:ext uri="{FF2B5EF4-FFF2-40B4-BE49-F238E27FC236}">
                  <a16:creationId xmlns:a16="http://schemas.microsoft.com/office/drawing/2014/main" id="{51F119A9-53FD-97F1-F44A-EEE3CDA56B5C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934699" y="3790378"/>
              <a:ext cx="166241" cy="166241"/>
            </a:xfrm>
            <a:prstGeom prst="rect">
              <a:avLst/>
            </a:prstGeom>
          </p:spPr>
        </p:pic>
        <p:pic>
          <p:nvPicPr>
            <p:cNvPr id="16" name="object 16">
              <a:extLst>
                <a:ext uri="{FF2B5EF4-FFF2-40B4-BE49-F238E27FC236}">
                  <a16:creationId xmlns:a16="http://schemas.microsoft.com/office/drawing/2014/main" id="{ECD1825B-E228-D174-55A0-B4C2E9C8260C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54199" y="6048495"/>
              <a:ext cx="1676400" cy="469901"/>
            </a:xfrm>
            <a:prstGeom prst="rect">
              <a:avLst/>
            </a:prstGeom>
          </p:spPr>
        </p:pic>
        <p:pic>
          <p:nvPicPr>
            <p:cNvPr id="17" name="object 17">
              <a:extLst>
                <a:ext uri="{FF2B5EF4-FFF2-40B4-BE49-F238E27FC236}">
                  <a16:creationId xmlns:a16="http://schemas.microsoft.com/office/drawing/2014/main" id="{2161C7CC-C94E-CE7B-8D8E-26AFD3A23FF1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857750" y="6048495"/>
              <a:ext cx="1676400" cy="469901"/>
            </a:xfrm>
            <a:prstGeom prst="rect">
              <a:avLst/>
            </a:prstGeom>
          </p:spPr>
        </p:pic>
        <p:pic>
          <p:nvPicPr>
            <p:cNvPr id="18" name="object 18">
              <a:extLst>
                <a:ext uri="{FF2B5EF4-FFF2-40B4-BE49-F238E27FC236}">
                  <a16:creationId xmlns:a16="http://schemas.microsoft.com/office/drawing/2014/main" id="{8684F482-1D35-2F90-65CF-0785456AF434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493249" y="6048495"/>
              <a:ext cx="1689100" cy="469901"/>
            </a:xfrm>
            <a:prstGeom prst="rect">
              <a:avLst/>
            </a:prstGeom>
          </p:spPr>
        </p:pic>
        <p:pic>
          <p:nvPicPr>
            <p:cNvPr id="19" name="object 19">
              <a:extLst>
                <a:ext uri="{FF2B5EF4-FFF2-40B4-BE49-F238E27FC236}">
                  <a16:creationId xmlns:a16="http://schemas.microsoft.com/office/drawing/2014/main" id="{EF8B64D7-84A9-D402-F373-CB2620EBFFAC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816099" y="5365750"/>
              <a:ext cx="1383957" cy="304800"/>
            </a:xfrm>
            <a:prstGeom prst="rect">
              <a:avLst/>
            </a:prstGeom>
          </p:spPr>
        </p:pic>
        <p:pic>
          <p:nvPicPr>
            <p:cNvPr id="20" name="object 20">
              <a:extLst>
                <a:ext uri="{FF2B5EF4-FFF2-40B4-BE49-F238E27FC236}">
                  <a16:creationId xmlns:a16="http://schemas.microsoft.com/office/drawing/2014/main" id="{0BD97985-4004-571C-F4AC-891AADEC82E2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965871" y="4787900"/>
              <a:ext cx="1383958" cy="304800"/>
            </a:xfrm>
            <a:prstGeom prst="rect">
              <a:avLst/>
            </a:prstGeom>
          </p:spPr>
        </p:pic>
        <p:pic>
          <p:nvPicPr>
            <p:cNvPr id="21" name="object 21">
              <a:extLst>
                <a:ext uri="{FF2B5EF4-FFF2-40B4-BE49-F238E27FC236}">
                  <a16:creationId xmlns:a16="http://schemas.microsoft.com/office/drawing/2014/main" id="{36BBA37D-CECC-FFF5-F1C8-813A87DEE731}"/>
                </a:ext>
              </a:extLst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905999" y="4152900"/>
              <a:ext cx="1425145" cy="304800"/>
            </a:xfrm>
            <a:prstGeom prst="rect">
              <a:avLst/>
            </a:prstGeom>
          </p:spPr>
        </p:pic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717D71F4-AABF-506E-DA80-2E8FD52C5218}"/>
                </a:ext>
              </a:extLst>
            </p:cNvPr>
            <p:cNvSpPr/>
            <p:nvPr/>
          </p:nvSpPr>
          <p:spPr>
            <a:xfrm>
              <a:off x="2016950" y="3856443"/>
              <a:ext cx="8822055" cy="1311275"/>
            </a:xfrm>
            <a:custGeom>
              <a:avLst/>
              <a:gdLst/>
              <a:ahLst/>
              <a:cxnLst/>
              <a:rect l="l" t="t" r="r" b="b"/>
              <a:pathLst>
                <a:path w="8822055" h="1311275">
                  <a:moveTo>
                    <a:pt x="29654" y="1306245"/>
                  </a:moveTo>
                  <a:lnTo>
                    <a:pt x="24968" y="1281277"/>
                  </a:lnTo>
                  <a:lnTo>
                    <a:pt x="0" y="1285963"/>
                  </a:lnTo>
                  <a:lnTo>
                    <a:pt x="4686" y="1310932"/>
                  </a:lnTo>
                  <a:lnTo>
                    <a:pt x="29654" y="1306245"/>
                  </a:lnTo>
                  <a:close/>
                </a:path>
                <a:path w="8822055" h="1311275">
                  <a:moveTo>
                    <a:pt x="79578" y="1296873"/>
                  </a:moveTo>
                  <a:lnTo>
                    <a:pt x="74891" y="1271905"/>
                  </a:lnTo>
                  <a:lnTo>
                    <a:pt x="49923" y="1276591"/>
                  </a:lnTo>
                  <a:lnTo>
                    <a:pt x="54610" y="1301559"/>
                  </a:lnTo>
                  <a:lnTo>
                    <a:pt x="79578" y="1296873"/>
                  </a:lnTo>
                  <a:close/>
                </a:path>
                <a:path w="8822055" h="1311275">
                  <a:moveTo>
                    <a:pt x="129501" y="1287500"/>
                  </a:moveTo>
                  <a:lnTo>
                    <a:pt x="124815" y="1262532"/>
                  </a:lnTo>
                  <a:lnTo>
                    <a:pt x="99860" y="1267218"/>
                  </a:lnTo>
                  <a:lnTo>
                    <a:pt x="104546" y="1292186"/>
                  </a:lnTo>
                  <a:lnTo>
                    <a:pt x="129501" y="1287500"/>
                  </a:lnTo>
                  <a:close/>
                </a:path>
                <a:path w="8822055" h="1311275">
                  <a:moveTo>
                    <a:pt x="179438" y="1278115"/>
                  </a:moveTo>
                  <a:lnTo>
                    <a:pt x="174752" y="1253159"/>
                  </a:lnTo>
                  <a:lnTo>
                    <a:pt x="149783" y="1257846"/>
                  </a:lnTo>
                  <a:lnTo>
                    <a:pt x="154470" y="1282801"/>
                  </a:lnTo>
                  <a:lnTo>
                    <a:pt x="179438" y="1278115"/>
                  </a:lnTo>
                  <a:close/>
                </a:path>
                <a:path w="8822055" h="1311275">
                  <a:moveTo>
                    <a:pt x="229362" y="1268742"/>
                  </a:moveTo>
                  <a:lnTo>
                    <a:pt x="224675" y="1243787"/>
                  </a:lnTo>
                  <a:lnTo>
                    <a:pt x="199707" y="1248473"/>
                  </a:lnTo>
                  <a:lnTo>
                    <a:pt x="204393" y="1273429"/>
                  </a:lnTo>
                  <a:lnTo>
                    <a:pt x="229362" y="1268742"/>
                  </a:lnTo>
                  <a:close/>
                </a:path>
                <a:path w="8822055" h="1311275">
                  <a:moveTo>
                    <a:pt x="279285" y="1259370"/>
                  </a:moveTo>
                  <a:lnTo>
                    <a:pt x="274599" y="1234414"/>
                  </a:lnTo>
                  <a:lnTo>
                    <a:pt x="249643" y="1239100"/>
                  </a:lnTo>
                  <a:lnTo>
                    <a:pt x="254330" y="1264056"/>
                  </a:lnTo>
                  <a:lnTo>
                    <a:pt x="279285" y="1259370"/>
                  </a:lnTo>
                  <a:close/>
                </a:path>
                <a:path w="8822055" h="1311275">
                  <a:moveTo>
                    <a:pt x="329222" y="1249997"/>
                  </a:moveTo>
                  <a:lnTo>
                    <a:pt x="324535" y="1225042"/>
                  </a:lnTo>
                  <a:lnTo>
                    <a:pt x="299567" y="1229728"/>
                  </a:lnTo>
                  <a:lnTo>
                    <a:pt x="304253" y="1254683"/>
                  </a:lnTo>
                  <a:lnTo>
                    <a:pt x="329222" y="1249997"/>
                  </a:lnTo>
                  <a:close/>
                </a:path>
                <a:path w="8822055" h="1311275">
                  <a:moveTo>
                    <a:pt x="379145" y="1240624"/>
                  </a:moveTo>
                  <a:lnTo>
                    <a:pt x="374459" y="1215656"/>
                  </a:lnTo>
                  <a:lnTo>
                    <a:pt x="349491" y="1220355"/>
                  </a:lnTo>
                  <a:lnTo>
                    <a:pt x="354177" y="1245311"/>
                  </a:lnTo>
                  <a:lnTo>
                    <a:pt x="379145" y="1240624"/>
                  </a:lnTo>
                  <a:close/>
                </a:path>
                <a:path w="8822055" h="1311275">
                  <a:moveTo>
                    <a:pt x="429069" y="1231252"/>
                  </a:moveTo>
                  <a:lnTo>
                    <a:pt x="424383" y="1206284"/>
                  </a:lnTo>
                  <a:lnTo>
                    <a:pt x="399415" y="1210970"/>
                  </a:lnTo>
                  <a:lnTo>
                    <a:pt x="404114" y="1235938"/>
                  </a:lnTo>
                  <a:lnTo>
                    <a:pt x="429069" y="1231252"/>
                  </a:lnTo>
                  <a:close/>
                </a:path>
                <a:path w="8822055" h="1311275">
                  <a:moveTo>
                    <a:pt x="478993" y="1221879"/>
                  </a:moveTo>
                  <a:lnTo>
                    <a:pt x="474306" y="1196911"/>
                  </a:lnTo>
                  <a:lnTo>
                    <a:pt x="449351" y="1201597"/>
                  </a:lnTo>
                  <a:lnTo>
                    <a:pt x="454037" y="1226566"/>
                  </a:lnTo>
                  <a:lnTo>
                    <a:pt x="478993" y="1221879"/>
                  </a:lnTo>
                  <a:close/>
                </a:path>
                <a:path w="8822055" h="1311275">
                  <a:moveTo>
                    <a:pt x="528929" y="1212507"/>
                  </a:moveTo>
                  <a:lnTo>
                    <a:pt x="524243" y="1187538"/>
                  </a:lnTo>
                  <a:lnTo>
                    <a:pt x="499275" y="1192225"/>
                  </a:lnTo>
                  <a:lnTo>
                    <a:pt x="503961" y="1217193"/>
                  </a:lnTo>
                  <a:lnTo>
                    <a:pt x="528929" y="1212507"/>
                  </a:lnTo>
                  <a:close/>
                </a:path>
                <a:path w="8822055" h="1311275">
                  <a:moveTo>
                    <a:pt x="578853" y="1203134"/>
                  </a:moveTo>
                  <a:lnTo>
                    <a:pt x="574167" y="1178166"/>
                  </a:lnTo>
                  <a:lnTo>
                    <a:pt x="549198" y="1182852"/>
                  </a:lnTo>
                  <a:lnTo>
                    <a:pt x="553885" y="1207820"/>
                  </a:lnTo>
                  <a:lnTo>
                    <a:pt x="578853" y="1203134"/>
                  </a:lnTo>
                  <a:close/>
                </a:path>
                <a:path w="8822055" h="1311275">
                  <a:moveTo>
                    <a:pt x="628777" y="1193761"/>
                  </a:moveTo>
                  <a:lnTo>
                    <a:pt x="624090" y="1168793"/>
                  </a:lnTo>
                  <a:lnTo>
                    <a:pt x="599135" y="1173480"/>
                  </a:lnTo>
                  <a:lnTo>
                    <a:pt x="603821" y="1198448"/>
                  </a:lnTo>
                  <a:lnTo>
                    <a:pt x="628777" y="1193761"/>
                  </a:lnTo>
                  <a:close/>
                </a:path>
                <a:path w="8822055" h="1311275">
                  <a:moveTo>
                    <a:pt x="678713" y="1184389"/>
                  </a:moveTo>
                  <a:lnTo>
                    <a:pt x="674027" y="1159421"/>
                  </a:lnTo>
                  <a:lnTo>
                    <a:pt x="649058" y="1164107"/>
                  </a:lnTo>
                  <a:lnTo>
                    <a:pt x="653745" y="1189075"/>
                  </a:lnTo>
                  <a:lnTo>
                    <a:pt x="678713" y="1184389"/>
                  </a:lnTo>
                  <a:close/>
                </a:path>
                <a:path w="8822055" h="1311275">
                  <a:moveTo>
                    <a:pt x="728637" y="1175016"/>
                  </a:moveTo>
                  <a:lnTo>
                    <a:pt x="723950" y="1150048"/>
                  </a:lnTo>
                  <a:lnTo>
                    <a:pt x="698982" y="1154734"/>
                  </a:lnTo>
                  <a:lnTo>
                    <a:pt x="703668" y="1179703"/>
                  </a:lnTo>
                  <a:lnTo>
                    <a:pt x="728637" y="1175016"/>
                  </a:lnTo>
                  <a:close/>
                </a:path>
                <a:path w="8822055" h="1311275">
                  <a:moveTo>
                    <a:pt x="778560" y="1165644"/>
                  </a:moveTo>
                  <a:lnTo>
                    <a:pt x="773874" y="1140675"/>
                  </a:lnTo>
                  <a:lnTo>
                    <a:pt x="748919" y="1145362"/>
                  </a:lnTo>
                  <a:lnTo>
                    <a:pt x="753605" y="1170330"/>
                  </a:lnTo>
                  <a:lnTo>
                    <a:pt x="778560" y="1165644"/>
                  </a:lnTo>
                  <a:close/>
                </a:path>
                <a:path w="8822055" h="1311275">
                  <a:moveTo>
                    <a:pt x="828497" y="1156258"/>
                  </a:moveTo>
                  <a:lnTo>
                    <a:pt x="823810" y="1131303"/>
                  </a:lnTo>
                  <a:lnTo>
                    <a:pt x="798842" y="1135989"/>
                  </a:lnTo>
                  <a:lnTo>
                    <a:pt x="803529" y="1160957"/>
                  </a:lnTo>
                  <a:lnTo>
                    <a:pt x="828497" y="1156258"/>
                  </a:lnTo>
                  <a:close/>
                </a:path>
                <a:path w="8822055" h="1311275">
                  <a:moveTo>
                    <a:pt x="878420" y="1146886"/>
                  </a:moveTo>
                  <a:lnTo>
                    <a:pt x="873734" y="1121930"/>
                  </a:lnTo>
                  <a:lnTo>
                    <a:pt x="848766" y="1126617"/>
                  </a:lnTo>
                  <a:lnTo>
                    <a:pt x="853452" y="1151572"/>
                  </a:lnTo>
                  <a:lnTo>
                    <a:pt x="878420" y="1146886"/>
                  </a:lnTo>
                  <a:close/>
                </a:path>
                <a:path w="8822055" h="1311275">
                  <a:moveTo>
                    <a:pt x="928344" y="1137513"/>
                  </a:moveTo>
                  <a:lnTo>
                    <a:pt x="923658" y="1112558"/>
                  </a:lnTo>
                  <a:lnTo>
                    <a:pt x="898702" y="1117244"/>
                  </a:lnTo>
                  <a:lnTo>
                    <a:pt x="903389" y="1142199"/>
                  </a:lnTo>
                  <a:lnTo>
                    <a:pt x="928344" y="1137513"/>
                  </a:lnTo>
                  <a:close/>
                </a:path>
                <a:path w="8822055" h="1311275">
                  <a:moveTo>
                    <a:pt x="978281" y="1128141"/>
                  </a:moveTo>
                  <a:lnTo>
                    <a:pt x="973594" y="1103185"/>
                  </a:lnTo>
                  <a:lnTo>
                    <a:pt x="948626" y="1107871"/>
                  </a:lnTo>
                  <a:lnTo>
                    <a:pt x="953312" y="1132827"/>
                  </a:lnTo>
                  <a:lnTo>
                    <a:pt x="978281" y="1128141"/>
                  </a:lnTo>
                  <a:close/>
                </a:path>
                <a:path w="8822055" h="1311275">
                  <a:moveTo>
                    <a:pt x="1028204" y="1118768"/>
                  </a:moveTo>
                  <a:lnTo>
                    <a:pt x="1023518" y="1093812"/>
                  </a:lnTo>
                  <a:lnTo>
                    <a:pt x="998550" y="1098499"/>
                  </a:lnTo>
                  <a:lnTo>
                    <a:pt x="1003236" y="1123454"/>
                  </a:lnTo>
                  <a:lnTo>
                    <a:pt x="1028204" y="1118768"/>
                  </a:lnTo>
                  <a:close/>
                </a:path>
                <a:path w="8822055" h="1311275">
                  <a:moveTo>
                    <a:pt x="1078128" y="1109395"/>
                  </a:moveTo>
                  <a:lnTo>
                    <a:pt x="1073442" y="1084427"/>
                  </a:lnTo>
                  <a:lnTo>
                    <a:pt x="1048486" y="1089113"/>
                  </a:lnTo>
                  <a:lnTo>
                    <a:pt x="1053172" y="1114082"/>
                  </a:lnTo>
                  <a:lnTo>
                    <a:pt x="1078128" y="1109395"/>
                  </a:lnTo>
                  <a:close/>
                </a:path>
                <a:path w="8822055" h="1311275">
                  <a:moveTo>
                    <a:pt x="1128064" y="1100023"/>
                  </a:moveTo>
                  <a:lnTo>
                    <a:pt x="1123378" y="1075055"/>
                  </a:lnTo>
                  <a:lnTo>
                    <a:pt x="1098410" y="1079741"/>
                  </a:lnTo>
                  <a:lnTo>
                    <a:pt x="1103096" y="1104709"/>
                  </a:lnTo>
                  <a:lnTo>
                    <a:pt x="1128064" y="1100023"/>
                  </a:lnTo>
                  <a:close/>
                </a:path>
                <a:path w="8822055" h="1311275">
                  <a:moveTo>
                    <a:pt x="1177988" y="1090650"/>
                  </a:moveTo>
                  <a:lnTo>
                    <a:pt x="1173302" y="1065682"/>
                  </a:lnTo>
                  <a:lnTo>
                    <a:pt x="1148334" y="1070368"/>
                  </a:lnTo>
                  <a:lnTo>
                    <a:pt x="1153020" y="1095336"/>
                  </a:lnTo>
                  <a:lnTo>
                    <a:pt x="1177988" y="1090650"/>
                  </a:lnTo>
                  <a:close/>
                </a:path>
                <a:path w="8822055" h="1311275">
                  <a:moveTo>
                    <a:pt x="1227912" y="1081278"/>
                  </a:moveTo>
                  <a:lnTo>
                    <a:pt x="1223225" y="1056309"/>
                  </a:lnTo>
                  <a:lnTo>
                    <a:pt x="1198270" y="1060996"/>
                  </a:lnTo>
                  <a:lnTo>
                    <a:pt x="1202956" y="1085964"/>
                  </a:lnTo>
                  <a:lnTo>
                    <a:pt x="1227912" y="1081278"/>
                  </a:lnTo>
                  <a:close/>
                </a:path>
                <a:path w="8822055" h="1311275">
                  <a:moveTo>
                    <a:pt x="1277848" y="1071905"/>
                  </a:moveTo>
                  <a:lnTo>
                    <a:pt x="1273162" y="1046937"/>
                  </a:lnTo>
                  <a:lnTo>
                    <a:pt x="1248194" y="1051623"/>
                  </a:lnTo>
                  <a:lnTo>
                    <a:pt x="1252880" y="1076591"/>
                  </a:lnTo>
                  <a:lnTo>
                    <a:pt x="1277848" y="1071905"/>
                  </a:lnTo>
                  <a:close/>
                </a:path>
                <a:path w="8822055" h="1311275">
                  <a:moveTo>
                    <a:pt x="1327772" y="1062532"/>
                  </a:moveTo>
                  <a:lnTo>
                    <a:pt x="1323086" y="1037564"/>
                  </a:lnTo>
                  <a:lnTo>
                    <a:pt x="1298117" y="1042250"/>
                  </a:lnTo>
                  <a:lnTo>
                    <a:pt x="1302804" y="1067219"/>
                  </a:lnTo>
                  <a:lnTo>
                    <a:pt x="1327772" y="1062532"/>
                  </a:lnTo>
                  <a:close/>
                </a:path>
                <a:path w="8822055" h="1311275">
                  <a:moveTo>
                    <a:pt x="1377696" y="1053160"/>
                  </a:moveTo>
                  <a:lnTo>
                    <a:pt x="1373009" y="1028192"/>
                  </a:lnTo>
                  <a:lnTo>
                    <a:pt x="1348054" y="1032878"/>
                  </a:lnTo>
                  <a:lnTo>
                    <a:pt x="1352740" y="1057846"/>
                  </a:lnTo>
                  <a:lnTo>
                    <a:pt x="1377696" y="1053160"/>
                  </a:lnTo>
                  <a:close/>
                </a:path>
                <a:path w="8822055" h="1311275">
                  <a:moveTo>
                    <a:pt x="1427632" y="1043787"/>
                  </a:moveTo>
                  <a:lnTo>
                    <a:pt x="1422933" y="1018819"/>
                  </a:lnTo>
                  <a:lnTo>
                    <a:pt x="1397977" y="1023505"/>
                  </a:lnTo>
                  <a:lnTo>
                    <a:pt x="1402664" y="1048473"/>
                  </a:lnTo>
                  <a:lnTo>
                    <a:pt x="1427632" y="1043787"/>
                  </a:lnTo>
                  <a:close/>
                </a:path>
                <a:path w="8822055" h="1311275">
                  <a:moveTo>
                    <a:pt x="1477556" y="1034402"/>
                  </a:moveTo>
                  <a:lnTo>
                    <a:pt x="1472869" y="1009446"/>
                  </a:lnTo>
                  <a:lnTo>
                    <a:pt x="1447901" y="1014133"/>
                  </a:lnTo>
                  <a:lnTo>
                    <a:pt x="1452587" y="1039101"/>
                  </a:lnTo>
                  <a:lnTo>
                    <a:pt x="1477556" y="1034402"/>
                  </a:lnTo>
                  <a:close/>
                </a:path>
                <a:path w="8822055" h="1311275">
                  <a:moveTo>
                    <a:pt x="1527479" y="1025029"/>
                  </a:moveTo>
                  <a:lnTo>
                    <a:pt x="1522793" y="1000074"/>
                  </a:lnTo>
                  <a:lnTo>
                    <a:pt x="1497825" y="1004760"/>
                  </a:lnTo>
                  <a:lnTo>
                    <a:pt x="1502524" y="1029716"/>
                  </a:lnTo>
                  <a:lnTo>
                    <a:pt x="1527479" y="1025029"/>
                  </a:lnTo>
                  <a:close/>
                </a:path>
                <a:path w="8822055" h="1311275">
                  <a:moveTo>
                    <a:pt x="1577403" y="1015657"/>
                  </a:moveTo>
                  <a:lnTo>
                    <a:pt x="1572717" y="990701"/>
                  </a:lnTo>
                  <a:lnTo>
                    <a:pt x="1547761" y="995387"/>
                  </a:lnTo>
                  <a:lnTo>
                    <a:pt x="1552448" y="1020343"/>
                  </a:lnTo>
                  <a:lnTo>
                    <a:pt x="1577403" y="1015657"/>
                  </a:lnTo>
                  <a:close/>
                </a:path>
                <a:path w="8822055" h="1311275">
                  <a:moveTo>
                    <a:pt x="1627339" y="1006284"/>
                  </a:moveTo>
                  <a:lnTo>
                    <a:pt x="1622653" y="981329"/>
                  </a:lnTo>
                  <a:lnTo>
                    <a:pt x="1597685" y="986015"/>
                  </a:lnTo>
                  <a:lnTo>
                    <a:pt x="1602371" y="1010970"/>
                  </a:lnTo>
                  <a:lnTo>
                    <a:pt x="1627339" y="1006284"/>
                  </a:lnTo>
                  <a:close/>
                </a:path>
                <a:path w="8822055" h="1311275">
                  <a:moveTo>
                    <a:pt x="1677263" y="996911"/>
                  </a:moveTo>
                  <a:lnTo>
                    <a:pt x="1672577" y="971956"/>
                  </a:lnTo>
                  <a:lnTo>
                    <a:pt x="1647609" y="976642"/>
                  </a:lnTo>
                  <a:lnTo>
                    <a:pt x="1652295" y="1001598"/>
                  </a:lnTo>
                  <a:lnTo>
                    <a:pt x="1677263" y="996911"/>
                  </a:lnTo>
                  <a:close/>
                </a:path>
                <a:path w="8822055" h="1311275">
                  <a:moveTo>
                    <a:pt x="1727187" y="987539"/>
                  </a:moveTo>
                  <a:lnTo>
                    <a:pt x="1722501" y="962571"/>
                  </a:lnTo>
                  <a:lnTo>
                    <a:pt x="1697545" y="967257"/>
                  </a:lnTo>
                  <a:lnTo>
                    <a:pt x="1702231" y="992225"/>
                  </a:lnTo>
                  <a:lnTo>
                    <a:pt x="1727187" y="987539"/>
                  </a:lnTo>
                  <a:close/>
                </a:path>
                <a:path w="8822055" h="1311275">
                  <a:moveTo>
                    <a:pt x="1777123" y="978166"/>
                  </a:moveTo>
                  <a:lnTo>
                    <a:pt x="1772437" y="953198"/>
                  </a:lnTo>
                  <a:lnTo>
                    <a:pt x="1747469" y="957884"/>
                  </a:lnTo>
                  <a:lnTo>
                    <a:pt x="1752155" y="982853"/>
                  </a:lnTo>
                  <a:lnTo>
                    <a:pt x="1777123" y="978166"/>
                  </a:lnTo>
                  <a:close/>
                </a:path>
                <a:path w="8822055" h="1311275">
                  <a:moveTo>
                    <a:pt x="1827047" y="968794"/>
                  </a:moveTo>
                  <a:lnTo>
                    <a:pt x="1822361" y="943825"/>
                  </a:lnTo>
                  <a:lnTo>
                    <a:pt x="1797392" y="948512"/>
                  </a:lnTo>
                  <a:lnTo>
                    <a:pt x="1802079" y="973480"/>
                  </a:lnTo>
                  <a:lnTo>
                    <a:pt x="1827047" y="968794"/>
                  </a:lnTo>
                  <a:close/>
                </a:path>
                <a:path w="8822055" h="1311275">
                  <a:moveTo>
                    <a:pt x="1876971" y="959421"/>
                  </a:moveTo>
                  <a:lnTo>
                    <a:pt x="1872284" y="934453"/>
                  </a:lnTo>
                  <a:lnTo>
                    <a:pt x="1847329" y="939139"/>
                  </a:lnTo>
                  <a:lnTo>
                    <a:pt x="1852015" y="964107"/>
                  </a:lnTo>
                  <a:lnTo>
                    <a:pt x="1876971" y="959421"/>
                  </a:lnTo>
                  <a:close/>
                </a:path>
                <a:path w="8822055" h="1311275">
                  <a:moveTo>
                    <a:pt x="1926907" y="950048"/>
                  </a:moveTo>
                  <a:lnTo>
                    <a:pt x="1922221" y="925080"/>
                  </a:lnTo>
                  <a:lnTo>
                    <a:pt x="1897253" y="929767"/>
                  </a:lnTo>
                  <a:lnTo>
                    <a:pt x="1901939" y="954735"/>
                  </a:lnTo>
                  <a:lnTo>
                    <a:pt x="1926907" y="950048"/>
                  </a:lnTo>
                  <a:close/>
                </a:path>
                <a:path w="8822055" h="1311275">
                  <a:moveTo>
                    <a:pt x="1976831" y="940676"/>
                  </a:moveTo>
                  <a:lnTo>
                    <a:pt x="1972144" y="915708"/>
                  </a:lnTo>
                  <a:lnTo>
                    <a:pt x="1947176" y="920394"/>
                  </a:lnTo>
                  <a:lnTo>
                    <a:pt x="1951863" y="945362"/>
                  </a:lnTo>
                  <a:lnTo>
                    <a:pt x="1976831" y="940676"/>
                  </a:lnTo>
                  <a:close/>
                </a:path>
                <a:path w="8822055" h="1311275">
                  <a:moveTo>
                    <a:pt x="2026754" y="931303"/>
                  </a:moveTo>
                  <a:lnTo>
                    <a:pt x="2022068" y="906335"/>
                  </a:lnTo>
                  <a:lnTo>
                    <a:pt x="1997113" y="911021"/>
                  </a:lnTo>
                  <a:lnTo>
                    <a:pt x="2001799" y="935990"/>
                  </a:lnTo>
                  <a:lnTo>
                    <a:pt x="2026754" y="931303"/>
                  </a:lnTo>
                  <a:close/>
                </a:path>
                <a:path w="8822055" h="1311275">
                  <a:moveTo>
                    <a:pt x="2076691" y="921931"/>
                  </a:moveTo>
                  <a:lnTo>
                    <a:pt x="2072005" y="896962"/>
                  </a:lnTo>
                  <a:lnTo>
                    <a:pt x="2047036" y="901649"/>
                  </a:lnTo>
                  <a:lnTo>
                    <a:pt x="2051723" y="926617"/>
                  </a:lnTo>
                  <a:lnTo>
                    <a:pt x="2076691" y="921931"/>
                  </a:lnTo>
                  <a:close/>
                </a:path>
                <a:path w="8822055" h="1311275">
                  <a:moveTo>
                    <a:pt x="2126615" y="912558"/>
                  </a:moveTo>
                  <a:lnTo>
                    <a:pt x="2121928" y="887590"/>
                  </a:lnTo>
                  <a:lnTo>
                    <a:pt x="2096960" y="892276"/>
                  </a:lnTo>
                  <a:lnTo>
                    <a:pt x="2101646" y="917244"/>
                  </a:lnTo>
                  <a:lnTo>
                    <a:pt x="2126615" y="912558"/>
                  </a:lnTo>
                  <a:close/>
                </a:path>
                <a:path w="8822055" h="1311275">
                  <a:moveTo>
                    <a:pt x="2176538" y="903173"/>
                  </a:moveTo>
                  <a:lnTo>
                    <a:pt x="2171852" y="878217"/>
                  </a:lnTo>
                  <a:lnTo>
                    <a:pt x="2146897" y="882904"/>
                  </a:lnTo>
                  <a:lnTo>
                    <a:pt x="2151583" y="907859"/>
                  </a:lnTo>
                  <a:lnTo>
                    <a:pt x="2176538" y="903173"/>
                  </a:lnTo>
                  <a:close/>
                </a:path>
                <a:path w="8822055" h="1311275">
                  <a:moveTo>
                    <a:pt x="2226475" y="893800"/>
                  </a:moveTo>
                  <a:lnTo>
                    <a:pt x="2221788" y="868845"/>
                  </a:lnTo>
                  <a:lnTo>
                    <a:pt x="2196820" y="873531"/>
                  </a:lnTo>
                  <a:lnTo>
                    <a:pt x="2201507" y="898486"/>
                  </a:lnTo>
                  <a:lnTo>
                    <a:pt x="2226475" y="893800"/>
                  </a:lnTo>
                  <a:close/>
                </a:path>
                <a:path w="8822055" h="1311275">
                  <a:moveTo>
                    <a:pt x="2276398" y="884428"/>
                  </a:moveTo>
                  <a:lnTo>
                    <a:pt x="2271712" y="859472"/>
                  </a:lnTo>
                  <a:lnTo>
                    <a:pt x="2246744" y="864158"/>
                  </a:lnTo>
                  <a:lnTo>
                    <a:pt x="2251430" y="889114"/>
                  </a:lnTo>
                  <a:lnTo>
                    <a:pt x="2276398" y="884428"/>
                  </a:lnTo>
                  <a:close/>
                </a:path>
                <a:path w="8822055" h="1311275">
                  <a:moveTo>
                    <a:pt x="2326322" y="875055"/>
                  </a:moveTo>
                  <a:lnTo>
                    <a:pt x="2321636" y="850099"/>
                  </a:lnTo>
                  <a:lnTo>
                    <a:pt x="2296668" y="854786"/>
                  </a:lnTo>
                  <a:lnTo>
                    <a:pt x="2301367" y="879741"/>
                  </a:lnTo>
                  <a:lnTo>
                    <a:pt x="2326322" y="875055"/>
                  </a:lnTo>
                  <a:close/>
                </a:path>
                <a:path w="8822055" h="1311275">
                  <a:moveTo>
                    <a:pt x="2376246" y="865682"/>
                  </a:moveTo>
                  <a:lnTo>
                    <a:pt x="2371560" y="840714"/>
                  </a:lnTo>
                  <a:lnTo>
                    <a:pt x="2346604" y="845413"/>
                  </a:lnTo>
                  <a:lnTo>
                    <a:pt x="2351290" y="870369"/>
                  </a:lnTo>
                  <a:lnTo>
                    <a:pt x="2376246" y="865682"/>
                  </a:lnTo>
                  <a:close/>
                </a:path>
                <a:path w="8822055" h="1311275">
                  <a:moveTo>
                    <a:pt x="2426182" y="856310"/>
                  </a:moveTo>
                  <a:lnTo>
                    <a:pt x="2421496" y="831342"/>
                  </a:lnTo>
                  <a:lnTo>
                    <a:pt x="2396528" y="836028"/>
                  </a:lnTo>
                  <a:lnTo>
                    <a:pt x="2401214" y="860996"/>
                  </a:lnTo>
                  <a:lnTo>
                    <a:pt x="2426182" y="856310"/>
                  </a:lnTo>
                  <a:close/>
                </a:path>
                <a:path w="8822055" h="1311275">
                  <a:moveTo>
                    <a:pt x="2476106" y="846937"/>
                  </a:moveTo>
                  <a:lnTo>
                    <a:pt x="2471420" y="821969"/>
                  </a:lnTo>
                  <a:lnTo>
                    <a:pt x="2446451" y="826655"/>
                  </a:lnTo>
                  <a:lnTo>
                    <a:pt x="2451138" y="851623"/>
                  </a:lnTo>
                  <a:lnTo>
                    <a:pt x="2476106" y="846937"/>
                  </a:lnTo>
                  <a:close/>
                </a:path>
                <a:path w="8822055" h="1311275">
                  <a:moveTo>
                    <a:pt x="2526030" y="837565"/>
                  </a:moveTo>
                  <a:lnTo>
                    <a:pt x="2521343" y="812596"/>
                  </a:lnTo>
                  <a:lnTo>
                    <a:pt x="2496388" y="817283"/>
                  </a:lnTo>
                  <a:lnTo>
                    <a:pt x="2501074" y="842251"/>
                  </a:lnTo>
                  <a:lnTo>
                    <a:pt x="2526030" y="837565"/>
                  </a:lnTo>
                  <a:close/>
                </a:path>
                <a:path w="8822055" h="1311275">
                  <a:moveTo>
                    <a:pt x="2575966" y="828192"/>
                  </a:moveTo>
                  <a:lnTo>
                    <a:pt x="2571280" y="803224"/>
                  </a:lnTo>
                  <a:lnTo>
                    <a:pt x="2546312" y="807910"/>
                  </a:lnTo>
                  <a:lnTo>
                    <a:pt x="2550998" y="832878"/>
                  </a:lnTo>
                  <a:lnTo>
                    <a:pt x="2575966" y="828192"/>
                  </a:lnTo>
                  <a:close/>
                </a:path>
                <a:path w="8822055" h="1311275">
                  <a:moveTo>
                    <a:pt x="2625890" y="818819"/>
                  </a:moveTo>
                  <a:lnTo>
                    <a:pt x="2621203" y="793851"/>
                  </a:lnTo>
                  <a:lnTo>
                    <a:pt x="2596235" y="798537"/>
                  </a:lnTo>
                  <a:lnTo>
                    <a:pt x="2600922" y="823506"/>
                  </a:lnTo>
                  <a:lnTo>
                    <a:pt x="2625890" y="818819"/>
                  </a:lnTo>
                  <a:close/>
                </a:path>
                <a:path w="8822055" h="1311275">
                  <a:moveTo>
                    <a:pt x="2675813" y="809447"/>
                  </a:moveTo>
                  <a:lnTo>
                    <a:pt x="2671127" y="784479"/>
                  </a:lnTo>
                  <a:lnTo>
                    <a:pt x="2646172" y="789165"/>
                  </a:lnTo>
                  <a:lnTo>
                    <a:pt x="2650858" y="814133"/>
                  </a:lnTo>
                  <a:lnTo>
                    <a:pt x="2675813" y="809447"/>
                  </a:lnTo>
                  <a:close/>
                </a:path>
                <a:path w="8822055" h="1311275">
                  <a:moveTo>
                    <a:pt x="2725750" y="800074"/>
                  </a:moveTo>
                  <a:lnTo>
                    <a:pt x="2721064" y="775106"/>
                  </a:lnTo>
                  <a:lnTo>
                    <a:pt x="2696095" y="779792"/>
                  </a:lnTo>
                  <a:lnTo>
                    <a:pt x="2700782" y="804760"/>
                  </a:lnTo>
                  <a:lnTo>
                    <a:pt x="2725750" y="800074"/>
                  </a:lnTo>
                  <a:close/>
                </a:path>
                <a:path w="8822055" h="1311275">
                  <a:moveTo>
                    <a:pt x="2775674" y="790702"/>
                  </a:moveTo>
                  <a:lnTo>
                    <a:pt x="2770987" y="765733"/>
                  </a:lnTo>
                  <a:lnTo>
                    <a:pt x="2746019" y="770420"/>
                  </a:lnTo>
                  <a:lnTo>
                    <a:pt x="2750705" y="795388"/>
                  </a:lnTo>
                  <a:lnTo>
                    <a:pt x="2775674" y="790702"/>
                  </a:lnTo>
                  <a:close/>
                </a:path>
                <a:path w="8822055" h="1311275">
                  <a:moveTo>
                    <a:pt x="2825597" y="781316"/>
                  </a:moveTo>
                  <a:lnTo>
                    <a:pt x="2820911" y="756361"/>
                  </a:lnTo>
                  <a:lnTo>
                    <a:pt x="2795955" y="761047"/>
                  </a:lnTo>
                  <a:lnTo>
                    <a:pt x="2800642" y="786003"/>
                  </a:lnTo>
                  <a:lnTo>
                    <a:pt x="2825597" y="781316"/>
                  </a:lnTo>
                  <a:close/>
                </a:path>
                <a:path w="8822055" h="1311275">
                  <a:moveTo>
                    <a:pt x="2875534" y="771944"/>
                  </a:moveTo>
                  <a:lnTo>
                    <a:pt x="2870847" y="746988"/>
                  </a:lnTo>
                  <a:lnTo>
                    <a:pt x="2845879" y="751674"/>
                  </a:lnTo>
                  <a:lnTo>
                    <a:pt x="2850565" y="776630"/>
                  </a:lnTo>
                  <a:lnTo>
                    <a:pt x="2875534" y="771944"/>
                  </a:lnTo>
                  <a:close/>
                </a:path>
                <a:path w="8822055" h="1311275">
                  <a:moveTo>
                    <a:pt x="2925457" y="762571"/>
                  </a:moveTo>
                  <a:lnTo>
                    <a:pt x="2920771" y="737616"/>
                  </a:lnTo>
                  <a:lnTo>
                    <a:pt x="2895803" y="742302"/>
                  </a:lnTo>
                  <a:lnTo>
                    <a:pt x="2900489" y="767257"/>
                  </a:lnTo>
                  <a:lnTo>
                    <a:pt x="2925457" y="762571"/>
                  </a:lnTo>
                  <a:close/>
                </a:path>
                <a:path w="8822055" h="1311275">
                  <a:moveTo>
                    <a:pt x="3017659" y="732345"/>
                  </a:moveTo>
                  <a:lnTo>
                    <a:pt x="3003778" y="727392"/>
                  </a:lnTo>
                  <a:lnTo>
                    <a:pt x="2907449" y="693051"/>
                  </a:lnTo>
                  <a:lnTo>
                    <a:pt x="2900184" y="696493"/>
                  </a:lnTo>
                  <a:lnTo>
                    <a:pt x="2895473" y="709714"/>
                  </a:lnTo>
                  <a:lnTo>
                    <a:pt x="2898927" y="716978"/>
                  </a:lnTo>
                  <a:lnTo>
                    <a:pt x="2945879" y="733717"/>
                  </a:lnTo>
                  <a:lnTo>
                    <a:pt x="2950273" y="757097"/>
                  </a:lnTo>
                  <a:lnTo>
                    <a:pt x="2912580" y="789736"/>
                  </a:lnTo>
                  <a:lnTo>
                    <a:pt x="2912008" y="797750"/>
                  </a:lnTo>
                  <a:lnTo>
                    <a:pt x="2921190" y="808355"/>
                  </a:lnTo>
                  <a:lnTo>
                    <a:pt x="2929204" y="808939"/>
                  </a:lnTo>
                  <a:lnTo>
                    <a:pt x="2988157" y="757885"/>
                  </a:lnTo>
                  <a:lnTo>
                    <a:pt x="2998470" y="748957"/>
                  </a:lnTo>
                  <a:lnTo>
                    <a:pt x="3017659" y="732345"/>
                  </a:lnTo>
                  <a:close/>
                </a:path>
                <a:path w="8822055" h="1311275">
                  <a:moveTo>
                    <a:pt x="3280181" y="673277"/>
                  </a:moveTo>
                  <a:lnTo>
                    <a:pt x="3277387" y="648030"/>
                  </a:lnTo>
                  <a:lnTo>
                    <a:pt x="3252152" y="650824"/>
                  </a:lnTo>
                  <a:lnTo>
                    <a:pt x="3254933" y="676071"/>
                  </a:lnTo>
                  <a:lnTo>
                    <a:pt x="3280181" y="673277"/>
                  </a:lnTo>
                  <a:close/>
                </a:path>
                <a:path w="8822055" h="1311275">
                  <a:moveTo>
                    <a:pt x="3330676" y="667689"/>
                  </a:moveTo>
                  <a:lnTo>
                    <a:pt x="3327882" y="642442"/>
                  </a:lnTo>
                  <a:lnTo>
                    <a:pt x="3302635" y="645236"/>
                  </a:lnTo>
                  <a:lnTo>
                    <a:pt x="3305429" y="670483"/>
                  </a:lnTo>
                  <a:lnTo>
                    <a:pt x="3330676" y="667689"/>
                  </a:lnTo>
                  <a:close/>
                </a:path>
                <a:path w="8822055" h="1311275">
                  <a:moveTo>
                    <a:pt x="3381171" y="662101"/>
                  </a:moveTo>
                  <a:lnTo>
                    <a:pt x="3378377" y="636866"/>
                  </a:lnTo>
                  <a:lnTo>
                    <a:pt x="3353130" y="639648"/>
                  </a:lnTo>
                  <a:lnTo>
                    <a:pt x="3355924" y="664895"/>
                  </a:lnTo>
                  <a:lnTo>
                    <a:pt x="3381171" y="662101"/>
                  </a:lnTo>
                  <a:close/>
                </a:path>
                <a:path w="8822055" h="1311275">
                  <a:moveTo>
                    <a:pt x="3431667" y="656526"/>
                  </a:moveTo>
                  <a:lnTo>
                    <a:pt x="3428873" y="631278"/>
                  </a:lnTo>
                  <a:lnTo>
                    <a:pt x="3403625" y="634072"/>
                  </a:lnTo>
                  <a:lnTo>
                    <a:pt x="3406419" y="659320"/>
                  </a:lnTo>
                  <a:lnTo>
                    <a:pt x="3431667" y="656526"/>
                  </a:lnTo>
                  <a:close/>
                </a:path>
                <a:path w="8822055" h="1311275">
                  <a:moveTo>
                    <a:pt x="3482149" y="650938"/>
                  </a:moveTo>
                  <a:lnTo>
                    <a:pt x="3479355" y="625690"/>
                  </a:lnTo>
                  <a:lnTo>
                    <a:pt x="3454120" y="628484"/>
                  </a:lnTo>
                  <a:lnTo>
                    <a:pt x="3456902" y="653732"/>
                  </a:lnTo>
                  <a:lnTo>
                    <a:pt x="3482149" y="650938"/>
                  </a:lnTo>
                  <a:close/>
                </a:path>
                <a:path w="8822055" h="1311275">
                  <a:moveTo>
                    <a:pt x="3532644" y="645350"/>
                  </a:moveTo>
                  <a:lnTo>
                    <a:pt x="3529850" y="620102"/>
                  </a:lnTo>
                  <a:lnTo>
                    <a:pt x="3504603" y="622896"/>
                  </a:lnTo>
                  <a:lnTo>
                    <a:pt x="3507397" y="648144"/>
                  </a:lnTo>
                  <a:lnTo>
                    <a:pt x="3532644" y="645350"/>
                  </a:lnTo>
                  <a:close/>
                </a:path>
                <a:path w="8822055" h="1311275">
                  <a:moveTo>
                    <a:pt x="3583140" y="639762"/>
                  </a:moveTo>
                  <a:lnTo>
                    <a:pt x="3580346" y="614514"/>
                  </a:lnTo>
                  <a:lnTo>
                    <a:pt x="3555098" y="617308"/>
                  </a:lnTo>
                  <a:lnTo>
                    <a:pt x="3557892" y="642556"/>
                  </a:lnTo>
                  <a:lnTo>
                    <a:pt x="3583140" y="639762"/>
                  </a:lnTo>
                  <a:close/>
                </a:path>
                <a:path w="8822055" h="1311275">
                  <a:moveTo>
                    <a:pt x="3633635" y="634187"/>
                  </a:moveTo>
                  <a:lnTo>
                    <a:pt x="3630841" y="608939"/>
                  </a:lnTo>
                  <a:lnTo>
                    <a:pt x="3605593" y="611733"/>
                  </a:lnTo>
                  <a:lnTo>
                    <a:pt x="3608387" y="636968"/>
                  </a:lnTo>
                  <a:lnTo>
                    <a:pt x="3633635" y="634187"/>
                  </a:lnTo>
                  <a:close/>
                </a:path>
                <a:path w="8822055" h="1311275">
                  <a:moveTo>
                    <a:pt x="3684117" y="628599"/>
                  </a:moveTo>
                  <a:lnTo>
                    <a:pt x="3681323" y="603351"/>
                  </a:lnTo>
                  <a:lnTo>
                    <a:pt x="3656088" y="606145"/>
                  </a:lnTo>
                  <a:lnTo>
                    <a:pt x="3658870" y="631393"/>
                  </a:lnTo>
                  <a:lnTo>
                    <a:pt x="3684117" y="628599"/>
                  </a:lnTo>
                  <a:close/>
                </a:path>
                <a:path w="8822055" h="1311275">
                  <a:moveTo>
                    <a:pt x="3734612" y="623011"/>
                  </a:moveTo>
                  <a:lnTo>
                    <a:pt x="3731818" y="597763"/>
                  </a:lnTo>
                  <a:lnTo>
                    <a:pt x="3706571" y="600557"/>
                  </a:lnTo>
                  <a:lnTo>
                    <a:pt x="3709365" y="625805"/>
                  </a:lnTo>
                  <a:lnTo>
                    <a:pt x="3734612" y="623011"/>
                  </a:lnTo>
                  <a:close/>
                </a:path>
                <a:path w="8822055" h="1311275">
                  <a:moveTo>
                    <a:pt x="3785108" y="617423"/>
                  </a:moveTo>
                  <a:lnTo>
                    <a:pt x="3782314" y="592175"/>
                  </a:lnTo>
                  <a:lnTo>
                    <a:pt x="3757066" y="594969"/>
                  </a:lnTo>
                  <a:lnTo>
                    <a:pt x="3759860" y="620217"/>
                  </a:lnTo>
                  <a:lnTo>
                    <a:pt x="3785108" y="617423"/>
                  </a:lnTo>
                  <a:close/>
                </a:path>
                <a:path w="8822055" h="1311275">
                  <a:moveTo>
                    <a:pt x="3835603" y="611835"/>
                  </a:moveTo>
                  <a:lnTo>
                    <a:pt x="3832809" y="586600"/>
                  </a:lnTo>
                  <a:lnTo>
                    <a:pt x="3807561" y="589381"/>
                  </a:lnTo>
                  <a:lnTo>
                    <a:pt x="3810355" y="614629"/>
                  </a:lnTo>
                  <a:lnTo>
                    <a:pt x="3835603" y="611835"/>
                  </a:lnTo>
                  <a:close/>
                </a:path>
                <a:path w="8822055" h="1311275">
                  <a:moveTo>
                    <a:pt x="3886085" y="606259"/>
                  </a:moveTo>
                  <a:lnTo>
                    <a:pt x="3883291" y="581012"/>
                  </a:lnTo>
                  <a:lnTo>
                    <a:pt x="3858056" y="583806"/>
                  </a:lnTo>
                  <a:lnTo>
                    <a:pt x="3860838" y="609053"/>
                  </a:lnTo>
                  <a:lnTo>
                    <a:pt x="3886085" y="606259"/>
                  </a:lnTo>
                  <a:close/>
                </a:path>
                <a:path w="8822055" h="1311275">
                  <a:moveTo>
                    <a:pt x="3936581" y="600671"/>
                  </a:moveTo>
                  <a:lnTo>
                    <a:pt x="3933787" y="575424"/>
                  </a:lnTo>
                  <a:lnTo>
                    <a:pt x="3908539" y="578218"/>
                  </a:lnTo>
                  <a:lnTo>
                    <a:pt x="3911333" y="603465"/>
                  </a:lnTo>
                  <a:lnTo>
                    <a:pt x="3936581" y="600671"/>
                  </a:lnTo>
                  <a:close/>
                </a:path>
                <a:path w="8822055" h="1311275">
                  <a:moveTo>
                    <a:pt x="3987076" y="595083"/>
                  </a:moveTo>
                  <a:lnTo>
                    <a:pt x="3984282" y="569836"/>
                  </a:lnTo>
                  <a:lnTo>
                    <a:pt x="3959034" y="572630"/>
                  </a:lnTo>
                  <a:lnTo>
                    <a:pt x="3961828" y="597877"/>
                  </a:lnTo>
                  <a:lnTo>
                    <a:pt x="3987076" y="595083"/>
                  </a:lnTo>
                  <a:close/>
                </a:path>
                <a:path w="8822055" h="1311275">
                  <a:moveTo>
                    <a:pt x="4037571" y="589495"/>
                  </a:moveTo>
                  <a:lnTo>
                    <a:pt x="4034777" y="564248"/>
                  </a:lnTo>
                  <a:lnTo>
                    <a:pt x="4009529" y="567042"/>
                  </a:lnTo>
                  <a:lnTo>
                    <a:pt x="4012323" y="592289"/>
                  </a:lnTo>
                  <a:lnTo>
                    <a:pt x="4037571" y="589495"/>
                  </a:lnTo>
                  <a:close/>
                </a:path>
                <a:path w="8822055" h="1311275">
                  <a:moveTo>
                    <a:pt x="4088053" y="583907"/>
                  </a:moveTo>
                  <a:lnTo>
                    <a:pt x="4085259" y="558673"/>
                  </a:lnTo>
                  <a:lnTo>
                    <a:pt x="4060025" y="561467"/>
                  </a:lnTo>
                  <a:lnTo>
                    <a:pt x="4062806" y="586701"/>
                  </a:lnTo>
                  <a:lnTo>
                    <a:pt x="4088053" y="583907"/>
                  </a:lnTo>
                  <a:close/>
                </a:path>
                <a:path w="8822055" h="1311275">
                  <a:moveTo>
                    <a:pt x="4138549" y="578332"/>
                  </a:moveTo>
                  <a:lnTo>
                    <a:pt x="4135755" y="553085"/>
                  </a:lnTo>
                  <a:lnTo>
                    <a:pt x="4110507" y="555879"/>
                  </a:lnTo>
                  <a:lnTo>
                    <a:pt x="4113301" y="581126"/>
                  </a:lnTo>
                  <a:lnTo>
                    <a:pt x="4138549" y="578332"/>
                  </a:lnTo>
                  <a:close/>
                </a:path>
                <a:path w="8822055" h="1311275">
                  <a:moveTo>
                    <a:pt x="4189044" y="572744"/>
                  </a:moveTo>
                  <a:lnTo>
                    <a:pt x="4186250" y="547497"/>
                  </a:lnTo>
                  <a:lnTo>
                    <a:pt x="4161002" y="550291"/>
                  </a:lnTo>
                  <a:lnTo>
                    <a:pt x="4163796" y="575538"/>
                  </a:lnTo>
                  <a:lnTo>
                    <a:pt x="4189044" y="572744"/>
                  </a:lnTo>
                  <a:close/>
                </a:path>
                <a:path w="8822055" h="1311275">
                  <a:moveTo>
                    <a:pt x="4239539" y="567156"/>
                  </a:moveTo>
                  <a:lnTo>
                    <a:pt x="4236745" y="541909"/>
                  </a:lnTo>
                  <a:lnTo>
                    <a:pt x="4211498" y="544703"/>
                  </a:lnTo>
                  <a:lnTo>
                    <a:pt x="4214292" y="569950"/>
                  </a:lnTo>
                  <a:lnTo>
                    <a:pt x="4239539" y="567156"/>
                  </a:lnTo>
                  <a:close/>
                </a:path>
                <a:path w="8822055" h="1311275">
                  <a:moveTo>
                    <a:pt x="4290022" y="561568"/>
                  </a:moveTo>
                  <a:lnTo>
                    <a:pt x="4287228" y="536321"/>
                  </a:lnTo>
                  <a:lnTo>
                    <a:pt x="4261993" y="539115"/>
                  </a:lnTo>
                  <a:lnTo>
                    <a:pt x="4264774" y="564362"/>
                  </a:lnTo>
                  <a:lnTo>
                    <a:pt x="4290022" y="561568"/>
                  </a:lnTo>
                  <a:close/>
                </a:path>
                <a:path w="8822055" h="1311275">
                  <a:moveTo>
                    <a:pt x="4340517" y="555993"/>
                  </a:moveTo>
                  <a:lnTo>
                    <a:pt x="4337723" y="530745"/>
                  </a:lnTo>
                  <a:lnTo>
                    <a:pt x="4312475" y="533539"/>
                  </a:lnTo>
                  <a:lnTo>
                    <a:pt x="4315269" y="558774"/>
                  </a:lnTo>
                  <a:lnTo>
                    <a:pt x="4340517" y="555993"/>
                  </a:lnTo>
                  <a:close/>
                </a:path>
                <a:path w="8822055" h="1311275">
                  <a:moveTo>
                    <a:pt x="4391012" y="550405"/>
                  </a:moveTo>
                  <a:lnTo>
                    <a:pt x="4388218" y="525157"/>
                  </a:lnTo>
                  <a:lnTo>
                    <a:pt x="4362970" y="527951"/>
                  </a:lnTo>
                  <a:lnTo>
                    <a:pt x="4365764" y="553199"/>
                  </a:lnTo>
                  <a:lnTo>
                    <a:pt x="4391012" y="550405"/>
                  </a:lnTo>
                  <a:close/>
                </a:path>
                <a:path w="8822055" h="1311275">
                  <a:moveTo>
                    <a:pt x="4441507" y="544817"/>
                  </a:moveTo>
                  <a:lnTo>
                    <a:pt x="4438713" y="519569"/>
                  </a:lnTo>
                  <a:lnTo>
                    <a:pt x="4413466" y="522363"/>
                  </a:lnTo>
                  <a:lnTo>
                    <a:pt x="4416260" y="547611"/>
                  </a:lnTo>
                  <a:lnTo>
                    <a:pt x="4441507" y="544817"/>
                  </a:lnTo>
                  <a:close/>
                </a:path>
                <a:path w="8822055" h="1311275">
                  <a:moveTo>
                    <a:pt x="4491990" y="539229"/>
                  </a:moveTo>
                  <a:lnTo>
                    <a:pt x="4489196" y="513981"/>
                  </a:lnTo>
                  <a:lnTo>
                    <a:pt x="4463948" y="516775"/>
                  </a:lnTo>
                  <a:lnTo>
                    <a:pt x="4466742" y="542023"/>
                  </a:lnTo>
                  <a:lnTo>
                    <a:pt x="4491990" y="539229"/>
                  </a:lnTo>
                  <a:close/>
                </a:path>
                <a:path w="8822055" h="1311275">
                  <a:moveTo>
                    <a:pt x="4542485" y="533641"/>
                  </a:moveTo>
                  <a:lnTo>
                    <a:pt x="4539691" y="508406"/>
                  </a:lnTo>
                  <a:lnTo>
                    <a:pt x="4514443" y="511187"/>
                  </a:lnTo>
                  <a:lnTo>
                    <a:pt x="4517237" y="536435"/>
                  </a:lnTo>
                  <a:lnTo>
                    <a:pt x="4542485" y="533641"/>
                  </a:lnTo>
                  <a:close/>
                </a:path>
                <a:path w="8822055" h="1311275">
                  <a:moveTo>
                    <a:pt x="4592980" y="528066"/>
                  </a:moveTo>
                  <a:lnTo>
                    <a:pt x="4590186" y="502818"/>
                  </a:lnTo>
                  <a:lnTo>
                    <a:pt x="4564939" y="505612"/>
                  </a:lnTo>
                  <a:lnTo>
                    <a:pt x="4567733" y="530860"/>
                  </a:lnTo>
                  <a:lnTo>
                    <a:pt x="4592980" y="528066"/>
                  </a:lnTo>
                  <a:close/>
                </a:path>
                <a:path w="8822055" h="1311275">
                  <a:moveTo>
                    <a:pt x="4643475" y="522478"/>
                  </a:moveTo>
                  <a:lnTo>
                    <a:pt x="4640681" y="497230"/>
                  </a:lnTo>
                  <a:lnTo>
                    <a:pt x="4615434" y="500024"/>
                  </a:lnTo>
                  <a:lnTo>
                    <a:pt x="4618228" y="525272"/>
                  </a:lnTo>
                  <a:lnTo>
                    <a:pt x="4643475" y="522478"/>
                  </a:lnTo>
                  <a:close/>
                </a:path>
                <a:path w="8822055" h="1311275">
                  <a:moveTo>
                    <a:pt x="4693958" y="516890"/>
                  </a:moveTo>
                  <a:lnTo>
                    <a:pt x="4691164" y="491642"/>
                  </a:lnTo>
                  <a:lnTo>
                    <a:pt x="4665916" y="494436"/>
                  </a:lnTo>
                  <a:lnTo>
                    <a:pt x="4668710" y="519684"/>
                  </a:lnTo>
                  <a:lnTo>
                    <a:pt x="4693958" y="516890"/>
                  </a:lnTo>
                  <a:close/>
                </a:path>
                <a:path w="8822055" h="1311275">
                  <a:moveTo>
                    <a:pt x="4744453" y="511302"/>
                  </a:moveTo>
                  <a:lnTo>
                    <a:pt x="4741659" y="486054"/>
                  </a:lnTo>
                  <a:lnTo>
                    <a:pt x="4716411" y="488848"/>
                  </a:lnTo>
                  <a:lnTo>
                    <a:pt x="4719205" y="514096"/>
                  </a:lnTo>
                  <a:lnTo>
                    <a:pt x="4744453" y="511302"/>
                  </a:lnTo>
                  <a:close/>
                </a:path>
                <a:path w="8822055" h="1311275">
                  <a:moveTo>
                    <a:pt x="4794948" y="505726"/>
                  </a:moveTo>
                  <a:lnTo>
                    <a:pt x="4792154" y="480479"/>
                  </a:lnTo>
                  <a:lnTo>
                    <a:pt x="4766907" y="483273"/>
                  </a:lnTo>
                  <a:lnTo>
                    <a:pt x="4769701" y="508508"/>
                  </a:lnTo>
                  <a:lnTo>
                    <a:pt x="4794948" y="505726"/>
                  </a:lnTo>
                  <a:close/>
                </a:path>
                <a:path w="8822055" h="1311275">
                  <a:moveTo>
                    <a:pt x="4845443" y="500138"/>
                  </a:moveTo>
                  <a:lnTo>
                    <a:pt x="4842649" y="474891"/>
                  </a:lnTo>
                  <a:lnTo>
                    <a:pt x="4817402" y="477685"/>
                  </a:lnTo>
                  <a:lnTo>
                    <a:pt x="4820196" y="502932"/>
                  </a:lnTo>
                  <a:lnTo>
                    <a:pt x="4845443" y="500138"/>
                  </a:lnTo>
                  <a:close/>
                </a:path>
                <a:path w="8822055" h="1311275">
                  <a:moveTo>
                    <a:pt x="4895926" y="494550"/>
                  </a:moveTo>
                  <a:lnTo>
                    <a:pt x="4893132" y="469303"/>
                  </a:lnTo>
                  <a:lnTo>
                    <a:pt x="4867884" y="472097"/>
                  </a:lnTo>
                  <a:lnTo>
                    <a:pt x="4870678" y="497344"/>
                  </a:lnTo>
                  <a:lnTo>
                    <a:pt x="4895926" y="494550"/>
                  </a:lnTo>
                  <a:close/>
                </a:path>
                <a:path w="8822055" h="1311275">
                  <a:moveTo>
                    <a:pt x="4946421" y="488962"/>
                  </a:moveTo>
                  <a:lnTo>
                    <a:pt x="4943627" y="463715"/>
                  </a:lnTo>
                  <a:lnTo>
                    <a:pt x="4918380" y="466509"/>
                  </a:lnTo>
                  <a:lnTo>
                    <a:pt x="4921174" y="491756"/>
                  </a:lnTo>
                  <a:lnTo>
                    <a:pt x="4946421" y="488962"/>
                  </a:lnTo>
                  <a:close/>
                </a:path>
                <a:path w="8822055" h="1311275">
                  <a:moveTo>
                    <a:pt x="4996916" y="483374"/>
                  </a:moveTo>
                  <a:lnTo>
                    <a:pt x="4994122" y="458139"/>
                  </a:lnTo>
                  <a:lnTo>
                    <a:pt x="4968875" y="460921"/>
                  </a:lnTo>
                  <a:lnTo>
                    <a:pt x="4971669" y="486168"/>
                  </a:lnTo>
                  <a:lnTo>
                    <a:pt x="4996916" y="483374"/>
                  </a:lnTo>
                  <a:close/>
                </a:path>
                <a:path w="8822055" h="1311275">
                  <a:moveTo>
                    <a:pt x="5047399" y="477799"/>
                  </a:moveTo>
                  <a:lnTo>
                    <a:pt x="5044618" y="452551"/>
                  </a:lnTo>
                  <a:lnTo>
                    <a:pt x="5019370" y="455345"/>
                  </a:lnTo>
                  <a:lnTo>
                    <a:pt x="5022164" y="480580"/>
                  </a:lnTo>
                  <a:lnTo>
                    <a:pt x="5047399" y="477799"/>
                  </a:lnTo>
                  <a:close/>
                </a:path>
                <a:path w="8822055" h="1311275">
                  <a:moveTo>
                    <a:pt x="5097894" y="472211"/>
                  </a:moveTo>
                  <a:lnTo>
                    <a:pt x="5095100" y="446963"/>
                  </a:lnTo>
                  <a:lnTo>
                    <a:pt x="5069852" y="449757"/>
                  </a:lnTo>
                  <a:lnTo>
                    <a:pt x="5072646" y="475005"/>
                  </a:lnTo>
                  <a:lnTo>
                    <a:pt x="5097894" y="472211"/>
                  </a:lnTo>
                  <a:close/>
                </a:path>
                <a:path w="8822055" h="1311275">
                  <a:moveTo>
                    <a:pt x="5148389" y="466623"/>
                  </a:moveTo>
                  <a:lnTo>
                    <a:pt x="5145595" y="441375"/>
                  </a:lnTo>
                  <a:lnTo>
                    <a:pt x="5120348" y="444169"/>
                  </a:lnTo>
                  <a:lnTo>
                    <a:pt x="5123142" y="469417"/>
                  </a:lnTo>
                  <a:lnTo>
                    <a:pt x="5148389" y="466623"/>
                  </a:lnTo>
                  <a:close/>
                </a:path>
                <a:path w="8822055" h="1311275">
                  <a:moveTo>
                    <a:pt x="5198884" y="461035"/>
                  </a:moveTo>
                  <a:lnTo>
                    <a:pt x="5196090" y="435787"/>
                  </a:lnTo>
                  <a:lnTo>
                    <a:pt x="5170843" y="438581"/>
                  </a:lnTo>
                  <a:lnTo>
                    <a:pt x="5173637" y="463829"/>
                  </a:lnTo>
                  <a:lnTo>
                    <a:pt x="5198884" y="461035"/>
                  </a:lnTo>
                  <a:close/>
                </a:path>
                <a:path w="8822055" h="1311275">
                  <a:moveTo>
                    <a:pt x="5249367" y="455447"/>
                  </a:moveTo>
                  <a:lnTo>
                    <a:pt x="5246586" y="430212"/>
                  </a:lnTo>
                  <a:lnTo>
                    <a:pt x="5221338" y="432993"/>
                  </a:lnTo>
                  <a:lnTo>
                    <a:pt x="5224132" y="458241"/>
                  </a:lnTo>
                  <a:lnTo>
                    <a:pt x="5249367" y="455447"/>
                  </a:lnTo>
                  <a:close/>
                </a:path>
                <a:path w="8822055" h="1311275">
                  <a:moveTo>
                    <a:pt x="5299862" y="449872"/>
                  </a:moveTo>
                  <a:lnTo>
                    <a:pt x="5297068" y="424624"/>
                  </a:lnTo>
                  <a:lnTo>
                    <a:pt x="5271821" y="427418"/>
                  </a:lnTo>
                  <a:lnTo>
                    <a:pt x="5274615" y="452666"/>
                  </a:lnTo>
                  <a:lnTo>
                    <a:pt x="5299862" y="449872"/>
                  </a:lnTo>
                  <a:close/>
                </a:path>
                <a:path w="8822055" h="1311275">
                  <a:moveTo>
                    <a:pt x="5350357" y="444284"/>
                  </a:moveTo>
                  <a:lnTo>
                    <a:pt x="5347563" y="419036"/>
                  </a:lnTo>
                  <a:lnTo>
                    <a:pt x="5322316" y="421830"/>
                  </a:lnTo>
                  <a:lnTo>
                    <a:pt x="5325110" y="447078"/>
                  </a:lnTo>
                  <a:lnTo>
                    <a:pt x="5350357" y="444284"/>
                  </a:lnTo>
                  <a:close/>
                </a:path>
                <a:path w="8822055" h="1311275">
                  <a:moveTo>
                    <a:pt x="5400853" y="438696"/>
                  </a:moveTo>
                  <a:lnTo>
                    <a:pt x="5398059" y="413448"/>
                  </a:lnTo>
                  <a:lnTo>
                    <a:pt x="5372811" y="416242"/>
                  </a:lnTo>
                  <a:lnTo>
                    <a:pt x="5375605" y="441490"/>
                  </a:lnTo>
                  <a:lnTo>
                    <a:pt x="5400853" y="438696"/>
                  </a:lnTo>
                  <a:close/>
                </a:path>
                <a:path w="8822055" h="1311275">
                  <a:moveTo>
                    <a:pt x="5451335" y="433108"/>
                  </a:moveTo>
                  <a:lnTo>
                    <a:pt x="5448554" y="407860"/>
                  </a:lnTo>
                  <a:lnTo>
                    <a:pt x="5423306" y="410654"/>
                  </a:lnTo>
                  <a:lnTo>
                    <a:pt x="5426100" y="435902"/>
                  </a:lnTo>
                  <a:lnTo>
                    <a:pt x="5451335" y="433108"/>
                  </a:lnTo>
                  <a:close/>
                </a:path>
                <a:path w="8822055" h="1311275">
                  <a:moveTo>
                    <a:pt x="5501830" y="427532"/>
                  </a:moveTo>
                  <a:lnTo>
                    <a:pt x="5499036" y="402285"/>
                  </a:lnTo>
                  <a:lnTo>
                    <a:pt x="5473789" y="405079"/>
                  </a:lnTo>
                  <a:lnTo>
                    <a:pt x="5476583" y="430314"/>
                  </a:lnTo>
                  <a:lnTo>
                    <a:pt x="5501830" y="427532"/>
                  </a:lnTo>
                  <a:close/>
                </a:path>
                <a:path w="8822055" h="1311275">
                  <a:moveTo>
                    <a:pt x="5552325" y="421944"/>
                  </a:moveTo>
                  <a:lnTo>
                    <a:pt x="5549531" y="396697"/>
                  </a:lnTo>
                  <a:lnTo>
                    <a:pt x="5524284" y="399491"/>
                  </a:lnTo>
                  <a:lnTo>
                    <a:pt x="5527078" y="424738"/>
                  </a:lnTo>
                  <a:lnTo>
                    <a:pt x="5552325" y="421944"/>
                  </a:lnTo>
                  <a:close/>
                </a:path>
                <a:path w="8822055" h="1311275">
                  <a:moveTo>
                    <a:pt x="5602821" y="416356"/>
                  </a:moveTo>
                  <a:lnTo>
                    <a:pt x="5600027" y="391109"/>
                  </a:lnTo>
                  <a:lnTo>
                    <a:pt x="5574779" y="393903"/>
                  </a:lnTo>
                  <a:lnTo>
                    <a:pt x="5577573" y="419150"/>
                  </a:lnTo>
                  <a:lnTo>
                    <a:pt x="5602821" y="416356"/>
                  </a:lnTo>
                  <a:close/>
                </a:path>
                <a:path w="8822055" h="1311275">
                  <a:moveTo>
                    <a:pt x="5653303" y="410768"/>
                  </a:moveTo>
                  <a:lnTo>
                    <a:pt x="5650522" y="385521"/>
                  </a:lnTo>
                  <a:lnTo>
                    <a:pt x="5625274" y="388315"/>
                  </a:lnTo>
                  <a:lnTo>
                    <a:pt x="5628068" y="413562"/>
                  </a:lnTo>
                  <a:lnTo>
                    <a:pt x="5653303" y="410768"/>
                  </a:lnTo>
                  <a:close/>
                </a:path>
                <a:path w="8822055" h="1311275">
                  <a:moveTo>
                    <a:pt x="5703798" y="405180"/>
                  </a:moveTo>
                  <a:lnTo>
                    <a:pt x="5701004" y="379945"/>
                  </a:lnTo>
                  <a:lnTo>
                    <a:pt x="5675757" y="382727"/>
                  </a:lnTo>
                  <a:lnTo>
                    <a:pt x="5678551" y="407974"/>
                  </a:lnTo>
                  <a:lnTo>
                    <a:pt x="5703798" y="405180"/>
                  </a:lnTo>
                  <a:close/>
                </a:path>
                <a:path w="8822055" h="1311275">
                  <a:moveTo>
                    <a:pt x="5754294" y="399605"/>
                  </a:moveTo>
                  <a:lnTo>
                    <a:pt x="5751500" y="374357"/>
                  </a:lnTo>
                  <a:lnTo>
                    <a:pt x="5726252" y="377151"/>
                  </a:lnTo>
                  <a:lnTo>
                    <a:pt x="5729046" y="402399"/>
                  </a:lnTo>
                  <a:lnTo>
                    <a:pt x="5754294" y="399605"/>
                  </a:lnTo>
                  <a:close/>
                </a:path>
                <a:path w="8822055" h="1311275">
                  <a:moveTo>
                    <a:pt x="5804789" y="394017"/>
                  </a:moveTo>
                  <a:lnTo>
                    <a:pt x="5801995" y="368769"/>
                  </a:lnTo>
                  <a:lnTo>
                    <a:pt x="5776747" y="371563"/>
                  </a:lnTo>
                  <a:lnTo>
                    <a:pt x="5779541" y="396811"/>
                  </a:lnTo>
                  <a:lnTo>
                    <a:pt x="5804789" y="394017"/>
                  </a:lnTo>
                  <a:close/>
                </a:path>
                <a:path w="8822055" h="1311275">
                  <a:moveTo>
                    <a:pt x="5855271" y="388429"/>
                  </a:moveTo>
                  <a:lnTo>
                    <a:pt x="5852490" y="363181"/>
                  </a:lnTo>
                  <a:lnTo>
                    <a:pt x="5827242" y="365975"/>
                  </a:lnTo>
                  <a:lnTo>
                    <a:pt x="5830036" y="391223"/>
                  </a:lnTo>
                  <a:lnTo>
                    <a:pt x="5855271" y="388429"/>
                  </a:lnTo>
                  <a:close/>
                </a:path>
                <a:path w="8822055" h="1311275">
                  <a:moveTo>
                    <a:pt x="5905766" y="382841"/>
                  </a:moveTo>
                  <a:lnTo>
                    <a:pt x="5902972" y="357593"/>
                  </a:lnTo>
                  <a:lnTo>
                    <a:pt x="5877725" y="360387"/>
                  </a:lnTo>
                  <a:lnTo>
                    <a:pt x="5880519" y="385635"/>
                  </a:lnTo>
                  <a:lnTo>
                    <a:pt x="5905766" y="382841"/>
                  </a:lnTo>
                  <a:close/>
                </a:path>
                <a:path w="8822055" h="1311275">
                  <a:moveTo>
                    <a:pt x="5956262" y="377253"/>
                  </a:moveTo>
                  <a:lnTo>
                    <a:pt x="5953468" y="352018"/>
                  </a:lnTo>
                  <a:lnTo>
                    <a:pt x="5928220" y="354812"/>
                  </a:lnTo>
                  <a:lnTo>
                    <a:pt x="5931014" y="380047"/>
                  </a:lnTo>
                  <a:lnTo>
                    <a:pt x="5956262" y="377253"/>
                  </a:lnTo>
                  <a:close/>
                </a:path>
                <a:path w="8822055" h="1311275">
                  <a:moveTo>
                    <a:pt x="6006757" y="371678"/>
                  </a:moveTo>
                  <a:lnTo>
                    <a:pt x="6003963" y="346430"/>
                  </a:lnTo>
                  <a:lnTo>
                    <a:pt x="5978715" y="349224"/>
                  </a:lnTo>
                  <a:lnTo>
                    <a:pt x="5981509" y="374472"/>
                  </a:lnTo>
                  <a:lnTo>
                    <a:pt x="6006757" y="371678"/>
                  </a:lnTo>
                  <a:close/>
                </a:path>
                <a:path w="8822055" h="1311275">
                  <a:moveTo>
                    <a:pt x="6057239" y="366090"/>
                  </a:moveTo>
                  <a:lnTo>
                    <a:pt x="6054458" y="340842"/>
                  </a:lnTo>
                  <a:lnTo>
                    <a:pt x="6029210" y="343636"/>
                  </a:lnTo>
                  <a:lnTo>
                    <a:pt x="6032004" y="368884"/>
                  </a:lnTo>
                  <a:lnTo>
                    <a:pt x="6057239" y="366090"/>
                  </a:lnTo>
                  <a:close/>
                </a:path>
                <a:path w="8822055" h="1311275">
                  <a:moveTo>
                    <a:pt x="6107735" y="360502"/>
                  </a:moveTo>
                  <a:lnTo>
                    <a:pt x="6104941" y="335254"/>
                  </a:lnTo>
                  <a:lnTo>
                    <a:pt x="6079693" y="338048"/>
                  </a:lnTo>
                  <a:lnTo>
                    <a:pt x="6082487" y="363296"/>
                  </a:lnTo>
                  <a:lnTo>
                    <a:pt x="6107735" y="360502"/>
                  </a:lnTo>
                  <a:close/>
                </a:path>
                <a:path w="8822055" h="1311275">
                  <a:moveTo>
                    <a:pt x="6158230" y="354914"/>
                  </a:moveTo>
                  <a:lnTo>
                    <a:pt x="6155436" y="329666"/>
                  </a:lnTo>
                  <a:lnTo>
                    <a:pt x="6130188" y="332460"/>
                  </a:lnTo>
                  <a:lnTo>
                    <a:pt x="6132982" y="357708"/>
                  </a:lnTo>
                  <a:lnTo>
                    <a:pt x="6158230" y="354914"/>
                  </a:lnTo>
                  <a:close/>
                </a:path>
                <a:path w="8822055" h="1311275">
                  <a:moveTo>
                    <a:pt x="6208725" y="349338"/>
                  </a:moveTo>
                  <a:lnTo>
                    <a:pt x="6205931" y="324091"/>
                  </a:lnTo>
                  <a:lnTo>
                    <a:pt x="6180683" y="326885"/>
                  </a:lnTo>
                  <a:lnTo>
                    <a:pt x="6183477" y="352120"/>
                  </a:lnTo>
                  <a:lnTo>
                    <a:pt x="6208725" y="349338"/>
                  </a:lnTo>
                  <a:close/>
                </a:path>
                <a:path w="8822055" h="1311275">
                  <a:moveTo>
                    <a:pt x="6259207" y="343750"/>
                  </a:moveTo>
                  <a:lnTo>
                    <a:pt x="6256426" y="318503"/>
                  </a:lnTo>
                  <a:lnTo>
                    <a:pt x="6231179" y="321297"/>
                  </a:lnTo>
                  <a:lnTo>
                    <a:pt x="6233973" y="346544"/>
                  </a:lnTo>
                  <a:lnTo>
                    <a:pt x="6259207" y="343750"/>
                  </a:lnTo>
                  <a:close/>
                </a:path>
                <a:path w="8822055" h="1311275">
                  <a:moveTo>
                    <a:pt x="6309703" y="338162"/>
                  </a:moveTo>
                  <a:lnTo>
                    <a:pt x="6306909" y="312915"/>
                  </a:lnTo>
                  <a:lnTo>
                    <a:pt x="6281661" y="315709"/>
                  </a:lnTo>
                  <a:lnTo>
                    <a:pt x="6284455" y="340956"/>
                  </a:lnTo>
                  <a:lnTo>
                    <a:pt x="6309703" y="338162"/>
                  </a:lnTo>
                  <a:close/>
                </a:path>
                <a:path w="8822055" h="1311275">
                  <a:moveTo>
                    <a:pt x="6360198" y="332574"/>
                  </a:moveTo>
                  <a:lnTo>
                    <a:pt x="6357404" y="307327"/>
                  </a:lnTo>
                  <a:lnTo>
                    <a:pt x="6332156" y="310121"/>
                  </a:lnTo>
                  <a:lnTo>
                    <a:pt x="6334950" y="335368"/>
                  </a:lnTo>
                  <a:lnTo>
                    <a:pt x="6360198" y="332574"/>
                  </a:lnTo>
                  <a:close/>
                </a:path>
                <a:path w="8822055" h="1311275">
                  <a:moveTo>
                    <a:pt x="6410693" y="326986"/>
                  </a:moveTo>
                  <a:lnTo>
                    <a:pt x="6407899" y="301752"/>
                  </a:lnTo>
                  <a:lnTo>
                    <a:pt x="6382652" y="304533"/>
                  </a:lnTo>
                  <a:lnTo>
                    <a:pt x="6385446" y="329780"/>
                  </a:lnTo>
                  <a:lnTo>
                    <a:pt x="6410693" y="326986"/>
                  </a:lnTo>
                  <a:close/>
                </a:path>
                <a:path w="8822055" h="1311275">
                  <a:moveTo>
                    <a:pt x="6461176" y="321411"/>
                  </a:moveTo>
                  <a:lnTo>
                    <a:pt x="6458394" y="296164"/>
                  </a:lnTo>
                  <a:lnTo>
                    <a:pt x="6433147" y="298958"/>
                  </a:lnTo>
                  <a:lnTo>
                    <a:pt x="6435941" y="324205"/>
                  </a:lnTo>
                  <a:lnTo>
                    <a:pt x="6461176" y="321411"/>
                  </a:lnTo>
                  <a:close/>
                </a:path>
                <a:path w="8822055" h="1311275">
                  <a:moveTo>
                    <a:pt x="6511671" y="315823"/>
                  </a:moveTo>
                  <a:lnTo>
                    <a:pt x="6508877" y="290576"/>
                  </a:lnTo>
                  <a:lnTo>
                    <a:pt x="6483629" y="293370"/>
                  </a:lnTo>
                  <a:lnTo>
                    <a:pt x="6486423" y="318617"/>
                  </a:lnTo>
                  <a:lnTo>
                    <a:pt x="6511671" y="315823"/>
                  </a:lnTo>
                  <a:close/>
                </a:path>
                <a:path w="8822055" h="1311275">
                  <a:moveTo>
                    <a:pt x="6562166" y="310235"/>
                  </a:moveTo>
                  <a:lnTo>
                    <a:pt x="6559372" y="284988"/>
                  </a:lnTo>
                  <a:lnTo>
                    <a:pt x="6534124" y="287782"/>
                  </a:lnTo>
                  <a:lnTo>
                    <a:pt x="6536918" y="313029"/>
                  </a:lnTo>
                  <a:lnTo>
                    <a:pt x="6562166" y="310235"/>
                  </a:lnTo>
                  <a:close/>
                </a:path>
                <a:path w="8822055" h="1311275">
                  <a:moveTo>
                    <a:pt x="6612661" y="304647"/>
                  </a:moveTo>
                  <a:lnTo>
                    <a:pt x="6609867" y="279400"/>
                  </a:lnTo>
                  <a:lnTo>
                    <a:pt x="6584620" y="282194"/>
                  </a:lnTo>
                  <a:lnTo>
                    <a:pt x="6587414" y="307441"/>
                  </a:lnTo>
                  <a:lnTo>
                    <a:pt x="6612661" y="304647"/>
                  </a:lnTo>
                  <a:close/>
                </a:path>
                <a:path w="8822055" h="1311275">
                  <a:moveTo>
                    <a:pt x="6663144" y="299072"/>
                  </a:moveTo>
                  <a:lnTo>
                    <a:pt x="6660362" y="273824"/>
                  </a:lnTo>
                  <a:lnTo>
                    <a:pt x="6635115" y="276618"/>
                  </a:lnTo>
                  <a:lnTo>
                    <a:pt x="6637909" y="301853"/>
                  </a:lnTo>
                  <a:lnTo>
                    <a:pt x="6663144" y="299072"/>
                  </a:lnTo>
                  <a:close/>
                </a:path>
                <a:path w="8822055" h="1311275">
                  <a:moveTo>
                    <a:pt x="6713639" y="293484"/>
                  </a:moveTo>
                  <a:lnTo>
                    <a:pt x="6710845" y="268236"/>
                  </a:lnTo>
                  <a:lnTo>
                    <a:pt x="6685597" y="271030"/>
                  </a:lnTo>
                  <a:lnTo>
                    <a:pt x="6688391" y="296278"/>
                  </a:lnTo>
                  <a:lnTo>
                    <a:pt x="6713639" y="293484"/>
                  </a:lnTo>
                  <a:close/>
                </a:path>
                <a:path w="8822055" h="1311275">
                  <a:moveTo>
                    <a:pt x="6764134" y="287896"/>
                  </a:moveTo>
                  <a:lnTo>
                    <a:pt x="6761340" y="262648"/>
                  </a:lnTo>
                  <a:lnTo>
                    <a:pt x="6736093" y="265442"/>
                  </a:lnTo>
                  <a:lnTo>
                    <a:pt x="6738887" y="290690"/>
                  </a:lnTo>
                  <a:lnTo>
                    <a:pt x="6764134" y="287896"/>
                  </a:lnTo>
                  <a:close/>
                </a:path>
                <a:path w="8822055" h="1311275">
                  <a:moveTo>
                    <a:pt x="6814629" y="282308"/>
                  </a:moveTo>
                  <a:lnTo>
                    <a:pt x="6811835" y="257060"/>
                  </a:lnTo>
                  <a:lnTo>
                    <a:pt x="6786588" y="259854"/>
                  </a:lnTo>
                  <a:lnTo>
                    <a:pt x="6789382" y="285102"/>
                  </a:lnTo>
                  <a:lnTo>
                    <a:pt x="6814629" y="282308"/>
                  </a:lnTo>
                  <a:close/>
                </a:path>
                <a:path w="8822055" h="1311275">
                  <a:moveTo>
                    <a:pt x="6865112" y="276720"/>
                  </a:moveTo>
                  <a:lnTo>
                    <a:pt x="6862331" y="251485"/>
                  </a:lnTo>
                  <a:lnTo>
                    <a:pt x="6837083" y="254266"/>
                  </a:lnTo>
                  <a:lnTo>
                    <a:pt x="6839877" y="279514"/>
                  </a:lnTo>
                  <a:lnTo>
                    <a:pt x="6865112" y="276720"/>
                  </a:lnTo>
                  <a:close/>
                </a:path>
                <a:path w="8822055" h="1311275">
                  <a:moveTo>
                    <a:pt x="6915607" y="271145"/>
                  </a:moveTo>
                  <a:lnTo>
                    <a:pt x="6912813" y="245897"/>
                  </a:lnTo>
                  <a:lnTo>
                    <a:pt x="6887565" y="248691"/>
                  </a:lnTo>
                  <a:lnTo>
                    <a:pt x="6890359" y="273939"/>
                  </a:lnTo>
                  <a:lnTo>
                    <a:pt x="6915607" y="271145"/>
                  </a:lnTo>
                  <a:close/>
                </a:path>
                <a:path w="8822055" h="1311275">
                  <a:moveTo>
                    <a:pt x="6966102" y="265557"/>
                  </a:moveTo>
                  <a:lnTo>
                    <a:pt x="6963308" y="240309"/>
                  </a:lnTo>
                  <a:lnTo>
                    <a:pt x="6938061" y="243103"/>
                  </a:lnTo>
                  <a:lnTo>
                    <a:pt x="6940855" y="268351"/>
                  </a:lnTo>
                  <a:lnTo>
                    <a:pt x="6966102" y="265557"/>
                  </a:lnTo>
                  <a:close/>
                </a:path>
                <a:path w="8822055" h="1311275">
                  <a:moveTo>
                    <a:pt x="7016597" y="259969"/>
                  </a:moveTo>
                  <a:lnTo>
                    <a:pt x="7013803" y="234721"/>
                  </a:lnTo>
                  <a:lnTo>
                    <a:pt x="6988556" y="237515"/>
                  </a:lnTo>
                  <a:lnTo>
                    <a:pt x="6991350" y="262763"/>
                  </a:lnTo>
                  <a:lnTo>
                    <a:pt x="7016597" y="259969"/>
                  </a:lnTo>
                  <a:close/>
                </a:path>
                <a:path w="8822055" h="1311275">
                  <a:moveTo>
                    <a:pt x="7067080" y="254381"/>
                  </a:moveTo>
                  <a:lnTo>
                    <a:pt x="7064299" y="229133"/>
                  </a:lnTo>
                  <a:lnTo>
                    <a:pt x="7039051" y="231927"/>
                  </a:lnTo>
                  <a:lnTo>
                    <a:pt x="7041845" y="257175"/>
                  </a:lnTo>
                  <a:lnTo>
                    <a:pt x="7067080" y="254381"/>
                  </a:lnTo>
                  <a:close/>
                </a:path>
                <a:path w="8822055" h="1311275">
                  <a:moveTo>
                    <a:pt x="7117575" y="248793"/>
                  </a:moveTo>
                  <a:lnTo>
                    <a:pt x="7114781" y="223558"/>
                  </a:lnTo>
                  <a:lnTo>
                    <a:pt x="7089534" y="226339"/>
                  </a:lnTo>
                  <a:lnTo>
                    <a:pt x="7092328" y="251587"/>
                  </a:lnTo>
                  <a:lnTo>
                    <a:pt x="7117575" y="248793"/>
                  </a:lnTo>
                  <a:close/>
                </a:path>
                <a:path w="8822055" h="1311275">
                  <a:moveTo>
                    <a:pt x="7168070" y="243217"/>
                  </a:moveTo>
                  <a:lnTo>
                    <a:pt x="7165276" y="217970"/>
                  </a:lnTo>
                  <a:lnTo>
                    <a:pt x="7140029" y="220764"/>
                  </a:lnTo>
                  <a:lnTo>
                    <a:pt x="7142823" y="246011"/>
                  </a:lnTo>
                  <a:lnTo>
                    <a:pt x="7168070" y="243217"/>
                  </a:lnTo>
                  <a:close/>
                </a:path>
                <a:path w="8822055" h="1311275">
                  <a:moveTo>
                    <a:pt x="7218566" y="237629"/>
                  </a:moveTo>
                  <a:lnTo>
                    <a:pt x="7215772" y="212382"/>
                  </a:lnTo>
                  <a:lnTo>
                    <a:pt x="7190524" y="215176"/>
                  </a:lnTo>
                  <a:lnTo>
                    <a:pt x="7193318" y="240423"/>
                  </a:lnTo>
                  <a:lnTo>
                    <a:pt x="7218566" y="237629"/>
                  </a:lnTo>
                  <a:close/>
                </a:path>
                <a:path w="8822055" h="1311275">
                  <a:moveTo>
                    <a:pt x="7269048" y="232041"/>
                  </a:moveTo>
                  <a:lnTo>
                    <a:pt x="7266267" y="206794"/>
                  </a:lnTo>
                  <a:lnTo>
                    <a:pt x="7241019" y="209588"/>
                  </a:lnTo>
                  <a:lnTo>
                    <a:pt x="7243813" y="234835"/>
                  </a:lnTo>
                  <a:lnTo>
                    <a:pt x="7269048" y="232041"/>
                  </a:lnTo>
                  <a:close/>
                </a:path>
                <a:path w="8822055" h="1311275">
                  <a:moveTo>
                    <a:pt x="7319543" y="226453"/>
                  </a:moveTo>
                  <a:lnTo>
                    <a:pt x="7316749" y="201206"/>
                  </a:lnTo>
                  <a:lnTo>
                    <a:pt x="7291502" y="204000"/>
                  </a:lnTo>
                  <a:lnTo>
                    <a:pt x="7294296" y="229247"/>
                  </a:lnTo>
                  <a:lnTo>
                    <a:pt x="7319543" y="226453"/>
                  </a:lnTo>
                  <a:close/>
                </a:path>
                <a:path w="8822055" h="1311275">
                  <a:moveTo>
                    <a:pt x="7370038" y="220878"/>
                  </a:moveTo>
                  <a:lnTo>
                    <a:pt x="7367244" y="195630"/>
                  </a:lnTo>
                  <a:lnTo>
                    <a:pt x="7341997" y="198424"/>
                  </a:lnTo>
                  <a:lnTo>
                    <a:pt x="7344791" y="223659"/>
                  </a:lnTo>
                  <a:lnTo>
                    <a:pt x="7370038" y="220878"/>
                  </a:lnTo>
                  <a:close/>
                </a:path>
                <a:path w="8822055" h="1311275">
                  <a:moveTo>
                    <a:pt x="7420534" y="215290"/>
                  </a:moveTo>
                  <a:lnTo>
                    <a:pt x="7417740" y="190042"/>
                  </a:lnTo>
                  <a:lnTo>
                    <a:pt x="7392492" y="192836"/>
                  </a:lnTo>
                  <a:lnTo>
                    <a:pt x="7395286" y="218084"/>
                  </a:lnTo>
                  <a:lnTo>
                    <a:pt x="7420534" y="215290"/>
                  </a:lnTo>
                  <a:close/>
                </a:path>
                <a:path w="8822055" h="1311275">
                  <a:moveTo>
                    <a:pt x="7471016" y="209702"/>
                  </a:moveTo>
                  <a:lnTo>
                    <a:pt x="7468235" y="184454"/>
                  </a:lnTo>
                  <a:lnTo>
                    <a:pt x="7442987" y="187248"/>
                  </a:lnTo>
                  <a:lnTo>
                    <a:pt x="7445781" y="212496"/>
                  </a:lnTo>
                  <a:lnTo>
                    <a:pt x="7471016" y="209702"/>
                  </a:lnTo>
                  <a:close/>
                </a:path>
                <a:path w="8822055" h="1311275">
                  <a:moveTo>
                    <a:pt x="7521511" y="204114"/>
                  </a:moveTo>
                  <a:lnTo>
                    <a:pt x="7518717" y="178866"/>
                  </a:lnTo>
                  <a:lnTo>
                    <a:pt x="7493470" y="181660"/>
                  </a:lnTo>
                  <a:lnTo>
                    <a:pt x="7496264" y="206908"/>
                  </a:lnTo>
                  <a:lnTo>
                    <a:pt x="7521511" y="204114"/>
                  </a:lnTo>
                  <a:close/>
                </a:path>
                <a:path w="8822055" h="1311275">
                  <a:moveTo>
                    <a:pt x="7572007" y="198526"/>
                  </a:moveTo>
                  <a:lnTo>
                    <a:pt x="7569213" y="173291"/>
                  </a:lnTo>
                  <a:lnTo>
                    <a:pt x="7543965" y="176072"/>
                  </a:lnTo>
                  <a:lnTo>
                    <a:pt x="7546759" y="201320"/>
                  </a:lnTo>
                  <a:lnTo>
                    <a:pt x="7572007" y="198526"/>
                  </a:lnTo>
                  <a:close/>
                </a:path>
                <a:path w="8822055" h="1311275">
                  <a:moveTo>
                    <a:pt x="7622502" y="192951"/>
                  </a:moveTo>
                  <a:lnTo>
                    <a:pt x="7619708" y="167703"/>
                  </a:lnTo>
                  <a:lnTo>
                    <a:pt x="7594460" y="170497"/>
                  </a:lnTo>
                  <a:lnTo>
                    <a:pt x="7597254" y="195745"/>
                  </a:lnTo>
                  <a:lnTo>
                    <a:pt x="7622502" y="192951"/>
                  </a:lnTo>
                  <a:close/>
                </a:path>
                <a:path w="8822055" h="1311275">
                  <a:moveTo>
                    <a:pt x="7672984" y="187363"/>
                  </a:moveTo>
                  <a:lnTo>
                    <a:pt x="7670190" y="162115"/>
                  </a:lnTo>
                  <a:lnTo>
                    <a:pt x="7644955" y="164909"/>
                  </a:lnTo>
                  <a:lnTo>
                    <a:pt x="7647749" y="190157"/>
                  </a:lnTo>
                  <a:lnTo>
                    <a:pt x="7672984" y="187363"/>
                  </a:lnTo>
                  <a:close/>
                </a:path>
                <a:path w="8822055" h="1311275">
                  <a:moveTo>
                    <a:pt x="7723479" y="181775"/>
                  </a:moveTo>
                  <a:lnTo>
                    <a:pt x="7720685" y="156527"/>
                  </a:lnTo>
                  <a:lnTo>
                    <a:pt x="7695438" y="159321"/>
                  </a:lnTo>
                  <a:lnTo>
                    <a:pt x="7698232" y="184569"/>
                  </a:lnTo>
                  <a:lnTo>
                    <a:pt x="7723479" y="181775"/>
                  </a:lnTo>
                  <a:close/>
                </a:path>
                <a:path w="8822055" h="1311275">
                  <a:moveTo>
                    <a:pt x="7773975" y="176187"/>
                  </a:moveTo>
                  <a:lnTo>
                    <a:pt x="7771181" y="150939"/>
                  </a:lnTo>
                  <a:lnTo>
                    <a:pt x="7745933" y="153733"/>
                  </a:lnTo>
                  <a:lnTo>
                    <a:pt x="7748727" y="178981"/>
                  </a:lnTo>
                  <a:lnTo>
                    <a:pt x="7773975" y="176187"/>
                  </a:lnTo>
                  <a:close/>
                </a:path>
                <a:path w="8822055" h="1311275">
                  <a:moveTo>
                    <a:pt x="7824470" y="170611"/>
                  </a:moveTo>
                  <a:lnTo>
                    <a:pt x="7821676" y="145364"/>
                  </a:lnTo>
                  <a:lnTo>
                    <a:pt x="7796428" y="148158"/>
                  </a:lnTo>
                  <a:lnTo>
                    <a:pt x="7799222" y="173393"/>
                  </a:lnTo>
                  <a:lnTo>
                    <a:pt x="7824470" y="170611"/>
                  </a:lnTo>
                  <a:close/>
                </a:path>
                <a:path w="8822055" h="1311275">
                  <a:moveTo>
                    <a:pt x="7874952" y="165023"/>
                  </a:moveTo>
                  <a:lnTo>
                    <a:pt x="7872158" y="139776"/>
                  </a:lnTo>
                  <a:lnTo>
                    <a:pt x="7846923" y="142570"/>
                  </a:lnTo>
                  <a:lnTo>
                    <a:pt x="7849717" y="167817"/>
                  </a:lnTo>
                  <a:lnTo>
                    <a:pt x="7874952" y="165023"/>
                  </a:lnTo>
                  <a:close/>
                </a:path>
                <a:path w="8822055" h="1311275">
                  <a:moveTo>
                    <a:pt x="7925448" y="159435"/>
                  </a:moveTo>
                  <a:lnTo>
                    <a:pt x="7922654" y="134188"/>
                  </a:lnTo>
                  <a:lnTo>
                    <a:pt x="7897406" y="136982"/>
                  </a:lnTo>
                  <a:lnTo>
                    <a:pt x="7900200" y="162229"/>
                  </a:lnTo>
                  <a:lnTo>
                    <a:pt x="7925448" y="159435"/>
                  </a:lnTo>
                  <a:close/>
                </a:path>
                <a:path w="8822055" h="1311275">
                  <a:moveTo>
                    <a:pt x="7975943" y="153847"/>
                  </a:moveTo>
                  <a:lnTo>
                    <a:pt x="7973149" y="128600"/>
                  </a:lnTo>
                  <a:lnTo>
                    <a:pt x="7947901" y="131394"/>
                  </a:lnTo>
                  <a:lnTo>
                    <a:pt x="7950695" y="156641"/>
                  </a:lnTo>
                  <a:lnTo>
                    <a:pt x="7975943" y="153847"/>
                  </a:lnTo>
                  <a:close/>
                </a:path>
                <a:path w="8822055" h="1311275">
                  <a:moveTo>
                    <a:pt x="8026438" y="148259"/>
                  </a:moveTo>
                  <a:lnTo>
                    <a:pt x="8023644" y="123012"/>
                  </a:lnTo>
                  <a:lnTo>
                    <a:pt x="7998396" y="125806"/>
                  </a:lnTo>
                  <a:lnTo>
                    <a:pt x="8001190" y="151053"/>
                  </a:lnTo>
                  <a:lnTo>
                    <a:pt x="8026438" y="148259"/>
                  </a:lnTo>
                  <a:close/>
                </a:path>
                <a:path w="8822055" h="1311275">
                  <a:moveTo>
                    <a:pt x="8076920" y="142684"/>
                  </a:moveTo>
                  <a:lnTo>
                    <a:pt x="8074126" y="117436"/>
                  </a:lnTo>
                  <a:lnTo>
                    <a:pt x="8048892" y="120230"/>
                  </a:lnTo>
                  <a:lnTo>
                    <a:pt x="8051686" y="145465"/>
                  </a:lnTo>
                  <a:lnTo>
                    <a:pt x="8076920" y="142684"/>
                  </a:lnTo>
                  <a:close/>
                </a:path>
                <a:path w="8822055" h="1311275">
                  <a:moveTo>
                    <a:pt x="8127416" y="137096"/>
                  </a:moveTo>
                  <a:lnTo>
                    <a:pt x="8124622" y="111848"/>
                  </a:lnTo>
                  <a:lnTo>
                    <a:pt x="8099374" y="114642"/>
                  </a:lnTo>
                  <a:lnTo>
                    <a:pt x="8102168" y="139890"/>
                  </a:lnTo>
                  <a:lnTo>
                    <a:pt x="8127416" y="137096"/>
                  </a:lnTo>
                  <a:close/>
                </a:path>
                <a:path w="8822055" h="1311275">
                  <a:moveTo>
                    <a:pt x="8177911" y="131508"/>
                  </a:moveTo>
                  <a:lnTo>
                    <a:pt x="8175117" y="106260"/>
                  </a:lnTo>
                  <a:lnTo>
                    <a:pt x="8149869" y="109054"/>
                  </a:lnTo>
                  <a:lnTo>
                    <a:pt x="8152663" y="134302"/>
                  </a:lnTo>
                  <a:lnTo>
                    <a:pt x="8177911" y="131508"/>
                  </a:lnTo>
                  <a:close/>
                </a:path>
                <a:path w="8822055" h="1311275">
                  <a:moveTo>
                    <a:pt x="8228406" y="125920"/>
                  </a:moveTo>
                  <a:lnTo>
                    <a:pt x="8225612" y="100672"/>
                  </a:lnTo>
                  <a:lnTo>
                    <a:pt x="8200364" y="103466"/>
                  </a:lnTo>
                  <a:lnTo>
                    <a:pt x="8203158" y="128714"/>
                  </a:lnTo>
                  <a:lnTo>
                    <a:pt x="8228406" y="125920"/>
                  </a:lnTo>
                  <a:close/>
                </a:path>
                <a:path w="8822055" h="1311275">
                  <a:moveTo>
                    <a:pt x="8278889" y="120332"/>
                  </a:moveTo>
                  <a:lnTo>
                    <a:pt x="8276095" y="95097"/>
                  </a:lnTo>
                  <a:lnTo>
                    <a:pt x="8250860" y="97878"/>
                  </a:lnTo>
                  <a:lnTo>
                    <a:pt x="8253654" y="123126"/>
                  </a:lnTo>
                  <a:lnTo>
                    <a:pt x="8278889" y="120332"/>
                  </a:lnTo>
                  <a:close/>
                </a:path>
                <a:path w="8822055" h="1311275">
                  <a:moveTo>
                    <a:pt x="8329384" y="114757"/>
                  </a:moveTo>
                  <a:lnTo>
                    <a:pt x="8326590" y="89509"/>
                  </a:lnTo>
                  <a:lnTo>
                    <a:pt x="8301342" y="92303"/>
                  </a:lnTo>
                  <a:lnTo>
                    <a:pt x="8304136" y="117551"/>
                  </a:lnTo>
                  <a:lnTo>
                    <a:pt x="8329384" y="114757"/>
                  </a:lnTo>
                  <a:close/>
                </a:path>
                <a:path w="8822055" h="1311275">
                  <a:moveTo>
                    <a:pt x="8379879" y="109169"/>
                  </a:moveTo>
                  <a:lnTo>
                    <a:pt x="8377085" y="83921"/>
                  </a:lnTo>
                  <a:lnTo>
                    <a:pt x="8351837" y="86715"/>
                  </a:lnTo>
                  <a:lnTo>
                    <a:pt x="8354631" y="111963"/>
                  </a:lnTo>
                  <a:lnTo>
                    <a:pt x="8379879" y="109169"/>
                  </a:lnTo>
                  <a:close/>
                </a:path>
                <a:path w="8822055" h="1311275">
                  <a:moveTo>
                    <a:pt x="8430374" y="103581"/>
                  </a:moveTo>
                  <a:lnTo>
                    <a:pt x="8427580" y="78333"/>
                  </a:lnTo>
                  <a:lnTo>
                    <a:pt x="8402333" y="81127"/>
                  </a:lnTo>
                  <a:lnTo>
                    <a:pt x="8405127" y="106375"/>
                  </a:lnTo>
                  <a:lnTo>
                    <a:pt x="8430374" y="103581"/>
                  </a:lnTo>
                  <a:close/>
                </a:path>
                <a:path w="8822055" h="1311275">
                  <a:moveTo>
                    <a:pt x="8480857" y="97993"/>
                  </a:moveTo>
                  <a:lnTo>
                    <a:pt x="8478063" y="72745"/>
                  </a:lnTo>
                  <a:lnTo>
                    <a:pt x="8452828" y="75539"/>
                  </a:lnTo>
                  <a:lnTo>
                    <a:pt x="8455622" y="100787"/>
                  </a:lnTo>
                  <a:lnTo>
                    <a:pt x="8480857" y="97993"/>
                  </a:lnTo>
                  <a:close/>
                </a:path>
                <a:path w="8822055" h="1311275">
                  <a:moveTo>
                    <a:pt x="8531352" y="92417"/>
                  </a:moveTo>
                  <a:lnTo>
                    <a:pt x="8528558" y="67170"/>
                  </a:lnTo>
                  <a:lnTo>
                    <a:pt x="8503310" y="69964"/>
                  </a:lnTo>
                  <a:lnTo>
                    <a:pt x="8506104" y="95199"/>
                  </a:lnTo>
                  <a:lnTo>
                    <a:pt x="8531352" y="92417"/>
                  </a:lnTo>
                  <a:close/>
                </a:path>
                <a:path w="8822055" h="1311275">
                  <a:moveTo>
                    <a:pt x="8581847" y="86829"/>
                  </a:moveTo>
                  <a:lnTo>
                    <a:pt x="8579053" y="61582"/>
                  </a:lnTo>
                  <a:lnTo>
                    <a:pt x="8553806" y="64376"/>
                  </a:lnTo>
                  <a:lnTo>
                    <a:pt x="8556600" y="89623"/>
                  </a:lnTo>
                  <a:lnTo>
                    <a:pt x="8581847" y="86829"/>
                  </a:lnTo>
                  <a:close/>
                </a:path>
                <a:path w="8822055" h="1311275">
                  <a:moveTo>
                    <a:pt x="8632342" y="81241"/>
                  </a:moveTo>
                  <a:lnTo>
                    <a:pt x="8629548" y="55994"/>
                  </a:lnTo>
                  <a:lnTo>
                    <a:pt x="8604301" y="58788"/>
                  </a:lnTo>
                  <a:lnTo>
                    <a:pt x="8607095" y="84035"/>
                  </a:lnTo>
                  <a:lnTo>
                    <a:pt x="8632342" y="81241"/>
                  </a:lnTo>
                  <a:close/>
                </a:path>
                <a:path w="8822055" h="1311275">
                  <a:moveTo>
                    <a:pt x="8682825" y="75653"/>
                  </a:moveTo>
                  <a:lnTo>
                    <a:pt x="8680044" y="50406"/>
                  </a:lnTo>
                  <a:lnTo>
                    <a:pt x="8654796" y="53200"/>
                  </a:lnTo>
                  <a:lnTo>
                    <a:pt x="8657590" y="78447"/>
                  </a:lnTo>
                  <a:lnTo>
                    <a:pt x="8682825" y="75653"/>
                  </a:lnTo>
                  <a:close/>
                </a:path>
                <a:path w="8822055" h="1311275">
                  <a:moveTo>
                    <a:pt x="8733320" y="70065"/>
                  </a:moveTo>
                  <a:lnTo>
                    <a:pt x="8730526" y="44831"/>
                  </a:lnTo>
                  <a:lnTo>
                    <a:pt x="8705278" y="47612"/>
                  </a:lnTo>
                  <a:lnTo>
                    <a:pt x="8708072" y="72859"/>
                  </a:lnTo>
                  <a:lnTo>
                    <a:pt x="8733320" y="70065"/>
                  </a:lnTo>
                  <a:close/>
                </a:path>
                <a:path w="8822055" h="1311275">
                  <a:moveTo>
                    <a:pt x="8821953" y="47485"/>
                  </a:moveTo>
                  <a:lnTo>
                    <a:pt x="8805227" y="40055"/>
                  </a:lnTo>
                  <a:lnTo>
                    <a:pt x="8803373" y="39243"/>
                  </a:lnTo>
                  <a:lnTo>
                    <a:pt x="8715019" y="0"/>
                  </a:lnTo>
                  <a:lnTo>
                    <a:pt x="8707514" y="2895"/>
                  </a:lnTo>
                  <a:lnTo>
                    <a:pt x="8701824" y="15709"/>
                  </a:lnTo>
                  <a:lnTo>
                    <a:pt x="8704720" y="23215"/>
                  </a:lnTo>
                  <a:lnTo>
                    <a:pt x="8756231" y="46088"/>
                  </a:lnTo>
                  <a:lnTo>
                    <a:pt x="8758123" y="63220"/>
                  </a:lnTo>
                  <a:lnTo>
                    <a:pt x="8712860" y="96799"/>
                  </a:lnTo>
                  <a:lnTo>
                    <a:pt x="8711679" y="104749"/>
                  </a:lnTo>
                  <a:lnTo>
                    <a:pt x="8720036" y="116014"/>
                  </a:lnTo>
                  <a:lnTo>
                    <a:pt x="8727986" y="117195"/>
                  </a:lnTo>
                  <a:lnTo>
                    <a:pt x="8795283" y="67284"/>
                  </a:lnTo>
                  <a:lnTo>
                    <a:pt x="8802573" y="61861"/>
                  </a:lnTo>
                  <a:lnTo>
                    <a:pt x="8821953" y="474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3" name="object 23">
            <a:extLst>
              <a:ext uri="{FF2B5EF4-FFF2-40B4-BE49-F238E27FC236}">
                <a16:creationId xmlns:a16="http://schemas.microsoft.com/office/drawing/2014/main" id="{1BE8E034-AC59-B7E9-6E4D-960BC8B8F93A}"/>
              </a:ext>
            </a:extLst>
          </p:cNvPr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645400" y="4654550"/>
            <a:ext cx="469900" cy="63500"/>
          </a:xfrm>
          <a:prstGeom prst="rect">
            <a:avLst/>
          </a:prstGeom>
        </p:spPr>
      </p:pic>
      <p:pic>
        <p:nvPicPr>
          <p:cNvPr id="25" name="object 25">
            <a:extLst>
              <a:ext uri="{FF2B5EF4-FFF2-40B4-BE49-F238E27FC236}">
                <a16:creationId xmlns:a16="http://schemas.microsoft.com/office/drawing/2014/main" id="{B25DF713-500E-E46F-3D77-50BF8D7C289E}"/>
              </a:ext>
            </a:extLst>
          </p:cNvPr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990374" y="7873672"/>
            <a:ext cx="5024051" cy="647701"/>
          </a:xfrm>
          <a:prstGeom prst="rect">
            <a:avLst/>
          </a:prstGeom>
        </p:spPr>
      </p:pic>
      <p:sp>
        <p:nvSpPr>
          <p:cNvPr id="26" name="object 26">
            <a:extLst>
              <a:ext uri="{FF2B5EF4-FFF2-40B4-BE49-F238E27FC236}">
                <a16:creationId xmlns:a16="http://schemas.microsoft.com/office/drawing/2014/main" id="{5420D494-EBF8-11B7-1502-3CDB8E093B55}"/>
              </a:ext>
            </a:extLst>
          </p:cNvPr>
          <p:cNvSpPr txBox="1"/>
          <p:nvPr/>
        </p:nvSpPr>
        <p:spPr>
          <a:xfrm>
            <a:off x="8276429" y="8560307"/>
            <a:ext cx="9994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00882B"/>
                </a:solidFill>
                <a:latin typeface="Helvetica Light"/>
                <a:cs typeface="Helvetica Light"/>
              </a:rPr>
              <a:t>constant</a:t>
            </a:r>
            <a:endParaRPr sz="2000">
              <a:latin typeface="Helvetica Light"/>
              <a:cs typeface="Helvetica Light"/>
            </a:endParaRPr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D56577EC-40E0-9A56-5822-7CBAA6C5DEB5}"/>
              </a:ext>
            </a:extLst>
          </p:cNvPr>
          <p:cNvSpPr txBox="1"/>
          <p:nvPr/>
        </p:nvSpPr>
        <p:spPr>
          <a:xfrm>
            <a:off x="1828800" y="2392171"/>
            <a:ext cx="9347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Helvetica Light"/>
                <a:cs typeface="Helvetica Light"/>
              </a:rPr>
              <a:t>Scene</a:t>
            </a:r>
            <a:r>
              <a:rPr sz="3600" spc="-6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point</a:t>
            </a:r>
            <a:r>
              <a:rPr sz="3600" spc="-6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moving</a:t>
            </a:r>
            <a:r>
              <a:rPr sz="3600" spc="-6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through</a:t>
            </a:r>
            <a:r>
              <a:rPr sz="3600" spc="-6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image</a:t>
            </a:r>
            <a:r>
              <a:rPr sz="3600" spc="-60" dirty="0">
                <a:latin typeface="Helvetica Light"/>
                <a:cs typeface="Helvetica Light"/>
              </a:rPr>
              <a:t> </a:t>
            </a:r>
            <a:r>
              <a:rPr sz="3600" spc="-10" dirty="0">
                <a:latin typeface="Helvetica Light"/>
                <a:cs typeface="Helvetica Light"/>
              </a:rPr>
              <a:t>sequence</a:t>
            </a:r>
            <a:endParaRPr sz="3600">
              <a:latin typeface="Helvetica Light"/>
              <a:cs typeface="Helvetica Light"/>
            </a:endParaRPr>
          </a:p>
        </p:txBody>
      </p:sp>
      <p:sp>
        <p:nvSpPr>
          <p:cNvPr id="28" name="object 24">
            <a:extLst>
              <a:ext uri="{FF2B5EF4-FFF2-40B4-BE49-F238E27FC236}">
                <a16:creationId xmlns:a16="http://schemas.microsoft.com/office/drawing/2014/main" id="{97479425-B7CA-B358-14A5-7C7E3293A11D}"/>
              </a:ext>
            </a:extLst>
          </p:cNvPr>
          <p:cNvSpPr txBox="1"/>
          <p:nvPr/>
        </p:nvSpPr>
        <p:spPr>
          <a:xfrm>
            <a:off x="292100" y="6839204"/>
            <a:ext cx="124206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latin typeface="Helvetica"/>
                <a:cs typeface="Helvetica"/>
              </a:rPr>
              <a:t>Assumption:</a:t>
            </a:r>
            <a:r>
              <a:rPr lang="en-US" sz="3200" b="1" spc="-10" dirty="0">
                <a:latin typeface="Helvetica"/>
                <a:cs typeface="Helvetica"/>
              </a:rPr>
              <a:t> </a:t>
            </a:r>
            <a:r>
              <a:rPr sz="3200" b="1" spc="-10" dirty="0">
                <a:latin typeface="Helvetica"/>
                <a:cs typeface="Helvetica"/>
              </a:rPr>
              <a:t>Brightness</a:t>
            </a:r>
            <a:r>
              <a:rPr sz="3200" b="1" spc="-45" dirty="0">
                <a:latin typeface="Helvetica"/>
                <a:cs typeface="Helvetica"/>
              </a:rPr>
              <a:t> </a:t>
            </a:r>
            <a:r>
              <a:rPr sz="3200" b="1" dirty="0">
                <a:latin typeface="Helvetica"/>
                <a:cs typeface="Helvetica"/>
              </a:rPr>
              <a:t>of</a:t>
            </a:r>
            <a:r>
              <a:rPr sz="3200" b="1" spc="-40" dirty="0">
                <a:latin typeface="Helvetica"/>
                <a:cs typeface="Helvetica"/>
              </a:rPr>
              <a:t> </a:t>
            </a:r>
            <a:r>
              <a:rPr sz="3200" b="1" dirty="0">
                <a:latin typeface="Helvetica"/>
                <a:cs typeface="Helvetica"/>
              </a:rPr>
              <a:t>the</a:t>
            </a:r>
            <a:r>
              <a:rPr sz="3200" b="1" spc="-45" dirty="0">
                <a:latin typeface="Helvetica"/>
                <a:cs typeface="Helvetica"/>
              </a:rPr>
              <a:t> </a:t>
            </a:r>
            <a:r>
              <a:rPr sz="3200" b="1" dirty="0">
                <a:latin typeface="Helvetica"/>
                <a:cs typeface="Helvetica"/>
              </a:rPr>
              <a:t>point</a:t>
            </a:r>
            <a:r>
              <a:rPr sz="3200" b="1" spc="-40" dirty="0">
                <a:latin typeface="Helvetica"/>
                <a:cs typeface="Helvetica"/>
              </a:rPr>
              <a:t> </a:t>
            </a:r>
            <a:r>
              <a:rPr sz="3200" b="1" dirty="0">
                <a:latin typeface="Helvetica"/>
                <a:cs typeface="Helvetica"/>
              </a:rPr>
              <a:t>will</a:t>
            </a:r>
            <a:r>
              <a:rPr sz="3200" b="1" spc="-40" dirty="0">
                <a:latin typeface="Helvetica"/>
                <a:cs typeface="Helvetica"/>
              </a:rPr>
              <a:t> </a:t>
            </a:r>
            <a:r>
              <a:rPr sz="3200" b="1" dirty="0">
                <a:latin typeface="Helvetica"/>
                <a:cs typeface="Helvetica"/>
              </a:rPr>
              <a:t>remain</a:t>
            </a:r>
            <a:r>
              <a:rPr sz="3200" b="1" spc="-40" dirty="0">
                <a:latin typeface="Helvetica"/>
                <a:cs typeface="Helvetica"/>
              </a:rPr>
              <a:t> </a:t>
            </a:r>
            <a:r>
              <a:rPr sz="3200" b="1" dirty="0">
                <a:latin typeface="Helvetica"/>
                <a:cs typeface="Helvetica"/>
              </a:rPr>
              <a:t>the</a:t>
            </a:r>
            <a:r>
              <a:rPr sz="3200" b="1" spc="-45" dirty="0">
                <a:latin typeface="Helvetica"/>
                <a:cs typeface="Helvetica"/>
              </a:rPr>
              <a:t> </a:t>
            </a:r>
            <a:r>
              <a:rPr sz="3200" b="1" spc="-20" dirty="0">
                <a:latin typeface="Helvetica"/>
                <a:cs typeface="Helvetica"/>
              </a:rPr>
              <a:t>same</a:t>
            </a:r>
            <a:endParaRPr sz="3200" dirty="0">
              <a:latin typeface="Helvetica"/>
              <a:cs typeface="Helvetica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83EC61C6-5714-8A29-670A-5422CF6645D9}"/>
              </a:ext>
            </a:extLst>
          </p:cNvPr>
          <p:cNvSpPr txBox="1"/>
          <p:nvPr/>
        </p:nvSpPr>
        <p:spPr>
          <a:xfrm>
            <a:off x="190500" y="9050574"/>
            <a:ext cx="127127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spc="-10" dirty="0">
                <a:solidFill>
                  <a:srgbClr val="FF0000"/>
                </a:solidFill>
                <a:latin typeface="Helvetica"/>
                <a:cs typeface="Helvetica"/>
              </a:rPr>
              <a:t>When could the assumption fail? E.g., Shadows, variations in light, etc.</a:t>
            </a:r>
            <a:endParaRPr sz="3200" dirty="0">
              <a:solidFill>
                <a:srgbClr val="FF0000"/>
              </a:solidFill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9967543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121285" algn="ctr">
              <a:lnSpc>
                <a:spcPct val="100000"/>
              </a:lnSpc>
              <a:spcBef>
                <a:spcPts val="359"/>
              </a:spcBef>
            </a:pP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Assumption</a:t>
            </a:r>
            <a:r>
              <a:rPr b="0" spc="-9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spc="-50" dirty="0">
                <a:solidFill>
                  <a:srgbClr val="000000"/>
                </a:solidFill>
                <a:latin typeface="Helvetica Light"/>
                <a:cs typeface="Helvetica Light"/>
              </a:rPr>
              <a:t>2</a:t>
            </a:r>
          </a:p>
          <a:p>
            <a:pPr marL="121285" algn="ctr">
              <a:lnSpc>
                <a:spcPct val="100000"/>
              </a:lnSpc>
              <a:spcBef>
                <a:spcPts val="540"/>
              </a:spcBef>
            </a:pPr>
            <a:r>
              <a:rPr sz="7500" b="0" dirty="0">
                <a:solidFill>
                  <a:srgbClr val="000000"/>
                </a:solidFill>
                <a:latin typeface="Helvetica Light"/>
                <a:cs typeface="Helvetica Light"/>
              </a:rPr>
              <a:t>Small</a:t>
            </a:r>
            <a:r>
              <a:rPr sz="7500" b="0" spc="-16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7500"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motion</a:t>
            </a:r>
            <a:endParaRPr sz="7500">
              <a:latin typeface="Helvetica Light"/>
              <a:cs typeface="Helvetica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733800" y="2529839"/>
            <a:ext cx="2618740" cy="2621280"/>
            <a:chOff x="3733800" y="2529839"/>
            <a:chExt cx="2618740" cy="26212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33800" y="2529839"/>
              <a:ext cx="2618231" cy="26212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71900" y="2544700"/>
              <a:ext cx="2540000" cy="254000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0975" y="4059936"/>
              <a:ext cx="246887" cy="24688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00800" y="4074481"/>
              <a:ext cx="166241" cy="166241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6678168" y="2529839"/>
            <a:ext cx="2618740" cy="2621280"/>
            <a:chOff x="6678168" y="2529839"/>
            <a:chExt cx="2618740" cy="2621280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78168" y="2529839"/>
              <a:ext cx="2618231" cy="26212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18300" y="2544700"/>
              <a:ext cx="2540000" cy="254000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41792" y="3474719"/>
              <a:ext cx="243840" cy="24688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80400" y="3490281"/>
              <a:ext cx="166241" cy="166241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497001" y="5287198"/>
            <a:ext cx="1089797" cy="31750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125901" y="5287198"/>
            <a:ext cx="1724798" cy="31750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121285" algn="ctr">
              <a:lnSpc>
                <a:spcPct val="100000"/>
              </a:lnSpc>
              <a:spcBef>
                <a:spcPts val="359"/>
              </a:spcBef>
            </a:pP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Assumption</a:t>
            </a:r>
            <a:r>
              <a:rPr b="0" spc="-9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spc="-50" dirty="0">
                <a:solidFill>
                  <a:srgbClr val="000000"/>
                </a:solidFill>
                <a:latin typeface="Helvetica Light"/>
                <a:cs typeface="Helvetica Light"/>
              </a:rPr>
              <a:t>2</a:t>
            </a:r>
          </a:p>
          <a:p>
            <a:pPr marL="121285" algn="ctr">
              <a:lnSpc>
                <a:spcPct val="100000"/>
              </a:lnSpc>
              <a:spcBef>
                <a:spcPts val="540"/>
              </a:spcBef>
            </a:pPr>
            <a:r>
              <a:rPr sz="7500" b="0" dirty="0">
                <a:solidFill>
                  <a:srgbClr val="000000"/>
                </a:solidFill>
                <a:latin typeface="Helvetica Light"/>
                <a:cs typeface="Helvetica Light"/>
              </a:rPr>
              <a:t>Small</a:t>
            </a:r>
            <a:r>
              <a:rPr sz="7500" b="0" spc="-16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7500"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motion</a:t>
            </a:r>
            <a:endParaRPr sz="7500">
              <a:latin typeface="Helvetica Light"/>
              <a:cs typeface="Helvetica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733800" y="2529839"/>
            <a:ext cx="2618740" cy="2621280"/>
            <a:chOff x="3733800" y="2529839"/>
            <a:chExt cx="2618740" cy="26212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33800" y="2529839"/>
              <a:ext cx="2618231" cy="26212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71900" y="2544700"/>
              <a:ext cx="2540000" cy="254000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0975" y="4059936"/>
              <a:ext cx="246887" cy="24688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00800" y="4074481"/>
              <a:ext cx="166241" cy="16624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76700" y="4366366"/>
              <a:ext cx="792891" cy="381001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6678168" y="2529839"/>
            <a:ext cx="4509135" cy="2621280"/>
            <a:chOff x="6678168" y="2529839"/>
            <a:chExt cx="4509135" cy="2621280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78168" y="2529839"/>
              <a:ext cx="2618231" cy="262127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18300" y="2544700"/>
              <a:ext cx="2540000" cy="254000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08392" y="4059936"/>
              <a:ext cx="243840" cy="24688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47200" y="4074481"/>
              <a:ext cx="166241" cy="16624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241792" y="3474719"/>
              <a:ext cx="243840" cy="24688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280400" y="3490281"/>
              <a:ext cx="166241" cy="16624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823400" y="3588581"/>
              <a:ext cx="526415" cy="570230"/>
            </a:xfrm>
            <a:custGeom>
              <a:avLst/>
              <a:gdLst/>
              <a:ahLst/>
              <a:cxnLst/>
              <a:rect l="l" t="t" r="r" b="b"/>
              <a:pathLst>
                <a:path w="526415" h="570229">
                  <a:moveTo>
                    <a:pt x="465354" y="47441"/>
                  </a:moveTo>
                  <a:lnTo>
                    <a:pt x="0" y="552627"/>
                  </a:lnTo>
                  <a:lnTo>
                    <a:pt x="18682" y="569836"/>
                  </a:lnTo>
                  <a:lnTo>
                    <a:pt x="484036" y="64650"/>
                  </a:lnTo>
                  <a:lnTo>
                    <a:pt x="465354" y="47441"/>
                  </a:lnTo>
                  <a:close/>
                </a:path>
                <a:path w="526415" h="570229">
                  <a:moveTo>
                    <a:pt x="515336" y="38100"/>
                  </a:moveTo>
                  <a:lnTo>
                    <a:pt x="473958" y="38100"/>
                  </a:lnTo>
                  <a:lnTo>
                    <a:pt x="492641" y="55308"/>
                  </a:lnTo>
                  <a:lnTo>
                    <a:pt x="484036" y="64650"/>
                  </a:lnTo>
                  <a:lnTo>
                    <a:pt x="502718" y="81859"/>
                  </a:lnTo>
                  <a:lnTo>
                    <a:pt x="515336" y="38100"/>
                  </a:lnTo>
                  <a:close/>
                </a:path>
                <a:path w="526415" h="570229">
                  <a:moveTo>
                    <a:pt x="473958" y="38100"/>
                  </a:moveTo>
                  <a:lnTo>
                    <a:pt x="465354" y="47441"/>
                  </a:lnTo>
                  <a:lnTo>
                    <a:pt x="484036" y="64650"/>
                  </a:lnTo>
                  <a:lnTo>
                    <a:pt x="492641" y="55308"/>
                  </a:lnTo>
                  <a:lnTo>
                    <a:pt x="473958" y="38100"/>
                  </a:lnTo>
                  <a:close/>
                </a:path>
                <a:path w="526415" h="570229">
                  <a:moveTo>
                    <a:pt x="526322" y="0"/>
                  </a:moveTo>
                  <a:lnTo>
                    <a:pt x="446672" y="30232"/>
                  </a:lnTo>
                  <a:lnTo>
                    <a:pt x="465354" y="47441"/>
                  </a:lnTo>
                  <a:lnTo>
                    <a:pt x="473958" y="38100"/>
                  </a:lnTo>
                  <a:lnTo>
                    <a:pt x="515336" y="38100"/>
                  </a:lnTo>
                  <a:lnTo>
                    <a:pt x="5263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458200" y="3022599"/>
              <a:ext cx="2728784" cy="3810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55114" y="4366366"/>
              <a:ext cx="792893" cy="381001"/>
            </a:xfrm>
            <a:prstGeom prst="rect">
              <a:avLst/>
            </a:prstGeom>
          </p:spPr>
        </p:pic>
      </p:grpSp>
      <p:pic>
        <p:nvPicPr>
          <p:cNvPr id="19" name="object 1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497001" y="5287198"/>
            <a:ext cx="1089797" cy="317501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125901" y="5287198"/>
            <a:ext cx="1724798" cy="31750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121285" algn="ctr">
              <a:lnSpc>
                <a:spcPct val="100000"/>
              </a:lnSpc>
              <a:spcBef>
                <a:spcPts val="359"/>
              </a:spcBef>
            </a:pP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Assumption</a:t>
            </a:r>
            <a:r>
              <a:rPr b="0" spc="-9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spc="-50" dirty="0">
                <a:solidFill>
                  <a:srgbClr val="000000"/>
                </a:solidFill>
                <a:latin typeface="Helvetica Light"/>
                <a:cs typeface="Helvetica Light"/>
              </a:rPr>
              <a:t>2</a:t>
            </a:r>
          </a:p>
          <a:p>
            <a:pPr marL="121285" algn="ctr">
              <a:lnSpc>
                <a:spcPct val="100000"/>
              </a:lnSpc>
              <a:spcBef>
                <a:spcPts val="540"/>
              </a:spcBef>
            </a:pPr>
            <a:r>
              <a:rPr sz="7500" b="0" dirty="0">
                <a:solidFill>
                  <a:srgbClr val="000000"/>
                </a:solidFill>
                <a:latin typeface="Helvetica Light"/>
                <a:cs typeface="Helvetica Light"/>
              </a:rPr>
              <a:t>Small</a:t>
            </a:r>
            <a:r>
              <a:rPr sz="7500" b="0" spc="-16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7500"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motion</a:t>
            </a:r>
            <a:endParaRPr sz="7500">
              <a:latin typeface="Helvetica Light"/>
              <a:cs typeface="Helvetica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733800" y="2529839"/>
            <a:ext cx="2618740" cy="2621280"/>
            <a:chOff x="3733800" y="2529839"/>
            <a:chExt cx="2618740" cy="26212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33800" y="2529839"/>
              <a:ext cx="2618231" cy="26212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71900" y="2544700"/>
              <a:ext cx="2540000" cy="254000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0975" y="4059936"/>
              <a:ext cx="246887" cy="24688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00800" y="4074481"/>
              <a:ext cx="166241" cy="16624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76700" y="4366366"/>
              <a:ext cx="792891" cy="381001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6678168" y="2529839"/>
            <a:ext cx="4509135" cy="2621280"/>
            <a:chOff x="6678168" y="2529839"/>
            <a:chExt cx="4509135" cy="2621280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78168" y="2529839"/>
              <a:ext cx="2618231" cy="262127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18300" y="2544700"/>
              <a:ext cx="2540000" cy="254000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08392" y="4059936"/>
              <a:ext cx="243840" cy="24688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47200" y="4074481"/>
              <a:ext cx="166241" cy="16624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241792" y="3474719"/>
              <a:ext cx="243840" cy="24688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280400" y="3490281"/>
              <a:ext cx="166241" cy="16624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823400" y="3588581"/>
              <a:ext cx="526415" cy="570230"/>
            </a:xfrm>
            <a:custGeom>
              <a:avLst/>
              <a:gdLst/>
              <a:ahLst/>
              <a:cxnLst/>
              <a:rect l="l" t="t" r="r" b="b"/>
              <a:pathLst>
                <a:path w="526415" h="570229">
                  <a:moveTo>
                    <a:pt x="465354" y="47441"/>
                  </a:moveTo>
                  <a:lnTo>
                    <a:pt x="0" y="552627"/>
                  </a:lnTo>
                  <a:lnTo>
                    <a:pt x="18682" y="569836"/>
                  </a:lnTo>
                  <a:lnTo>
                    <a:pt x="484036" y="64650"/>
                  </a:lnTo>
                  <a:lnTo>
                    <a:pt x="465354" y="47441"/>
                  </a:lnTo>
                  <a:close/>
                </a:path>
                <a:path w="526415" h="570229">
                  <a:moveTo>
                    <a:pt x="515336" y="38100"/>
                  </a:moveTo>
                  <a:lnTo>
                    <a:pt x="473958" y="38100"/>
                  </a:lnTo>
                  <a:lnTo>
                    <a:pt x="492641" y="55308"/>
                  </a:lnTo>
                  <a:lnTo>
                    <a:pt x="484036" y="64650"/>
                  </a:lnTo>
                  <a:lnTo>
                    <a:pt x="502718" y="81859"/>
                  </a:lnTo>
                  <a:lnTo>
                    <a:pt x="515336" y="38100"/>
                  </a:lnTo>
                  <a:close/>
                </a:path>
                <a:path w="526415" h="570229">
                  <a:moveTo>
                    <a:pt x="473958" y="38100"/>
                  </a:moveTo>
                  <a:lnTo>
                    <a:pt x="465354" y="47441"/>
                  </a:lnTo>
                  <a:lnTo>
                    <a:pt x="484036" y="64650"/>
                  </a:lnTo>
                  <a:lnTo>
                    <a:pt x="492641" y="55308"/>
                  </a:lnTo>
                  <a:lnTo>
                    <a:pt x="473958" y="38100"/>
                  </a:lnTo>
                  <a:close/>
                </a:path>
                <a:path w="526415" h="570229">
                  <a:moveTo>
                    <a:pt x="526322" y="0"/>
                  </a:moveTo>
                  <a:lnTo>
                    <a:pt x="446672" y="30232"/>
                  </a:lnTo>
                  <a:lnTo>
                    <a:pt x="465354" y="47441"/>
                  </a:lnTo>
                  <a:lnTo>
                    <a:pt x="473958" y="38100"/>
                  </a:lnTo>
                  <a:lnTo>
                    <a:pt x="515336" y="38100"/>
                  </a:lnTo>
                  <a:lnTo>
                    <a:pt x="5263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458200" y="3022599"/>
              <a:ext cx="2728784" cy="3810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55114" y="4366366"/>
              <a:ext cx="792893" cy="381001"/>
            </a:xfrm>
            <a:prstGeom prst="rect">
              <a:avLst/>
            </a:prstGeom>
          </p:spPr>
        </p:pic>
      </p:grpSp>
      <p:pic>
        <p:nvPicPr>
          <p:cNvPr id="19" name="object 1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497001" y="5287198"/>
            <a:ext cx="1089797" cy="317501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241800" y="6093648"/>
            <a:ext cx="977900" cy="469901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270711" y="6093648"/>
            <a:ext cx="3848101" cy="469901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735012" y="6107684"/>
            <a:ext cx="32804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Helvetica Light"/>
                <a:cs typeface="Helvetica Light"/>
              </a:rPr>
              <a:t>Optical</a:t>
            </a:r>
            <a:r>
              <a:rPr sz="2400" spc="-50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flow</a:t>
            </a:r>
            <a:r>
              <a:rPr sz="2400" spc="-45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(velocities):</a:t>
            </a:r>
            <a:endParaRPr sz="2400">
              <a:latin typeface="Helvetica Light"/>
              <a:cs typeface="Helvetica Ligh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995965" y="6107684"/>
            <a:ext cx="199326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Helvetica Light"/>
                <a:cs typeface="Helvetica Light"/>
              </a:rPr>
              <a:t>Displacement:</a:t>
            </a:r>
            <a:endParaRPr sz="2400">
              <a:latin typeface="Helvetica Light"/>
              <a:cs typeface="Helvetica Light"/>
            </a:endParaRPr>
          </a:p>
        </p:txBody>
      </p:sp>
      <p:pic>
        <p:nvPicPr>
          <p:cNvPr id="24" name="object 2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125901" y="5287198"/>
            <a:ext cx="1724798" cy="31750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9600" y="6717791"/>
            <a:ext cx="11786870" cy="2847340"/>
            <a:chOff x="609600" y="6717791"/>
            <a:chExt cx="11786870" cy="28473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600" y="6717791"/>
              <a:ext cx="11786616" cy="28468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48590" y="6733478"/>
              <a:ext cx="11708130" cy="2767965"/>
            </a:xfrm>
            <a:custGeom>
              <a:avLst/>
              <a:gdLst/>
              <a:ahLst/>
              <a:cxnLst/>
              <a:rect l="l" t="t" r="r" b="b"/>
              <a:pathLst>
                <a:path w="11708130" h="2767965">
                  <a:moveTo>
                    <a:pt x="11326622" y="0"/>
                  </a:moveTo>
                  <a:lnTo>
                    <a:pt x="380996" y="0"/>
                  </a:lnTo>
                  <a:lnTo>
                    <a:pt x="333205" y="2968"/>
                  </a:lnTo>
                  <a:lnTo>
                    <a:pt x="287185" y="11636"/>
                  </a:lnTo>
                  <a:lnTo>
                    <a:pt x="243294" y="25645"/>
                  </a:lnTo>
                  <a:lnTo>
                    <a:pt x="201888" y="44639"/>
                  </a:lnTo>
                  <a:lnTo>
                    <a:pt x="163325" y="68262"/>
                  </a:lnTo>
                  <a:lnTo>
                    <a:pt x="127961" y="96155"/>
                  </a:lnTo>
                  <a:lnTo>
                    <a:pt x="96154" y="127962"/>
                  </a:lnTo>
                  <a:lnTo>
                    <a:pt x="68261" y="163325"/>
                  </a:lnTo>
                  <a:lnTo>
                    <a:pt x="44639" y="201888"/>
                  </a:lnTo>
                  <a:lnTo>
                    <a:pt x="25645" y="243294"/>
                  </a:lnTo>
                  <a:lnTo>
                    <a:pt x="11635" y="287186"/>
                  </a:lnTo>
                  <a:lnTo>
                    <a:pt x="2968" y="333206"/>
                  </a:lnTo>
                  <a:lnTo>
                    <a:pt x="0" y="380997"/>
                  </a:lnTo>
                  <a:lnTo>
                    <a:pt x="0" y="2386509"/>
                  </a:lnTo>
                  <a:lnTo>
                    <a:pt x="2968" y="2434300"/>
                  </a:lnTo>
                  <a:lnTo>
                    <a:pt x="11635" y="2480320"/>
                  </a:lnTo>
                  <a:lnTo>
                    <a:pt x="25645" y="2524212"/>
                  </a:lnTo>
                  <a:lnTo>
                    <a:pt x="44639" y="2565618"/>
                  </a:lnTo>
                  <a:lnTo>
                    <a:pt x="68261" y="2604181"/>
                  </a:lnTo>
                  <a:lnTo>
                    <a:pt x="96154" y="2639545"/>
                  </a:lnTo>
                  <a:lnTo>
                    <a:pt x="127961" y="2671351"/>
                  </a:lnTo>
                  <a:lnTo>
                    <a:pt x="163325" y="2699244"/>
                  </a:lnTo>
                  <a:lnTo>
                    <a:pt x="201888" y="2722867"/>
                  </a:lnTo>
                  <a:lnTo>
                    <a:pt x="243294" y="2741861"/>
                  </a:lnTo>
                  <a:lnTo>
                    <a:pt x="287185" y="2755871"/>
                  </a:lnTo>
                  <a:lnTo>
                    <a:pt x="333205" y="2764538"/>
                  </a:lnTo>
                  <a:lnTo>
                    <a:pt x="380996" y="2767507"/>
                  </a:lnTo>
                  <a:lnTo>
                    <a:pt x="11326622" y="2767507"/>
                  </a:lnTo>
                  <a:lnTo>
                    <a:pt x="11374413" y="2764538"/>
                  </a:lnTo>
                  <a:lnTo>
                    <a:pt x="11420433" y="2755871"/>
                  </a:lnTo>
                  <a:lnTo>
                    <a:pt x="11464325" y="2741861"/>
                  </a:lnTo>
                  <a:lnTo>
                    <a:pt x="11505730" y="2722867"/>
                  </a:lnTo>
                  <a:lnTo>
                    <a:pt x="11544294" y="2699244"/>
                  </a:lnTo>
                  <a:lnTo>
                    <a:pt x="11579657" y="2671351"/>
                  </a:lnTo>
                  <a:lnTo>
                    <a:pt x="11611464" y="2639545"/>
                  </a:lnTo>
                  <a:lnTo>
                    <a:pt x="11639357" y="2604181"/>
                  </a:lnTo>
                  <a:lnTo>
                    <a:pt x="11662979" y="2565618"/>
                  </a:lnTo>
                  <a:lnTo>
                    <a:pt x="11681974" y="2524212"/>
                  </a:lnTo>
                  <a:lnTo>
                    <a:pt x="11695983" y="2480320"/>
                  </a:lnTo>
                  <a:lnTo>
                    <a:pt x="11704651" y="2434300"/>
                  </a:lnTo>
                  <a:lnTo>
                    <a:pt x="11707619" y="2386509"/>
                  </a:lnTo>
                  <a:lnTo>
                    <a:pt x="11707619" y="380997"/>
                  </a:lnTo>
                  <a:lnTo>
                    <a:pt x="11704651" y="333206"/>
                  </a:lnTo>
                  <a:lnTo>
                    <a:pt x="11695983" y="287186"/>
                  </a:lnTo>
                  <a:lnTo>
                    <a:pt x="11681974" y="243294"/>
                  </a:lnTo>
                  <a:lnTo>
                    <a:pt x="11662979" y="201888"/>
                  </a:lnTo>
                  <a:lnTo>
                    <a:pt x="11639357" y="163325"/>
                  </a:lnTo>
                  <a:lnTo>
                    <a:pt x="11611464" y="127962"/>
                  </a:lnTo>
                  <a:lnTo>
                    <a:pt x="11579657" y="96155"/>
                  </a:lnTo>
                  <a:lnTo>
                    <a:pt x="11544294" y="68262"/>
                  </a:lnTo>
                  <a:lnTo>
                    <a:pt x="11505730" y="44639"/>
                  </a:lnTo>
                  <a:lnTo>
                    <a:pt x="11464325" y="25645"/>
                  </a:lnTo>
                  <a:lnTo>
                    <a:pt x="11420433" y="11636"/>
                  </a:lnTo>
                  <a:lnTo>
                    <a:pt x="11374413" y="2968"/>
                  </a:lnTo>
                  <a:lnTo>
                    <a:pt x="11326622" y="0"/>
                  </a:lnTo>
                  <a:close/>
                </a:path>
              </a:pathLst>
            </a:custGeom>
            <a:solidFill>
              <a:srgbClr val="70BF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09167" y="7600729"/>
              <a:ext cx="8586463" cy="56031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121285" algn="ctr">
              <a:lnSpc>
                <a:spcPct val="100000"/>
              </a:lnSpc>
              <a:spcBef>
                <a:spcPts val="359"/>
              </a:spcBef>
            </a:pP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Assumption</a:t>
            </a:r>
            <a:r>
              <a:rPr b="0" spc="-9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spc="-50" dirty="0">
                <a:solidFill>
                  <a:srgbClr val="000000"/>
                </a:solidFill>
                <a:latin typeface="Helvetica Light"/>
                <a:cs typeface="Helvetica Light"/>
              </a:rPr>
              <a:t>2</a:t>
            </a:r>
          </a:p>
          <a:p>
            <a:pPr marL="121285" algn="ctr">
              <a:lnSpc>
                <a:spcPct val="100000"/>
              </a:lnSpc>
              <a:spcBef>
                <a:spcPts val="540"/>
              </a:spcBef>
            </a:pPr>
            <a:r>
              <a:rPr sz="7500" b="0" dirty="0">
                <a:solidFill>
                  <a:srgbClr val="000000"/>
                </a:solidFill>
                <a:latin typeface="Helvetica Light"/>
                <a:cs typeface="Helvetica Light"/>
              </a:rPr>
              <a:t>Small</a:t>
            </a:r>
            <a:r>
              <a:rPr sz="7500" b="0" spc="-16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7500"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motion</a:t>
            </a:r>
            <a:endParaRPr sz="7500">
              <a:latin typeface="Helvetica Light"/>
              <a:cs typeface="Helvetica Ligh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733800" y="2529839"/>
            <a:ext cx="2618740" cy="2621280"/>
            <a:chOff x="3733800" y="2529839"/>
            <a:chExt cx="2618740" cy="262128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33800" y="2529839"/>
              <a:ext cx="2618231" cy="26212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71900" y="2544700"/>
              <a:ext cx="2540000" cy="254000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60975" y="4059936"/>
              <a:ext cx="246887" cy="24688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00800" y="4074481"/>
              <a:ext cx="166241" cy="16624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76700" y="4366366"/>
              <a:ext cx="792891" cy="381001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6678168" y="2529839"/>
            <a:ext cx="4509135" cy="2621280"/>
            <a:chOff x="6678168" y="2529839"/>
            <a:chExt cx="4509135" cy="2621280"/>
          </a:xfrm>
        </p:grpSpPr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78168" y="2529839"/>
              <a:ext cx="2618231" cy="262127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18300" y="2544700"/>
              <a:ext cx="2540000" cy="254000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708392" y="4059936"/>
              <a:ext cx="243840" cy="24688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47200" y="4074481"/>
              <a:ext cx="166241" cy="16624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241792" y="3474719"/>
              <a:ext cx="243840" cy="24688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280400" y="3490281"/>
              <a:ext cx="166241" cy="16624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823400" y="3588581"/>
              <a:ext cx="526415" cy="570230"/>
            </a:xfrm>
            <a:custGeom>
              <a:avLst/>
              <a:gdLst/>
              <a:ahLst/>
              <a:cxnLst/>
              <a:rect l="l" t="t" r="r" b="b"/>
              <a:pathLst>
                <a:path w="526415" h="570229">
                  <a:moveTo>
                    <a:pt x="465354" y="47441"/>
                  </a:moveTo>
                  <a:lnTo>
                    <a:pt x="0" y="552627"/>
                  </a:lnTo>
                  <a:lnTo>
                    <a:pt x="18682" y="569836"/>
                  </a:lnTo>
                  <a:lnTo>
                    <a:pt x="484036" y="64650"/>
                  </a:lnTo>
                  <a:lnTo>
                    <a:pt x="465354" y="47441"/>
                  </a:lnTo>
                  <a:close/>
                </a:path>
                <a:path w="526415" h="570229">
                  <a:moveTo>
                    <a:pt x="515336" y="38100"/>
                  </a:moveTo>
                  <a:lnTo>
                    <a:pt x="473958" y="38100"/>
                  </a:lnTo>
                  <a:lnTo>
                    <a:pt x="492641" y="55308"/>
                  </a:lnTo>
                  <a:lnTo>
                    <a:pt x="484036" y="64650"/>
                  </a:lnTo>
                  <a:lnTo>
                    <a:pt x="502718" y="81859"/>
                  </a:lnTo>
                  <a:lnTo>
                    <a:pt x="515336" y="38100"/>
                  </a:lnTo>
                  <a:close/>
                </a:path>
                <a:path w="526415" h="570229">
                  <a:moveTo>
                    <a:pt x="473958" y="38100"/>
                  </a:moveTo>
                  <a:lnTo>
                    <a:pt x="465354" y="47441"/>
                  </a:lnTo>
                  <a:lnTo>
                    <a:pt x="484036" y="64650"/>
                  </a:lnTo>
                  <a:lnTo>
                    <a:pt x="492641" y="55308"/>
                  </a:lnTo>
                  <a:lnTo>
                    <a:pt x="473958" y="38100"/>
                  </a:lnTo>
                  <a:close/>
                </a:path>
                <a:path w="526415" h="570229">
                  <a:moveTo>
                    <a:pt x="526322" y="0"/>
                  </a:moveTo>
                  <a:lnTo>
                    <a:pt x="446672" y="30232"/>
                  </a:lnTo>
                  <a:lnTo>
                    <a:pt x="465354" y="47441"/>
                  </a:lnTo>
                  <a:lnTo>
                    <a:pt x="473958" y="38100"/>
                  </a:lnTo>
                  <a:lnTo>
                    <a:pt x="515336" y="38100"/>
                  </a:lnTo>
                  <a:lnTo>
                    <a:pt x="5263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458200" y="3022599"/>
              <a:ext cx="2728784" cy="3810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055114" y="4366366"/>
              <a:ext cx="792893" cy="381001"/>
            </a:xfrm>
            <a:prstGeom prst="rect">
              <a:avLst/>
            </a:prstGeom>
          </p:spPr>
        </p:pic>
      </p:grpSp>
      <p:pic>
        <p:nvPicPr>
          <p:cNvPr id="23" name="object 2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497001" y="5287198"/>
            <a:ext cx="1089797" cy="317501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241800" y="6093648"/>
            <a:ext cx="977900" cy="469901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270711" y="6093648"/>
            <a:ext cx="3848101" cy="469901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735012" y="6107684"/>
            <a:ext cx="10602595" cy="3248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73040" algn="l"/>
              </a:tabLst>
            </a:pPr>
            <a:r>
              <a:rPr sz="2400" dirty="0">
                <a:latin typeface="Helvetica Light"/>
                <a:cs typeface="Helvetica Light"/>
              </a:rPr>
              <a:t>Optical</a:t>
            </a:r>
            <a:r>
              <a:rPr sz="2400" spc="-50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flow</a:t>
            </a:r>
            <a:r>
              <a:rPr sz="2400" spc="-45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(velocities):</a:t>
            </a:r>
            <a:r>
              <a:rPr sz="2400" dirty="0">
                <a:latin typeface="Helvetica Light"/>
                <a:cs typeface="Helvetica Light"/>
              </a:rPr>
              <a:t>	</a:t>
            </a:r>
            <a:r>
              <a:rPr sz="2400" spc="-10" dirty="0">
                <a:latin typeface="Helvetica Light"/>
                <a:cs typeface="Helvetica Light"/>
              </a:rPr>
              <a:t>Displacement:</a:t>
            </a:r>
            <a:endParaRPr sz="2400">
              <a:latin typeface="Helvetica Light"/>
              <a:cs typeface="Helvetica Light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2400">
              <a:latin typeface="Helvetica Light"/>
              <a:cs typeface="Helvetica Light"/>
            </a:endParaRPr>
          </a:p>
          <a:p>
            <a:pPr marL="932180" algn="ctr">
              <a:lnSpc>
                <a:spcPct val="100000"/>
              </a:lnSpc>
            </a:pPr>
            <a:r>
              <a:rPr sz="3400" dirty="0">
                <a:latin typeface="Helvetica Light"/>
                <a:cs typeface="Helvetica Light"/>
              </a:rPr>
              <a:t>For</a:t>
            </a:r>
            <a:r>
              <a:rPr sz="3400" spc="-15" dirty="0">
                <a:latin typeface="Helvetica Light"/>
                <a:cs typeface="Helvetica Light"/>
              </a:rPr>
              <a:t> </a:t>
            </a:r>
            <a:r>
              <a:rPr sz="3400" dirty="0">
                <a:latin typeface="Helvetica Light"/>
                <a:cs typeface="Helvetica Light"/>
              </a:rPr>
              <a:t>a</a:t>
            </a:r>
            <a:r>
              <a:rPr sz="3400" spc="-20" dirty="0">
                <a:latin typeface="Helvetica Light"/>
                <a:cs typeface="Helvetica Light"/>
              </a:rPr>
              <a:t> </a:t>
            </a:r>
            <a:r>
              <a:rPr sz="3400" i="1" u="sng" dirty="0">
                <a:uFill>
                  <a:solidFill>
                    <a:srgbClr val="000000"/>
                  </a:solidFill>
                </a:uFill>
                <a:latin typeface="Helvetica"/>
                <a:cs typeface="Helvetica"/>
              </a:rPr>
              <a:t>really</a:t>
            </a:r>
            <a:r>
              <a:rPr sz="3400" i="1" u="sng" spc="-20" dirty="0">
                <a:uFill>
                  <a:solidFill>
                    <a:srgbClr val="000000"/>
                  </a:solidFill>
                </a:uFill>
                <a:latin typeface="Helvetica"/>
                <a:cs typeface="Helvetica"/>
              </a:rPr>
              <a:t> </a:t>
            </a:r>
            <a:r>
              <a:rPr sz="3400" i="1" u="sng" dirty="0">
                <a:uFill>
                  <a:solidFill>
                    <a:srgbClr val="000000"/>
                  </a:solidFill>
                </a:uFill>
                <a:latin typeface="Helvetica"/>
                <a:cs typeface="Helvetica"/>
              </a:rPr>
              <a:t>small</a:t>
            </a:r>
            <a:r>
              <a:rPr sz="3400" i="1" u="sng" spc="-20" dirty="0">
                <a:uFill>
                  <a:solidFill>
                    <a:srgbClr val="000000"/>
                  </a:solidFill>
                </a:uFill>
                <a:latin typeface="Helvetica"/>
                <a:cs typeface="Helvetica"/>
              </a:rPr>
              <a:t> </a:t>
            </a:r>
            <a:r>
              <a:rPr sz="3400" i="1" u="sng" spc="-10" dirty="0">
                <a:uFill>
                  <a:solidFill>
                    <a:srgbClr val="000000"/>
                  </a:solidFill>
                </a:uFill>
                <a:latin typeface="Helvetica"/>
                <a:cs typeface="Helvetica"/>
              </a:rPr>
              <a:t>space-</a:t>
            </a:r>
            <a:r>
              <a:rPr sz="3400" i="1" u="sng" dirty="0">
                <a:uFill>
                  <a:solidFill>
                    <a:srgbClr val="000000"/>
                  </a:solidFill>
                </a:uFill>
                <a:latin typeface="Helvetica"/>
                <a:cs typeface="Helvetica"/>
              </a:rPr>
              <a:t>time</a:t>
            </a:r>
            <a:r>
              <a:rPr sz="3400" i="1" u="sng" spc="-25" dirty="0">
                <a:uFill>
                  <a:solidFill>
                    <a:srgbClr val="000000"/>
                  </a:solidFill>
                </a:uFill>
                <a:latin typeface="Helvetica"/>
                <a:cs typeface="Helvetica"/>
              </a:rPr>
              <a:t> </a:t>
            </a:r>
            <a:r>
              <a:rPr sz="3400" i="1" u="sng" spc="-10" dirty="0">
                <a:uFill>
                  <a:solidFill>
                    <a:srgbClr val="000000"/>
                  </a:solidFill>
                </a:uFill>
                <a:latin typeface="Helvetica"/>
                <a:cs typeface="Helvetica"/>
              </a:rPr>
              <a:t>step</a:t>
            </a:r>
            <a:r>
              <a:rPr sz="3400" spc="-10" dirty="0">
                <a:latin typeface="Helvetica Light"/>
                <a:cs typeface="Helvetica Light"/>
              </a:rPr>
              <a:t>…</a:t>
            </a:r>
            <a:endParaRPr sz="3400">
              <a:latin typeface="Helvetica Light"/>
              <a:cs typeface="Helvetica Light"/>
            </a:endParaRPr>
          </a:p>
          <a:p>
            <a:pPr>
              <a:lnSpc>
                <a:spcPct val="100000"/>
              </a:lnSpc>
            </a:pPr>
            <a:endParaRPr sz="3400">
              <a:latin typeface="Helvetica Light"/>
              <a:cs typeface="Helvetica Light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3400">
              <a:latin typeface="Helvetica Light"/>
              <a:cs typeface="Helvetica Light"/>
            </a:endParaRPr>
          </a:p>
          <a:p>
            <a:pPr marL="944880" marR="5080" algn="ctr">
              <a:lnSpc>
                <a:spcPct val="100600"/>
              </a:lnSpc>
            </a:pPr>
            <a:r>
              <a:rPr sz="3400" dirty="0">
                <a:latin typeface="Helvetica Light"/>
                <a:cs typeface="Helvetica Light"/>
              </a:rPr>
              <a:t>…</a:t>
            </a:r>
            <a:r>
              <a:rPr sz="3400" spc="-30" dirty="0">
                <a:latin typeface="Helvetica Light"/>
                <a:cs typeface="Helvetica Light"/>
              </a:rPr>
              <a:t> </a:t>
            </a:r>
            <a:r>
              <a:rPr sz="3400" dirty="0">
                <a:latin typeface="Helvetica Light"/>
                <a:cs typeface="Helvetica Light"/>
              </a:rPr>
              <a:t>the</a:t>
            </a:r>
            <a:r>
              <a:rPr sz="3400" spc="-25" dirty="0">
                <a:latin typeface="Helvetica Light"/>
                <a:cs typeface="Helvetica Light"/>
              </a:rPr>
              <a:t> </a:t>
            </a:r>
            <a:r>
              <a:rPr sz="3400" dirty="0">
                <a:latin typeface="Helvetica Light"/>
                <a:cs typeface="Helvetica Light"/>
              </a:rPr>
              <a:t>brightness</a:t>
            </a:r>
            <a:r>
              <a:rPr sz="3400" spc="-25" dirty="0">
                <a:latin typeface="Helvetica Light"/>
                <a:cs typeface="Helvetica Light"/>
              </a:rPr>
              <a:t> </a:t>
            </a:r>
            <a:r>
              <a:rPr sz="3400" dirty="0">
                <a:latin typeface="Helvetica Light"/>
                <a:cs typeface="Helvetica Light"/>
              </a:rPr>
              <a:t>between</a:t>
            </a:r>
            <a:r>
              <a:rPr sz="3400" spc="-25" dirty="0">
                <a:latin typeface="Helvetica Light"/>
                <a:cs typeface="Helvetica Light"/>
              </a:rPr>
              <a:t> </a:t>
            </a:r>
            <a:r>
              <a:rPr sz="3400" dirty="0">
                <a:latin typeface="Helvetica Light"/>
                <a:cs typeface="Helvetica Light"/>
              </a:rPr>
              <a:t>two</a:t>
            </a:r>
            <a:r>
              <a:rPr sz="3400" spc="-25" dirty="0">
                <a:latin typeface="Helvetica Light"/>
                <a:cs typeface="Helvetica Light"/>
              </a:rPr>
              <a:t> </a:t>
            </a:r>
            <a:r>
              <a:rPr sz="3400" dirty="0">
                <a:latin typeface="Helvetica Light"/>
                <a:cs typeface="Helvetica Light"/>
              </a:rPr>
              <a:t>consecutive</a:t>
            </a:r>
            <a:r>
              <a:rPr sz="3400" spc="-25" dirty="0">
                <a:latin typeface="Helvetica Light"/>
                <a:cs typeface="Helvetica Light"/>
              </a:rPr>
              <a:t> </a:t>
            </a:r>
            <a:r>
              <a:rPr sz="3400" spc="-10" dirty="0">
                <a:latin typeface="Helvetica Light"/>
                <a:cs typeface="Helvetica Light"/>
              </a:rPr>
              <a:t>image </a:t>
            </a:r>
            <a:r>
              <a:rPr sz="3400" dirty="0">
                <a:latin typeface="Helvetica Light"/>
                <a:cs typeface="Helvetica Light"/>
              </a:rPr>
              <a:t>frames</a:t>
            </a:r>
            <a:r>
              <a:rPr sz="3400" spc="-25" dirty="0">
                <a:latin typeface="Helvetica Light"/>
                <a:cs typeface="Helvetica Light"/>
              </a:rPr>
              <a:t> </a:t>
            </a:r>
            <a:r>
              <a:rPr sz="3400" dirty="0">
                <a:latin typeface="Helvetica Light"/>
                <a:cs typeface="Helvetica Light"/>
              </a:rPr>
              <a:t>is</a:t>
            </a:r>
            <a:r>
              <a:rPr sz="3400" spc="-25" dirty="0">
                <a:latin typeface="Helvetica Light"/>
                <a:cs typeface="Helvetica Light"/>
              </a:rPr>
              <a:t> </a:t>
            </a:r>
            <a:r>
              <a:rPr sz="3400" dirty="0">
                <a:latin typeface="Helvetica Light"/>
                <a:cs typeface="Helvetica Light"/>
              </a:rPr>
              <a:t>the</a:t>
            </a:r>
            <a:r>
              <a:rPr sz="3400" spc="-20" dirty="0">
                <a:latin typeface="Helvetica Light"/>
                <a:cs typeface="Helvetica Light"/>
              </a:rPr>
              <a:t> same</a:t>
            </a:r>
            <a:endParaRPr sz="3400">
              <a:latin typeface="Helvetica Light"/>
              <a:cs typeface="Helvetica Light"/>
            </a:endParaRPr>
          </a:p>
        </p:txBody>
      </p:sp>
      <p:pic>
        <p:nvPicPr>
          <p:cNvPr id="27" name="object 2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125901" y="5287198"/>
            <a:ext cx="1724798" cy="31750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1332" y="4736026"/>
            <a:ext cx="7936997" cy="136391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398607" y="6304788"/>
            <a:ext cx="11785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00882B"/>
                </a:solidFill>
                <a:latin typeface="Helvetica Light"/>
                <a:cs typeface="Helvetica Light"/>
              </a:rPr>
              <a:t>total</a:t>
            </a:r>
            <a:r>
              <a:rPr sz="1400" spc="-25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1400" spc="-10" dirty="0">
                <a:solidFill>
                  <a:srgbClr val="00882B"/>
                </a:solidFill>
                <a:latin typeface="Helvetica Light"/>
                <a:cs typeface="Helvetica Light"/>
              </a:rPr>
              <a:t>derivative</a:t>
            </a:r>
            <a:endParaRPr sz="1400">
              <a:latin typeface="Helvetica Light"/>
              <a:cs typeface="Helvetica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39824" y="6304788"/>
            <a:ext cx="13360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00882B"/>
                </a:solidFill>
                <a:latin typeface="Helvetica Light"/>
                <a:cs typeface="Helvetica Light"/>
              </a:rPr>
              <a:t>partial</a:t>
            </a:r>
            <a:r>
              <a:rPr sz="1400" spc="-40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1400" spc="-10" dirty="0">
                <a:solidFill>
                  <a:srgbClr val="00882B"/>
                </a:solidFill>
                <a:latin typeface="Helvetica Light"/>
                <a:cs typeface="Helvetica Light"/>
              </a:rPr>
              <a:t>derivative</a:t>
            </a:r>
            <a:endParaRPr sz="1400">
              <a:latin typeface="Helvetica Light"/>
              <a:cs typeface="Helvetica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73301" y="8123428"/>
            <a:ext cx="84575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dirty="0">
                <a:solidFill>
                  <a:srgbClr val="0365C0"/>
                </a:solidFill>
                <a:latin typeface="Helvetica"/>
                <a:cs typeface="Helvetica"/>
              </a:rPr>
              <a:t>Equation</a:t>
            </a:r>
            <a:r>
              <a:rPr sz="2800" i="1" spc="-4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2800" i="1" dirty="0">
                <a:solidFill>
                  <a:srgbClr val="0365C0"/>
                </a:solidFill>
                <a:latin typeface="Helvetica"/>
                <a:cs typeface="Helvetica"/>
              </a:rPr>
              <a:t>is</a:t>
            </a:r>
            <a:r>
              <a:rPr sz="2800" i="1" spc="-5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2800" i="1" dirty="0">
                <a:solidFill>
                  <a:srgbClr val="0365C0"/>
                </a:solidFill>
                <a:latin typeface="Helvetica"/>
                <a:cs typeface="Helvetica"/>
              </a:rPr>
              <a:t>not</a:t>
            </a:r>
            <a:r>
              <a:rPr sz="2800" i="1" spc="-5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2800" i="1" dirty="0">
                <a:solidFill>
                  <a:srgbClr val="0365C0"/>
                </a:solidFill>
                <a:latin typeface="Helvetica"/>
                <a:cs typeface="Helvetica"/>
              </a:rPr>
              <a:t>obvious.</a:t>
            </a:r>
            <a:r>
              <a:rPr sz="2800" i="1" spc="-5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2800" i="1" dirty="0">
                <a:solidFill>
                  <a:srgbClr val="0365C0"/>
                </a:solidFill>
                <a:latin typeface="Helvetica"/>
                <a:cs typeface="Helvetica"/>
              </a:rPr>
              <a:t>Where</a:t>
            </a:r>
            <a:r>
              <a:rPr sz="2800" i="1" spc="-4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2800" i="1" dirty="0">
                <a:solidFill>
                  <a:srgbClr val="0365C0"/>
                </a:solidFill>
                <a:latin typeface="Helvetica"/>
                <a:cs typeface="Helvetica"/>
              </a:rPr>
              <a:t>does</a:t>
            </a:r>
            <a:r>
              <a:rPr sz="2800" i="1" spc="-5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2800" i="1" dirty="0">
                <a:solidFill>
                  <a:srgbClr val="0365C0"/>
                </a:solidFill>
                <a:latin typeface="Helvetica"/>
                <a:cs typeface="Helvetica"/>
              </a:rPr>
              <a:t>this</a:t>
            </a:r>
            <a:r>
              <a:rPr sz="2800" i="1" spc="-5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2800" i="1" dirty="0">
                <a:solidFill>
                  <a:srgbClr val="0365C0"/>
                </a:solidFill>
                <a:latin typeface="Helvetica"/>
                <a:cs typeface="Helvetica"/>
              </a:rPr>
              <a:t>come</a:t>
            </a:r>
            <a:r>
              <a:rPr sz="2800" i="1" spc="-5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2800" i="1" spc="-10" dirty="0">
                <a:solidFill>
                  <a:srgbClr val="0365C0"/>
                </a:solidFill>
                <a:latin typeface="Helvetica"/>
                <a:cs typeface="Helvetica"/>
              </a:rPr>
              <a:t>from?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18515" rIns="0" bIns="0" rtlCol="0">
            <a:spAutoFit/>
          </a:bodyPr>
          <a:lstStyle/>
          <a:p>
            <a:pPr marL="2761615">
              <a:lnSpc>
                <a:spcPct val="100000"/>
              </a:lnSpc>
              <a:spcBef>
                <a:spcPts val="100"/>
              </a:spcBef>
            </a:pP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These</a:t>
            </a:r>
            <a:r>
              <a:rPr b="0" spc="-5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assumptions</a:t>
            </a:r>
            <a:r>
              <a:rPr b="0" spc="-5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yield</a:t>
            </a:r>
            <a:r>
              <a:rPr b="0" spc="-4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the</a:t>
            </a:r>
            <a:r>
              <a:rPr b="0" spc="-5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spc="-60" dirty="0">
                <a:solidFill>
                  <a:srgbClr val="000000"/>
                </a:solidFill>
                <a:latin typeface="Helvetica Light"/>
                <a:cs typeface="Helvetica Light"/>
              </a:rPr>
              <a:t>…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074286" y="3157384"/>
            <a:ext cx="10856595" cy="3731260"/>
            <a:chOff x="1074286" y="3157384"/>
            <a:chExt cx="10856595" cy="3731260"/>
          </a:xfrm>
        </p:grpSpPr>
        <p:sp>
          <p:nvSpPr>
            <p:cNvPr id="8" name="object 8"/>
            <p:cNvSpPr/>
            <p:nvPr/>
          </p:nvSpPr>
          <p:spPr>
            <a:xfrm>
              <a:off x="1086986" y="3549204"/>
              <a:ext cx="10831195" cy="3326765"/>
            </a:xfrm>
            <a:custGeom>
              <a:avLst/>
              <a:gdLst/>
              <a:ahLst/>
              <a:cxnLst/>
              <a:rect l="l" t="t" r="r" b="b"/>
              <a:pathLst>
                <a:path w="10831195" h="3326765">
                  <a:moveTo>
                    <a:pt x="0" y="97067"/>
                  </a:moveTo>
                  <a:lnTo>
                    <a:pt x="7628" y="59284"/>
                  </a:lnTo>
                  <a:lnTo>
                    <a:pt x="28430" y="28430"/>
                  </a:lnTo>
                  <a:lnTo>
                    <a:pt x="59284" y="7628"/>
                  </a:lnTo>
                  <a:lnTo>
                    <a:pt x="97067" y="0"/>
                  </a:lnTo>
                  <a:lnTo>
                    <a:pt x="10733758" y="0"/>
                  </a:lnTo>
                  <a:lnTo>
                    <a:pt x="10771541" y="7628"/>
                  </a:lnTo>
                  <a:lnTo>
                    <a:pt x="10802395" y="28430"/>
                  </a:lnTo>
                  <a:lnTo>
                    <a:pt x="10823198" y="59284"/>
                  </a:lnTo>
                  <a:lnTo>
                    <a:pt x="10830826" y="97067"/>
                  </a:lnTo>
                  <a:lnTo>
                    <a:pt x="10830826" y="3229410"/>
                  </a:lnTo>
                  <a:lnTo>
                    <a:pt x="10823198" y="3267193"/>
                  </a:lnTo>
                  <a:lnTo>
                    <a:pt x="10802395" y="3298047"/>
                  </a:lnTo>
                  <a:lnTo>
                    <a:pt x="10771541" y="3318849"/>
                  </a:lnTo>
                  <a:lnTo>
                    <a:pt x="10733758" y="3326478"/>
                  </a:lnTo>
                  <a:lnTo>
                    <a:pt x="97067" y="3326478"/>
                  </a:lnTo>
                  <a:lnTo>
                    <a:pt x="59284" y="3318849"/>
                  </a:lnTo>
                  <a:lnTo>
                    <a:pt x="28430" y="3298047"/>
                  </a:lnTo>
                  <a:lnTo>
                    <a:pt x="7628" y="3267193"/>
                  </a:lnTo>
                  <a:lnTo>
                    <a:pt x="0" y="3229410"/>
                  </a:lnTo>
                  <a:lnTo>
                    <a:pt x="0" y="97067"/>
                  </a:lnTo>
                  <a:close/>
                </a:path>
              </a:pathLst>
            </a:custGeom>
            <a:ln w="25400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61155" y="3157384"/>
              <a:ext cx="9177655" cy="736600"/>
            </a:xfrm>
            <a:custGeom>
              <a:avLst/>
              <a:gdLst/>
              <a:ahLst/>
              <a:cxnLst/>
              <a:rect l="l" t="t" r="r" b="b"/>
              <a:pathLst>
                <a:path w="9177655" h="736600">
                  <a:moveTo>
                    <a:pt x="9177348" y="0"/>
                  </a:moveTo>
                  <a:lnTo>
                    <a:pt x="0" y="0"/>
                  </a:lnTo>
                  <a:lnTo>
                    <a:pt x="0" y="736601"/>
                  </a:lnTo>
                  <a:lnTo>
                    <a:pt x="9177348" y="736601"/>
                  </a:lnTo>
                  <a:lnTo>
                    <a:pt x="91773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92974" y="3154171"/>
            <a:ext cx="811466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dirty="0">
                <a:latin typeface="Helvetica"/>
                <a:cs typeface="Helvetica"/>
              </a:rPr>
              <a:t>Brightness</a:t>
            </a:r>
            <a:r>
              <a:rPr sz="4200" b="1" spc="-170" dirty="0">
                <a:latin typeface="Helvetica"/>
                <a:cs typeface="Helvetica"/>
              </a:rPr>
              <a:t> </a:t>
            </a:r>
            <a:r>
              <a:rPr sz="4200" b="1" dirty="0">
                <a:latin typeface="Helvetica"/>
                <a:cs typeface="Helvetica"/>
              </a:rPr>
              <a:t>Constancy</a:t>
            </a:r>
            <a:r>
              <a:rPr sz="4200" b="1" spc="-170" dirty="0">
                <a:latin typeface="Helvetica"/>
                <a:cs typeface="Helvetica"/>
              </a:rPr>
              <a:t> </a:t>
            </a:r>
            <a:r>
              <a:rPr sz="4200" b="1" spc="-10" dirty="0">
                <a:latin typeface="Helvetica"/>
                <a:cs typeface="Helvetica"/>
              </a:rPr>
              <a:t>Equation</a:t>
            </a:r>
            <a:endParaRPr sz="42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03270" y="1333500"/>
            <a:ext cx="67932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Helvetica Light"/>
                <a:cs typeface="Helvetica Light"/>
              </a:rPr>
              <a:t>For</a:t>
            </a:r>
            <a:r>
              <a:rPr sz="2000" spc="-30" dirty="0">
                <a:latin typeface="Helvetica Light"/>
                <a:cs typeface="Helvetica Light"/>
              </a:rPr>
              <a:t> </a:t>
            </a:r>
            <a:r>
              <a:rPr sz="2000" dirty="0">
                <a:latin typeface="Helvetica Light"/>
                <a:cs typeface="Helvetica Light"/>
              </a:rPr>
              <a:t>small</a:t>
            </a:r>
            <a:r>
              <a:rPr sz="2000" spc="-20" dirty="0">
                <a:latin typeface="Helvetica Light"/>
                <a:cs typeface="Helvetica Light"/>
              </a:rPr>
              <a:t> space-</a:t>
            </a:r>
            <a:r>
              <a:rPr sz="2000" dirty="0">
                <a:latin typeface="Helvetica Light"/>
                <a:cs typeface="Helvetica Light"/>
              </a:rPr>
              <a:t>time</a:t>
            </a:r>
            <a:r>
              <a:rPr sz="2000" spc="-30" dirty="0">
                <a:latin typeface="Helvetica Light"/>
                <a:cs typeface="Helvetica Light"/>
              </a:rPr>
              <a:t> </a:t>
            </a:r>
            <a:r>
              <a:rPr sz="2000" dirty="0">
                <a:latin typeface="Helvetica Light"/>
                <a:cs typeface="Helvetica Light"/>
              </a:rPr>
              <a:t>step,</a:t>
            </a:r>
            <a:r>
              <a:rPr sz="2000" spc="-35" dirty="0">
                <a:latin typeface="Helvetica Light"/>
                <a:cs typeface="Helvetica Light"/>
              </a:rPr>
              <a:t> </a:t>
            </a:r>
            <a:r>
              <a:rPr sz="2000" dirty="0">
                <a:latin typeface="Helvetica Light"/>
                <a:cs typeface="Helvetica Light"/>
              </a:rPr>
              <a:t>brightness</a:t>
            </a:r>
            <a:r>
              <a:rPr sz="2000" spc="-30" dirty="0">
                <a:latin typeface="Helvetica Light"/>
                <a:cs typeface="Helvetica Light"/>
              </a:rPr>
              <a:t> </a:t>
            </a:r>
            <a:r>
              <a:rPr sz="2000" dirty="0">
                <a:latin typeface="Helvetica Light"/>
                <a:cs typeface="Helvetica Light"/>
              </a:rPr>
              <a:t>of</a:t>
            </a:r>
            <a:r>
              <a:rPr sz="2000" spc="-35" dirty="0">
                <a:latin typeface="Helvetica Light"/>
                <a:cs typeface="Helvetica Light"/>
              </a:rPr>
              <a:t> </a:t>
            </a:r>
            <a:r>
              <a:rPr sz="2000" dirty="0">
                <a:latin typeface="Helvetica Light"/>
                <a:cs typeface="Helvetica Light"/>
              </a:rPr>
              <a:t>a</a:t>
            </a:r>
            <a:r>
              <a:rPr sz="2000" spc="-30" dirty="0">
                <a:latin typeface="Helvetica Light"/>
                <a:cs typeface="Helvetica Light"/>
              </a:rPr>
              <a:t> </a:t>
            </a:r>
            <a:r>
              <a:rPr sz="2000" dirty="0">
                <a:latin typeface="Helvetica Light"/>
                <a:cs typeface="Helvetica Light"/>
              </a:rPr>
              <a:t>point</a:t>
            </a:r>
            <a:r>
              <a:rPr sz="2000" spc="-35" dirty="0">
                <a:latin typeface="Helvetica Light"/>
                <a:cs typeface="Helvetica Light"/>
              </a:rPr>
              <a:t> </a:t>
            </a:r>
            <a:r>
              <a:rPr sz="2000" dirty="0">
                <a:latin typeface="Helvetica Light"/>
                <a:cs typeface="Helvetica Light"/>
              </a:rPr>
              <a:t>is</a:t>
            </a:r>
            <a:r>
              <a:rPr sz="2000" spc="-30" dirty="0">
                <a:latin typeface="Helvetica Light"/>
                <a:cs typeface="Helvetica Light"/>
              </a:rPr>
              <a:t> </a:t>
            </a:r>
            <a:r>
              <a:rPr sz="2000" dirty="0">
                <a:latin typeface="Helvetica Light"/>
                <a:cs typeface="Helvetica Light"/>
              </a:rPr>
              <a:t>the</a:t>
            </a:r>
            <a:r>
              <a:rPr sz="2000" spc="-30" dirty="0">
                <a:latin typeface="Helvetica Light"/>
                <a:cs typeface="Helvetica Light"/>
              </a:rPr>
              <a:t> </a:t>
            </a:r>
            <a:r>
              <a:rPr sz="2000" spc="-20" dirty="0">
                <a:latin typeface="Helvetica Light"/>
                <a:cs typeface="Helvetica Light"/>
              </a:rPr>
              <a:t>same</a:t>
            </a:r>
            <a:endParaRPr sz="2000">
              <a:latin typeface="Helvetica Light"/>
              <a:cs typeface="Helvetica Ligh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03270" y="1333500"/>
            <a:ext cx="67932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Helvetica Light"/>
                <a:cs typeface="Helvetica Light"/>
              </a:rPr>
              <a:t>For</a:t>
            </a:r>
            <a:r>
              <a:rPr sz="2000" spc="-30" dirty="0">
                <a:latin typeface="Helvetica Light"/>
                <a:cs typeface="Helvetica Light"/>
              </a:rPr>
              <a:t> </a:t>
            </a:r>
            <a:r>
              <a:rPr sz="2000" dirty="0">
                <a:latin typeface="Helvetica Light"/>
                <a:cs typeface="Helvetica Light"/>
              </a:rPr>
              <a:t>small</a:t>
            </a:r>
            <a:r>
              <a:rPr sz="2000" spc="-20" dirty="0">
                <a:latin typeface="Helvetica Light"/>
                <a:cs typeface="Helvetica Light"/>
              </a:rPr>
              <a:t> space-</a:t>
            </a:r>
            <a:r>
              <a:rPr sz="2000" dirty="0">
                <a:latin typeface="Helvetica Light"/>
                <a:cs typeface="Helvetica Light"/>
              </a:rPr>
              <a:t>time</a:t>
            </a:r>
            <a:r>
              <a:rPr sz="2000" spc="-30" dirty="0">
                <a:latin typeface="Helvetica Light"/>
                <a:cs typeface="Helvetica Light"/>
              </a:rPr>
              <a:t> </a:t>
            </a:r>
            <a:r>
              <a:rPr sz="2000" dirty="0">
                <a:latin typeface="Helvetica Light"/>
                <a:cs typeface="Helvetica Light"/>
              </a:rPr>
              <a:t>step,</a:t>
            </a:r>
            <a:r>
              <a:rPr sz="2000" spc="-35" dirty="0">
                <a:latin typeface="Helvetica Light"/>
                <a:cs typeface="Helvetica Light"/>
              </a:rPr>
              <a:t> </a:t>
            </a:r>
            <a:r>
              <a:rPr sz="2000" dirty="0">
                <a:latin typeface="Helvetica Light"/>
                <a:cs typeface="Helvetica Light"/>
              </a:rPr>
              <a:t>brightness</a:t>
            </a:r>
            <a:r>
              <a:rPr sz="2000" spc="-30" dirty="0">
                <a:latin typeface="Helvetica Light"/>
                <a:cs typeface="Helvetica Light"/>
              </a:rPr>
              <a:t> </a:t>
            </a:r>
            <a:r>
              <a:rPr sz="2000" dirty="0">
                <a:latin typeface="Helvetica Light"/>
                <a:cs typeface="Helvetica Light"/>
              </a:rPr>
              <a:t>of</a:t>
            </a:r>
            <a:r>
              <a:rPr sz="2000" spc="-35" dirty="0">
                <a:latin typeface="Helvetica Light"/>
                <a:cs typeface="Helvetica Light"/>
              </a:rPr>
              <a:t> </a:t>
            </a:r>
            <a:r>
              <a:rPr sz="2000" dirty="0">
                <a:latin typeface="Helvetica Light"/>
                <a:cs typeface="Helvetica Light"/>
              </a:rPr>
              <a:t>a</a:t>
            </a:r>
            <a:r>
              <a:rPr sz="2000" spc="-30" dirty="0">
                <a:latin typeface="Helvetica Light"/>
                <a:cs typeface="Helvetica Light"/>
              </a:rPr>
              <a:t> </a:t>
            </a:r>
            <a:r>
              <a:rPr sz="2000" dirty="0">
                <a:latin typeface="Helvetica Light"/>
                <a:cs typeface="Helvetica Light"/>
              </a:rPr>
              <a:t>point</a:t>
            </a:r>
            <a:r>
              <a:rPr sz="2000" spc="-35" dirty="0">
                <a:latin typeface="Helvetica Light"/>
                <a:cs typeface="Helvetica Light"/>
              </a:rPr>
              <a:t> </a:t>
            </a:r>
            <a:r>
              <a:rPr sz="2000" dirty="0">
                <a:latin typeface="Helvetica Light"/>
                <a:cs typeface="Helvetica Light"/>
              </a:rPr>
              <a:t>is</a:t>
            </a:r>
            <a:r>
              <a:rPr sz="2000" spc="-30" dirty="0">
                <a:latin typeface="Helvetica Light"/>
                <a:cs typeface="Helvetica Light"/>
              </a:rPr>
              <a:t> </a:t>
            </a:r>
            <a:r>
              <a:rPr sz="2000" dirty="0">
                <a:latin typeface="Helvetica Light"/>
                <a:cs typeface="Helvetica Light"/>
              </a:rPr>
              <a:t>the</a:t>
            </a:r>
            <a:r>
              <a:rPr sz="2000" spc="-30" dirty="0">
                <a:latin typeface="Helvetica Light"/>
                <a:cs typeface="Helvetica Light"/>
              </a:rPr>
              <a:t> </a:t>
            </a:r>
            <a:r>
              <a:rPr sz="2000" spc="-20" dirty="0">
                <a:latin typeface="Helvetica Light"/>
                <a:cs typeface="Helvetica Light"/>
              </a:rPr>
              <a:t>same</a:t>
            </a:r>
            <a:endParaRPr sz="2000">
              <a:latin typeface="Helvetica Light"/>
              <a:cs typeface="Helvetica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04065" y="4107179"/>
            <a:ext cx="6791959" cy="1479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3815"/>
              </a:lnSpc>
              <a:spcBef>
                <a:spcPts val="100"/>
              </a:spcBef>
            </a:pPr>
            <a:r>
              <a:rPr sz="3200" b="1" spc="-10" dirty="0">
                <a:latin typeface="Helvetica"/>
                <a:cs typeface="Helvetica"/>
              </a:rPr>
              <a:t>Insight:</a:t>
            </a:r>
            <a:endParaRPr sz="3200">
              <a:latin typeface="Helvetica"/>
              <a:cs typeface="Helvetica"/>
            </a:endParaRPr>
          </a:p>
          <a:p>
            <a:pPr algn="ctr">
              <a:lnSpc>
                <a:spcPts val="3804"/>
              </a:lnSpc>
            </a:pPr>
            <a:r>
              <a:rPr sz="3200" dirty="0">
                <a:latin typeface="Helvetica Light"/>
                <a:cs typeface="Helvetica Light"/>
              </a:rPr>
              <a:t>If</a:t>
            </a:r>
            <a:r>
              <a:rPr sz="3200" spc="-20" dirty="0">
                <a:latin typeface="Helvetica Light"/>
                <a:cs typeface="Helvetica Light"/>
              </a:rPr>
              <a:t> </a:t>
            </a:r>
            <a:r>
              <a:rPr sz="3200" dirty="0">
                <a:latin typeface="Helvetica Light"/>
                <a:cs typeface="Helvetica Light"/>
              </a:rPr>
              <a:t>the</a:t>
            </a:r>
            <a:r>
              <a:rPr sz="3200" spc="-25" dirty="0">
                <a:latin typeface="Helvetica Light"/>
                <a:cs typeface="Helvetica Light"/>
              </a:rPr>
              <a:t> </a:t>
            </a:r>
            <a:r>
              <a:rPr sz="3200" dirty="0">
                <a:latin typeface="Helvetica Light"/>
                <a:cs typeface="Helvetica Light"/>
              </a:rPr>
              <a:t>time</a:t>
            </a:r>
            <a:r>
              <a:rPr sz="3200" spc="-20" dirty="0">
                <a:latin typeface="Helvetica Light"/>
                <a:cs typeface="Helvetica Light"/>
              </a:rPr>
              <a:t> </a:t>
            </a:r>
            <a:r>
              <a:rPr sz="3200" dirty="0">
                <a:latin typeface="Helvetica Light"/>
                <a:cs typeface="Helvetica Light"/>
              </a:rPr>
              <a:t>step</a:t>
            </a:r>
            <a:r>
              <a:rPr sz="3200" spc="-25" dirty="0">
                <a:latin typeface="Helvetica Light"/>
                <a:cs typeface="Helvetica Light"/>
              </a:rPr>
              <a:t> </a:t>
            </a:r>
            <a:r>
              <a:rPr sz="3200" dirty="0">
                <a:latin typeface="Helvetica Light"/>
                <a:cs typeface="Helvetica Light"/>
              </a:rPr>
              <a:t>is</a:t>
            </a:r>
            <a:r>
              <a:rPr sz="3200" spc="-20" dirty="0">
                <a:latin typeface="Helvetica Light"/>
                <a:cs typeface="Helvetica Light"/>
              </a:rPr>
              <a:t> </a:t>
            </a:r>
            <a:r>
              <a:rPr sz="3200" dirty="0">
                <a:latin typeface="Helvetica Light"/>
                <a:cs typeface="Helvetica Light"/>
              </a:rPr>
              <a:t>really</a:t>
            </a:r>
            <a:r>
              <a:rPr sz="3200" spc="-15" dirty="0">
                <a:latin typeface="Helvetica Light"/>
                <a:cs typeface="Helvetica Light"/>
              </a:rPr>
              <a:t> </a:t>
            </a:r>
            <a:r>
              <a:rPr sz="3200" spc="-10" dirty="0">
                <a:latin typeface="Helvetica Light"/>
                <a:cs typeface="Helvetica Light"/>
              </a:rPr>
              <a:t>small,</a:t>
            </a:r>
            <a:endParaRPr sz="3200">
              <a:latin typeface="Helvetica Light"/>
              <a:cs typeface="Helvetica Light"/>
            </a:endParaRPr>
          </a:p>
          <a:p>
            <a:pPr algn="ctr">
              <a:lnSpc>
                <a:spcPts val="3829"/>
              </a:lnSpc>
            </a:pPr>
            <a:r>
              <a:rPr sz="3200" dirty="0">
                <a:latin typeface="Helvetica Light"/>
                <a:cs typeface="Helvetica Light"/>
              </a:rPr>
              <a:t>we</a:t>
            </a:r>
            <a:r>
              <a:rPr sz="3200" spc="-35" dirty="0">
                <a:latin typeface="Helvetica Light"/>
                <a:cs typeface="Helvetica Light"/>
              </a:rPr>
              <a:t> </a:t>
            </a:r>
            <a:r>
              <a:rPr sz="3200" dirty="0">
                <a:latin typeface="Helvetica Light"/>
                <a:cs typeface="Helvetica Light"/>
              </a:rPr>
              <a:t>can</a:t>
            </a:r>
            <a:r>
              <a:rPr sz="3200" spc="-35" dirty="0">
                <a:latin typeface="Helvetica Light"/>
                <a:cs typeface="Helvetica Light"/>
              </a:rPr>
              <a:t> </a:t>
            </a:r>
            <a:r>
              <a:rPr sz="3200" i="1" dirty="0">
                <a:latin typeface="Helvetica"/>
                <a:cs typeface="Helvetica"/>
              </a:rPr>
              <a:t>linearize</a:t>
            </a:r>
            <a:r>
              <a:rPr sz="3200" i="1" spc="-35" dirty="0">
                <a:latin typeface="Helvetica"/>
                <a:cs typeface="Helvetica"/>
              </a:rPr>
              <a:t> </a:t>
            </a:r>
            <a:r>
              <a:rPr sz="3200" dirty="0">
                <a:latin typeface="Helvetica Light"/>
                <a:cs typeface="Helvetica Light"/>
              </a:rPr>
              <a:t>the</a:t>
            </a:r>
            <a:r>
              <a:rPr sz="3200" spc="-35" dirty="0">
                <a:latin typeface="Helvetica Light"/>
                <a:cs typeface="Helvetica Light"/>
              </a:rPr>
              <a:t> </a:t>
            </a:r>
            <a:r>
              <a:rPr sz="3200" dirty="0">
                <a:latin typeface="Helvetica Light"/>
                <a:cs typeface="Helvetica Light"/>
              </a:rPr>
              <a:t>intensity</a:t>
            </a:r>
            <a:r>
              <a:rPr sz="3200" spc="-30" dirty="0">
                <a:latin typeface="Helvetica Light"/>
                <a:cs typeface="Helvetica Light"/>
              </a:rPr>
              <a:t> </a:t>
            </a:r>
            <a:r>
              <a:rPr sz="3200" spc="-10" dirty="0">
                <a:latin typeface="Helvetica Light"/>
                <a:cs typeface="Helvetica Light"/>
              </a:rPr>
              <a:t>function</a:t>
            </a:r>
            <a:endParaRPr sz="3200">
              <a:latin typeface="Helvetica Light"/>
              <a:cs typeface="Helvetica Ligh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9167" y="634242"/>
            <a:ext cx="8586463" cy="56031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34836" y="1714605"/>
            <a:ext cx="11135360" cy="2167890"/>
          </a:xfrm>
          <a:custGeom>
            <a:avLst/>
            <a:gdLst/>
            <a:ahLst/>
            <a:cxnLst/>
            <a:rect l="l" t="t" r="r" b="b"/>
            <a:pathLst>
              <a:path w="11135360" h="2167890">
                <a:moveTo>
                  <a:pt x="0" y="154021"/>
                </a:moveTo>
                <a:lnTo>
                  <a:pt x="7852" y="105339"/>
                </a:lnTo>
                <a:lnTo>
                  <a:pt x="29717" y="63058"/>
                </a:lnTo>
                <a:lnTo>
                  <a:pt x="63058" y="29717"/>
                </a:lnTo>
                <a:lnTo>
                  <a:pt x="105338" y="7852"/>
                </a:lnTo>
                <a:lnTo>
                  <a:pt x="154021" y="0"/>
                </a:lnTo>
                <a:lnTo>
                  <a:pt x="10981105" y="0"/>
                </a:lnTo>
                <a:lnTo>
                  <a:pt x="11029787" y="7852"/>
                </a:lnTo>
                <a:lnTo>
                  <a:pt x="11072067" y="29717"/>
                </a:lnTo>
                <a:lnTo>
                  <a:pt x="11105408" y="63058"/>
                </a:lnTo>
                <a:lnTo>
                  <a:pt x="11127274" y="105339"/>
                </a:lnTo>
                <a:lnTo>
                  <a:pt x="11135126" y="154021"/>
                </a:lnTo>
                <a:lnTo>
                  <a:pt x="11135126" y="2013512"/>
                </a:lnTo>
                <a:lnTo>
                  <a:pt x="11127274" y="2062194"/>
                </a:lnTo>
                <a:lnTo>
                  <a:pt x="11105408" y="2104475"/>
                </a:lnTo>
                <a:lnTo>
                  <a:pt x="11072067" y="2137816"/>
                </a:lnTo>
                <a:lnTo>
                  <a:pt x="11029787" y="2159681"/>
                </a:lnTo>
                <a:lnTo>
                  <a:pt x="10981105" y="2167534"/>
                </a:lnTo>
                <a:lnTo>
                  <a:pt x="154021" y="2167534"/>
                </a:lnTo>
                <a:lnTo>
                  <a:pt x="105338" y="2159681"/>
                </a:lnTo>
                <a:lnTo>
                  <a:pt x="63058" y="2137816"/>
                </a:lnTo>
                <a:lnTo>
                  <a:pt x="29717" y="2104475"/>
                </a:lnTo>
                <a:lnTo>
                  <a:pt x="7852" y="2062194"/>
                </a:lnTo>
                <a:lnTo>
                  <a:pt x="0" y="2013512"/>
                </a:lnTo>
                <a:lnTo>
                  <a:pt x="0" y="154021"/>
                </a:lnTo>
                <a:close/>
              </a:path>
            </a:pathLst>
          </a:custGeom>
          <a:ln w="25400">
            <a:solidFill>
              <a:srgbClr val="F38F1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18693" y="1957323"/>
            <a:ext cx="5967095" cy="761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latin typeface="Helvetica Light"/>
                <a:cs typeface="Helvetica Light"/>
              </a:rPr>
              <a:t>Multivariable</a:t>
            </a:r>
            <a:r>
              <a:rPr sz="2800" b="0" spc="-85" dirty="0">
                <a:latin typeface="Helvetica Light"/>
                <a:cs typeface="Helvetica Light"/>
              </a:rPr>
              <a:t> </a:t>
            </a:r>
            <a:r>
              <a:rPr sz="2800" b="0" dirty="0">
                <a:latin typeface="Helvetica Light"/>
                <a:cs typeface="Helvetica Light"/>
              </a:rPr>
              <a:t>Taylor</a:t>
            </a:r>
            <a:r>
              <a:rPr sz="2800" b="0" spc="-80" dirty="0">
                <a:latin typeface="Helvetica Light"/>
                <a:cs typeface="Helvetica Light"/>
              </a:rPr>
              <a:t> </a:t>
            </a:r>
            <a:r>
              <a:rPr sz="2800" b="0" dirty="0">
                <a:latin typeface="Helvetica Light"/>
                <a:cs typeface="Helvetica Light"/>
              </a:rPr>
              <a:t>Series</a:t>
            </a:r>
            <a:r>
              <a:rPr sz="2800" b="0" spc="-85" dirty="0">
                <a:latin typeface="Helvetica Light"/>
                <a:cs typeface="Helvetica Light"/>
              </a:rPr>
              <a:t> </a:t>
            </a:r>
            <a:r>
              <a:rPr sz="2800" b="0" spc="-10" dirty="0">
                <a:latin typeface="Helvetica Light"/>
                <a:cs typeface="Helvetica Light"/>
              </a:rPr>
              <a:t>Expansion</a:t>
            </a:r>
            <a:endParaRPr sz="2800">
              <a:latin typeface="Helvetica Light"/>
              <a:cs typeface="Helvetica Light"/>
            </a:endParaRPr>
          </a:p>
          <a:p>
            <a:pPr marL="635" algn="ctr">
              <a:lnSpc>
                <a:spcPct val="100000"/>
              </a:lnSpc>
              <a:spcBef>
                <a:spcPts val="30"/>
              </a:spcBef>
            </a:pPr>
            <a:r>
              <a:rPr sz="2000" b="0" dirty="0">
                <a:latin typeface="Helvetica Light"/>
                <a:cs typeface="Helvetica Light"/>
              </a:rPr>
              <a:t>(First</a:t>
            </a:r>
            <a:r>
              <a:rPr sz="2000" b="0" spc="-65" dirty="0">
                <a:latin typeface="Helvetica Light"/>
                <a:cs typeface="Helvetica Light"/>
              </a:rPr>
              <a:t> </a:t>
            </a:r>
            <a:r>
              <a:rPr sz="2000" b="0" dirty="0">
                <a:latin typeface="Helvetica Light"/>
                <a:cs typeface="Helvetica Light"/>
              </a:rPr>
              <a:t>order</a:t>
            </a:r>
            <a:r>
              <a:rPr sz="2000" b="0" spc="-60" dirty="0">
                <a:latin typeface="Helvetica Light"/>
                <a:cs typeface="Helvetica Light"/>
              </a:rPr>
              <a:t> </a:t>
            </a:r>
            <a:r>
              <a:rPr sz="2000" b="0" dirty="0">
                <a:latin typeface="Helvetica Light"/>
                <a:cs typeface="Helvetica Light"/>
              </a:rPr>
              <a:t>approximation,</a:t>
            </a:r>
            <a:r>
              <a:rPr sz="2000" b="0" spc="-60" dirty="0">
                <a:latin typeface="Helvetica Light"/>
                <a:cs typeface="Helvetica Light"/>
              </a:rPr>
              <a:t> </a:t>
            </a:r>
            <a:r>
              <a:rPr sz="2000" b="0" dirty="0">
                <a:latin typeface="Helvetica Light"/>
                <a:cs typeface="Helvetica Light"/>
              </a:rPr>
              <a:t>two</a:t>
            </a:r>
            <a:r>
              <a:rPr sz="2000" b="0" spc="-60" dirty="0">
                <a:latin typeface="Helvetica Light"/>
                <a:cs typeface="Helvetica Light"/>
              </a:rPr>
              <a:t> </a:t>
            </a:r>
            <a:r>
              <a:rPr sz="2000" b="0" spc="-10" dirty="0">
                <a:latin typeface="Helvetica Light"/>
                <a:cs typeface="Helvetica Light"/>
              </a:rPr>
              <a:t>variables)</a:t>
            </a:r>
            <a:endParaRPr sz="2000">
              <a:latin typeface="Helvetica Light"/>
              <a:cs typeface="Helvetica Ligh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5750" y="3070116"/>
            <a:ext cx="9893300" cy="48260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4836" y="1714605"/>
            <a:ext cx="11135360" cy="2167890"/>
          </a:xfrm>
          <a:custGeom>
            <a:avLst/>
            <a:gdLst/>
            <a:ahLst/>
            <a:cxnLst/>
            <a:rect l="l" t="t" r="r" b="b"/>
            <a:pathLst>
              <a:path w="11135360" h="2167890">
                <a:moveTo>
                  <a:pt x="0" y="154021"/>
                </a:moveTo>
                <a:lnTo>
                  <a:pt x="7852" y="105339"/>
                </a:lnTo>
                <a:lnTo>
                  <a:pt x="29717" y="63058"/>
                </a:lnTo>
                <a:lnTo>
                  <a:pt x="63058" y="29717"/>
                </a:lnTo>
                <a:lnTo>
                  <a:pt x="105338" y="7852"/>
                </a:lnTo>
                <a:lnTo>
                  <a:pt x="154021" y="0"/>
                </a:lnTo>
                <a:lnTo>
                  <a:pt x="10981105" y="0"/>
                </a:lnTo>
                <a:lnTo>
                  <a:pt x="11029787" y="7852"/>
                </a:lnTo>
                <a:lnTo>
                  <a:pt x="11072067" y="29717"/>
                </a:lnTo>
                <a:lnTo>
                  <a:pt x="11105408" y="63058"/>
                </a:lnTo>
                <a:lnTo>
                  <a:pt x="11127274" y="105339"/>
                </a:lnTo>
                <a:lnTo>
                  <a:pt x="11135126" y="154021"/>
                </a:lnTo>
                <a:lnTo>
                  <a:pt x="11135126" y="2013512"/>
                </a:lnTo>
                <a:lnTo>
                  <a:pt x="11127274" y="2062194"/>
                </a:lnTo>
                <a:lnTo>
                  <a:pt x="11105408" y="2104475"/>
                </a:lnTo>
                <a:lnTo>
                  <a:pt x="11072067" y="2137816"/>
                </a:lnTo>
                <a:lnTo>
                  <a:pt x="11029787" y="2159681"/>
                </a:lnTo>
                <a:lnTo>
                  <a:pt x="10981105" y="2167534"/>
                </a:lnTo>
                <a:lnTo>
                  <a:pt x="154021" y="2167534"/>
                </a:lnTo>
                <a:lnTo>
                  <a:pt x="105338" y="2159681"/>
                </a:lnTo>
                <a:lnTo>
                  <a:pt x="63058" y="2137816"/>
                </a:lnTo>
                <a:lnTo>
                  <a:pt x="29717" y="2104475"/>
                </a:lnTo>
                <a:lnTo>
                  <a:pt x="7852" y="2062194"/>
                </a:lnTo>
                <a:lnTo>
                  <a:pt x="0" y="2013512"/>
                </a:lnTo>
                <a:lnTo>
                  <a:pt x="0" y="154021"/>
                </a:lnTo>
                <a:close/>
              </a:path>
            </a:pathLst>
          </a:custGeom>
          <a:ln w="25400">
            <a:solidFill>
              <a:srgbClr val="F38F1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9167" y="634242"/>
            <a:ext cx="8586463" cy="56031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18693" y="1957323"/>
            <a:ext cx="5967095" cy="761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latin typeface="Helvetica Light"/>
                <a:cs typeface="Helvetica Light"/>
              </a:rPr>
              <a:t>Multivariable</a:t>
            </a:r>
            <a:r>
              <a:rPr sz="2800" b="0" spc="-85" dirty="0">
                <a:latin typeface="Helvetica Light"/>
                <a:cs typeface="Helvetica Light"/>
              </a:rPr>
              <a:t> </a:t>
            </a:r>
            <a:r>
              <a:rPr sz="2800" b="0" dirty="0">
                <a:latin typeface="Helvetica Light"/>
                <a:cs typeface="Helvetica Light"/>
              </a:rPr>
              <a:t>Taylor</a:t>
            </a:r>
            <a:r>
              <a:rPr sz="2800" b="0" spc="-80" dirty="0">
                <a:latin typeface="Helvetica Light"/>
                <a:cs typeface="Helvetica Light"/>
              </a:rPr>
              <a:t> </a:t>
            </a:r>
            <a:r>
              <a:rPr sz="2800" b="0" dirty="0">
                <a:latin typeface="Helvetica Light"/>
                <a:cs typeface="Helvetica Light"/>
              </a:rPr>
              <a:t>Series</a:t>
            </a:r>
            <a:r>
              <a:rPr sz="2800" b="0" spc="-85" dirty="0">
                <a:latin typeface="Helvetica Light"/>
                <a:cs typeface="Helvetica Light"/>
              </a:rPr>
              <a:t> </a:t>
            </a:r>
            <a:r>
              <a:rPr sz="2800" b="0" spc="-10" dirty="0">
                <a:latin typeface="Helvetica Light"/>
                <a:cs typeface="Helvetica Light"/>
              </a:rPr>
              <a:t>Expansion</a:t>
            </a:r>
            <a:endParaRPr sz="2800">
              <a:latin typeface="Helvetica Light"/>
              <a:cs typeface="Helvetica Light"/>
            </a:endParaRPr>
          </a:p>
          <a:p>
            <a:pPr marL="635" algn="ctr">
              <a:lnSpc>
                <a:spcPct val="100000"/>
              </a:lnSpc>
              <a:spcBef>
                <a:spcPts val="30"/>
              </a:spcBef>
            </a:pPr>
            <a:r>
              <a:rPr sz="2000" b="0" dirty="0">
                <a:latin typeface="Helvetica Light"/>
                <a:cs typeface="Helvetica Light"/>
              </a:rPr>
              <a:t>(First</a:t>
            </a:r>
            <a:r>
              <a:rPr sz="2000" b="0" spc="-65" dirty="0">
                <a:latin typeface="Helvetica Light"/>
                <a:cs typeface="Helvetica Light"/>
              </a:rPr>
              <a:t> </a:t>
            </a:r>
            <a:r>
              <a:rPr sz="2000" b="0" dirty="0">
                <a:latin typeface="Helvetica Light"/>
                <a:cs typeface="Helvetica Light"/>
              </a:rPr>
              <a:t>order</a:t>
            </a:r>
            <a:r>
              <a:rPr sz="2000" b="0" spc="-60" dirty="0">
                <a:latin typeface="Helvetica Light"/>
                <a:cs typeface="Helvetica Light"/>
              </a:rPr>
              <a:t> </a:t>
            </a:r>
            <a:r>
              <a:rPr sz="2000" b="0" dirty="0">
                <a:latin typeface="Helvetica Light"/>
                <a:cs typeface="Helvetica Light"/>
              </a:rPr>
              <a:t>approximation,</a:t>
            </a:r>
            <a:r>
              <a:rPr sz="2000" b="0" spc="-60" dirty="0">
                <a:latin typeface="Helvetica Light"/>
                <a:cs typeface="Helvetica Light"/>
              </a:rPr>
              <a:t> </a:t>
            </a:r>
            <a:r>
              <a:rPr sz="2000" b="0" dirty="0">
                <a:latin typeface="Helvetica Light"/>
                <a:cs typeface="Helvetica Light"/>
              </a:rPr>
              <a:t>two</a:t>
            </a:r>
            <a:r>
              <a:rPr sz="2000" b="0" spc="-60" dirty="0">
                <a:latin typeface="Helvetica Light"/>
                <a:cs typeface="Helvetica Light"/>
              </a:rPr>
              <a:t> </a:t>
            </a:r>
            <a:r>
              <a:rPr sz="2000" b="0" spc="-10" dirty="0">
                <a:latin typeface="Helvetica Light"/>
                <a:cs typeface="Helvetica Light"/>
              </a:rPr>
              <a:t>variables)</a:t>
            </a:r>
            <a:endParaRPr sz="2000">
              <a:latin typeface="Helvetica Light"/>
              <a:cs typeface="Helvetica Ligh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5750" y="3070116"/>
            <a:ext cx="9893300" cy="4826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991253" y="4797044"/>
            <a:ext cx="2144395" cy="7600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sz="2400" dirty="0">
                <a:latin typeface="Helvetica Light"/>
                <a:cs typeface="Helvetica Light"/>
              </a:rPr>
              <a:t>assuming</a:t>
            </a:r>
            <a:r>
              <a:rPr sz="2400" spc="-100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small motion</a:t>
            </a:r>
            <a:endParaRPr sz="2400">
              <a:latin typeface="Helvetica Light"/>
              <a:cs typeface="Helvetica Ligh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81100" y="4673582"/>
            <a:ext cx="8421782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9167" y="634242"/>
            <a:ext cx="8586463" cy="56031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991253" y="4797044"/>
            <a:ext cx="2144395" cy="7600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sz="2400" dirty="0">
                <a:latin typeface="Helvetica Light"/>
                <a:cs typeface="Helvetica Light"/>
              </a:rPr>
              <a:t>assuming</a:t>
            </a:r>
            <a:r>
              <a:rPr sz="2400" spc="-100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small motion</a:t>
            </a:r>
            <a:endParaRPr sz="2400">
              <a:latin typeface="Helvetica Light"/>
              <a:cs typeface="Helvetica 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1100" y="4673582"/>
            <a:ext cx="8421782" cy="10160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34836" y="1714605"/>
            <a:ext cx="11135360" cy="2167890"/>
          </a:xfrm>
          <a:custGeom>
            <a:avLst/>
            <a:gdLst/>
            <a:ahLst/>
            <a:cxnLst/>
            <a:rect l="l" t="t" r="r" b="b"/>
            <a:pathLst>
              <a:path w="11135360" h="2167890">
                <a:moveTo>
                  <a:pt x="0" y="154021"/>
                </a:moveTo>
                <a:lnTo>
                  <a:pt x="7852" y="105339"/>
                </a:lnTo>
                <a:lnTo>
                  <a:pt x="29717" y="63058"/>
                </a:lnTo>
                <a:lnTo>
                  <a:pt x="63058" y="29717"/>
                </a:lnTo>
                <a:lnTo>
                  <a:pt x="105338" y="7852"/>
                </a:lnTo>
                <a:lnTo>
                  <a:pt x="154021" y="0"/>
                </a:lnTo>
                <a:lnTo>
                  <a:pt x="10981105" y="0"/>
                </a:lnTo>
                <a:lnTo>
                  <a:pt x="11029787" y="7852"/>
                </a:lnTo>
                <a:lnTo>
                  <a:pt x="11072067" y="29717"/>
                </a:lnTo>
                <a:lnTo>
                  <a:pt x="11105408" y="63058"/>
                </a:lnTo>
                <a:lnTo>
                  <a:pt x="11127274" y="105339"/>
                </a:lnTo>
                <a:lnTo>
                  <a:pt x="11135126" y="154021"/>
                </a:lnTo>
                <a:lnTo>
                  <a:pt x="11135126" y="2013512"/>
                </a:lnTo>
                <a:lnTo>
                  <a:pt x="11127274" y="2062194"/>
                </a:lnTo>
                <a:lnTo>
                  <a:pt x="11105408" y="2104475"/>
                </a:lnTo>
                <a:lnTo>
                  <a:pt x="11072067" y="2137816"/>
                </a:lnTo>
                <a:lnTo>
                  <a:pt x="11029787" y="2159681"/>
                </a:lnTo>
                <a:lnTo>
                  <a:pt x="10981105" y="2167534"/>
                </a:lnTo>
                <a:lnTo>
                  <a:pt x="154021" y="2167534"/>
                </a:lnTo>
                <a:lnTo>
                  <a:pt x="105338" y="2159681"/>
                </a:lnTo>
                <a:lnTo>
                  <a:pt x="63058" y="2137816"/>
                </a:lnTo>
                <a:lnTo>
                  <a:pt x="29717" y="2104475"/>
                </a:lnTo>
                <a:lnTo>
                  <a:pt x="7852" y="2062194"/>
                </a:lnTo>
                <a:lnTo>
                  <a:pt x="0" y="2013512"/>
                </a:lnTo>
                <a:lnTo>
                  <a:pt x="0" y="154021"/>
                </a:lnTo>
                <a:close/>
              </a:path>
            </a:pathLst>
          </a:custGeom>
          <a:ln w="25400">
            <a:solidFill>
              <a:srgbClr val="F38F1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518693" y="1957323"/>
            <a:ext cx="5967095" cy="761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latin typeface="Helvetica Light"/>
                <a:cs typeface="Helvetica Light"/>
              </a:rPr>
              <a:t>Multivariable</a:t>
            </a:r>
            <a:r>
              <a:rPr sz="2800" b="0" spc="-85" dirty="0">
                <a:latin typeface="Helvetica Light"/>
                <a:cs typeface="Helvetica Light"/>
              </a:rPr>
              <a:t> </a:t>
            </a:r>
            <a:r>
              <a:rPr sz="2800" b="0" dirty="0">
                <a:latin typeface="Helvetica Light"/>
                <a:cs typeface="Helvetica Light"/>
              </a:rPr>
              <a:t>Taylor</a:t>
            </a:r>
            <a:r>
              <a:rPr sz="2800" b="0" spc="-80" dirty="0">
                <a:latin typeface="Helvetica Light"/>
                <a:cs typeface="Helvetica Light"/>
              </a:rPr>
              <a:t> </a:t>
            </a:r>
            <a:r>
              <a:rPr sz="2800" b="0" dirty="0">
                <a:latin typeface="Helvetica Light"/>
                <a:cs typeface="Helvetica Light"/>
              </a:rPr>
              <a:t>Series</a:t>
            </a:r>
            <a:r>
              <a:rPr sz="2800" b="0" spc="-85" dirty="0">
                <a:latin typeface="Helvetica Light"/>
                <a:cs typeface="Helvetica Light"/>
              </a:rPr>
              <a:t> </a:t>
            </a:r>
            <a:r>
              <a:rPr sz="2800" b="0" spc="-10" dirty="0">
                <a:latin typeface="Helvetica Light"/>
                <a:cs typeface="Helvetica Light"/>
              </a:rPr>
              <a:t>Expansion</a:t>
            </a:r>
            <a:endParaRPr sz="2800">
              <a:latin typeface="Helvetica Light"/>
              <a:cs typeface="Helvetica Light"/>
            </a:endParaRPr>
          </a:p>
          <a:p>
            <a:pPr marL="635" algn="ctr">
              <a:lnSpc>
                <a:spcPct val="100000"/>
              </a:lnSpc>
              <a:spcBef>
                <a:spcPts val="30"/>
              </a:spcBef>
            </a:pPr>
            <a:r>
              <a:rPr sz="2000" b="0" dirty="0">
                <a:latin typeface="Helvetica Light"/>
                <a:cs typeface="Helvetica Light"/>
              </a:rPr>
              <a:t>(First</a:t>
            </a:r>
            <a:r>
              <a:rPr sz="2000" b="0" spc="-65" dirty="0">
                <a:latin typeface="Helvetica Light"/>
                <a:cs typeface="Helvetica Light"/>
              </a:rPr>
              <a:t> </a:t>
            </a:r>
            <a:r>
              <a:rPr sz="2000" b="0" dirty="0">
                <a:latin typeface="Helvetica Light"/>
                <a:cs typeface="Helvetica Light"/>
              </a:rPr>
              <a:t>order</a:t>
            </a:r>
            <a:r>
              <a:rPr sz="2000" b="0" spc="-60" dirty="0">
                <a:latin typeface="Helvetica Light"/>
                <a:cs typeface="Helvetica Light"/>
              </a:rPr>
              <a:t> </a:t>
            </a:r>
            <a:r>
              <a:rPr sz="2000" b="0" dirty="0">
                <a:latin typeface="Helvetica Light"/>
                <a:cs typeface="Helvetica Light"/>
              </a:rPr>
              <a:t>approximation,</a:t>
            </a:r>
            <a:r>
              <a:rPr sz="2000" b="0" spc="-60" dirty="0">
                <a:latin typeface="Helvetica Light"/>
                <a:cs typeface="Helvetica Light"/>
              </a:rPr>
              <a:t> </a:t>
            </a:r>
            <a:r>
              <a:rPr sz="2000" b="0" dirty="0">
                <a:latin typeface="Helvetica Light"/>
                <a:cs typeface="Helvetica Light"/>
              </a:rPr>
              <a:t>two</a:t>
            </a:r>
            <a:r>
              <a:rPr sz="2000" b="0" spc="-60" dirty="0">
                <a:latin typeface="Helvetica Light"/>
                <a:cs typeface="Helvetica Light"/>
              </a:rPr>
              <a:t> </a:t>
            </a:r>
            <a:r>
              <a:rPr sz="2000" b="0" spc="-10" dirty="0">
                <a:latin typeface="Helvetica Light"/>
                <a:cs typeface="Helvetica Light"/>
              </a:rPr>
              <a:t>variables)</a:t>
            </a:r>
            <a:endParaRPr sz="2000">
              <a:latin typeface="Helvetica Light"/>
              <a:cs typeface="Helvetica Ligh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55750" y="3070116"/>
            <a:ext cx="9893300" cy="48260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590285" y="5454396"/>
            <a:ext cx="8528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Helvetica Light"/>
                <a:cs typeface="Helvetica Light"/>
              </a:rPr>
              <a:t>fixed</a:t>
            </a:r>
            <a:r>
              <a:rPr sz="1400" spc="-25" dirty="0">
                <a:latin typeface="Helvetica Light"/>
                <a:cs typeface="Helvetica Light"/>
              </a:rPr>
              <a:t> </a:t>
            </a:r>
            <a:r>
              <a:rPr sz="1400" spc="-10" dirty="0">
                <a:latin typeface="Helvetica Light"/>
                <a:cs typeface="Helvetica Light"/>
              </a:rPr>
              <a:t>point</a:t>
            </a:r>
            <a:endParaRPr sz="1400">
              <a:latin typeface="Helvetica Light"/>
              <a:cs typeface="Helvetica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91077" y="4305300"/>
            <a:ext cx="13360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Helvetica Light"/>
                <a:cs typeface="Helvetica Light"/>
              </a:rPr>
              <a:t>partial</a:t>
            </a:r>
            <a:r>
              <a:rPr sz="1400" spc="-40" dirty="0">
                <a:latin typeface="Helvetica Light"/>
                <a:cs typeface="Helvetica Light"/>
              </a:rPr>
              <a:t> </a:t>
            </a:r>
            <a:r>
              <a:rPr sz="1400" spc="-10" dirty="0">
                <a:latin typeface="Helvetica Light"/>
                <a:cs typeface="Helvetica Light"/>
              </a:rPr>
              <a:t>derivative</a:t>
            </a:r>
            <a:endParaRPr sz="1400">
              <a:latin typeface="Helvetica Light"/>
              <a:cs typeface="Helvetica Ligh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9167" y="634242"/>
            <a:ext cx="8586463" cy="56031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991253" y="4797044"/>
            <a:ext cx="2144395" cy="202501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sz="2400" dirty="0">
                <a:latin typeface="Helvetica Light"/>
                <a:cs typeface="Helvetica Light"/>
              </a:rPr>
              <a:t>assuming</a:t>
            </a:r>
            <a:r>
              <a:rPr sz="2400" spc="-100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small motion</a:t>
            </a:r>
            <a:endParaRPr sz="2400">
              <a:latin typeface="Helvetica Light"/>
              <a:cs typeface="Helvetica Light"/>
            </a:endParaRPr>
          </a:p>
          <a:p>
            <a:pPr>
              <a:lnSpc>
                <a:spcPct val="100000"/>
              </a:lnSpc>
            </a:pPr>
            <a:endParaRPr sz="2400">
              <a:latin typeface="Helvetica Light"/>
              <a:cs typeface="Helvetica Light"/>
            </a:endParaRPr>
          </a:p>
          <a:p>
            <a:pPr>
              <a:lnSpc>
                <a:spcPct val="100000"/>
              </a:lnSpc>
              <a:spcBef>
                <a:spcPts val="2280"/>
              </a:spcBef>
            </a:pPr>
            <a:endParaRPr sz="2400">
              <a:latin typeface="Helvetica Light"/>
              <a:cs typeface="Helvetica Ligh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Helvetica Light"/>
                <a:cs typeface="Helvetica Light"/>
              </a:rPr>
              <a:t>cancel</a:t>
            </a:r>
            <a:r>
              <a:rPr sz="2400" spc="-75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terms</a:t>
            </a:r>
            <a:endParaRPr sz="2400">
              <a:latin typeface="Helvetica Light"/>
              <a:cs typeface="Helvetica 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1100" y="4673582"/>
            <a:ext cx="8421782" cy="10160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41700" y="6144881"/>
            <a:ext cx="4896385" cy="101600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34836" y="1714605"/>
            <a:ext cx="11135360" cy="2167890"/>
          </a:xfrm>
          <a:custGeom>
            <a:avLst/>
            <a:gdLst/>
            <a:ahLst/>
            <a:cxnLst/>
            <a:rect l="l" t="t" r="r" b="b"/>
            <a:pathLst>
              <a:path w="11135360" h="2167890">
                <a:moveTo>
                  <a:pt x="0" y="154021"/>
                </a:moveTo>
                <a:lnTo>
                  <a:pt x="7852" y="105339"/>
                </a:lnTo>
                <a:lnTo>
                  <a:pt x="29717" y="63058"/>
                </a:lnTo>
                <a:lnTo>
                  <a:pt x="63058" y="29717"/>
                </a:lnTo>
                <a:lnTo>
                  <a:pt x="105338" y="7852"/>
                </a:lnTo>
                <a:lnTo>
                  <a:pt x="154021" y="0"/>
                </a:lnTo>
                <a:lnTo>
                  <a:pt x="10981105" y="0"/>
                </a:lnTo>
                <a:lnTo>
                  <a:pt x="11029787" y="7852"/>
                </a:lnTo>
                <a:lnTo>
                  <a:pt x="11072067" y="29717"/>
                </a:lnTo>
                <a:lnTo>
                  <a:pt x="11105408" y="63058"/>
                </a:lnTo>
                <a:lnTo>
                  <a:pt x="11127274" y="105339"/>
                </a:lnTo>
                <a:lnTo>
                  <a:pt x="11135126" y="154021"/>
                </a:lnTo>
                <a:lnTo>
                  <a:pt x="11135126" y="2013512"/>
                </a:lnTo>
                <a:lnTo>
                  <a:pt x="11127274" y="2062194"/>
                </a:lnTo>
                <a:lnTo>
                  <a:pt x="11105408" y="2104475"/>
                </a:lnTo>
                <a:lnTo>
                  <a:pt x="11072067" y="2137816"/>
                </a:lnTo>
                <a:lnTo>
                  <a:pt x="11029787" y="2159681"/>
                </a:lnTo>
                <a:lnTo>
                  <a:pt x="10981105" y="2167534"/>
                </a:lnTo>
                <a:lnTo>
                  <a:pt x="154021" y="2167534"/>
                </a:lnTo>
                <a:lnTo>
                  <a:pt x="105338" y="2159681"/>
                </a:lnTo>
                <a:lnTo>
                  <a:pt x="63058" y="2137816"/>
                </a:lnTo>
                <a:lnTo>
                  <a:pt x="29717" y="2104475"/>
                </a:lnTo>
                <a:lnTo>
                  <a:pt x="7852" y="2062194"/>
                </a:lnTo>
                <a:lnTo>
                  <a:pt x="0" y="2013512"/>
                </a:lnTo>
                <a:lnTo>
                  <a:pt x="0" y="154021"/>
                </a:lnTo>
                <a:close/>
              </a:path>
            </a:pathLst>
          </a:custGeom>
          <a:ln w="25400">
            <a:solidFill>
              <a:srgbClr val="F38F1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518693" y="1957323"/>
            <a:ext cx="5967095" cy="761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latin typeface="Helvetica Light"/>
                <a:cs typeface="Helvetica Light"/>
              </a:rPr>
              <a:t>Multivariable</a:t>
            </a:r>
            <a:r>
              <a:rPr sz="2800" b="0" spc="-85" dirty="0">
                <a:latin typeface="Helvetica Light"/>
                <a:cs typeface="Helvetica Light"/>
              </a:rPr>
              <a:t> </a:t>
            </a:r>
            <a:r>
              <a:rPr sz="2800" b="0" dirty="0">
                <a:latin typeface="Helvetica Light"/>
                <a:cs typeface="Helvetica Light"/>
              </a:rPr>
              <a:t>Taylor</a:t>
            </a:r>
            <a:r>
              <a:rPr sz="2800" b="0" spc="-80" dirty="0">
                <a:latin typeface="Helvetica Light"/>
                <a:cs typeface="Helvetica Light"/>
              </a:rPr>
              <a:t> </a:t>
            </a:r>
            <a:r>
              <a:rPr sz="2800" b="0" dirty="0">
                <a:latin typeface="Helvetica Light"/>
                <a:cs typeface="Helvetica Light"/>
              </a:rPr>
              <a:t>Series</a:t>
            </a:r>
            <a:r>
              <a:rPr sz="2800" b="0" spc="-85" dirty="0">
                <a:latin typeface="Helvetica Light"/>
                <a:cs typeface="Helvetica Light"/>
              </a:rPr>
              <a:t> </a:t>
            </a:r>
            <a:r>
              <a:rPr sz="2800" b="0" spc="-10" dirty="0">
                <a:latin typeface="Helvetica Light"/>
                <a:cs typeface="Helvetica Light"/>
              </a:rPr>
              <a:t>Expansion</a:t>
            </a:r>
            <a:endParaRPr sz="2800">
              <a:latin typeface="Helvetica Light"/>
              <a:cs typeface="Helvetica Light"/>
            </a:endParaRPr>
          </a:p>
          <a:p>
            <a:pPr marL="635" algn="ctr">
              <a:lnSpc>
                <a:spcPct val="100000"/>
              </a:lnSpc>
              <a:spcBef>
                <a:spcPts val="30"/>
              </a:spcBef>
            </a:pPr>
            <a:r>
              <a:rPr sz="2000" b="0" dirty="0">
                <a:latin typeface="Helvetica Light"/>
                <a:cs typeface="Helvetica Light"/>
              </a:rPr>
              <a:t>(First</a:t>
            </a:r>
            <a:r>
              <a:rPr sz="2000" b="0" spc="-65" dirty="0">
                <a:latin typeface="Helvetica Light"/>
                <a:cs typeface="Helvetica Light"/>
              </a:rPr>
              <a:t> </a:t>
            </a:r>
            <a:r>
              <a:rPr sz="2000" b="0" dirty="0">
                <a:latin typeface="Helvetica Light"/>
                <a:cs typeface="Helvetica Light"/>
              </a:rPr>
              <a:t>order</a:t>
            </a:r>
            <a:r>
              <a:rPr sz="2000" b="0" spc="-60" dirty="0">
                <a:latin typeface="Helvetica Light"/>
                <a:cs typeface="Helvetica Light"/>
              </a:rPr>
              <a:t> </a:t>
            </a:r>
            <a:r>
              <a:rPr sz="2000" b="0" dirty="0">
                <a:latin typeface="Helvetica Light"/>
                <a:cs typeface="Helvetica Light"/>
              </a:rPr>
              <a:t>approximation,</a:t>
            </a:r>
            <a:r>
              <a:rPr sz="2000" b="0" spc="-60" dirty="0">
                <a:latin typeface="Helvetica Light"/>
                <a:cs typeface="Helvetica Light"/>
              </a:rPr>
              <a:t> </a:t>
            </a:r>
            <a:r>
              <a:rPr sz="2000" b="0" dirty="0">
                <a:latin typeface="Helvetica Light"/>
                <a:cs typeface="Helvetica Light"/>
              </a:rPr>
              <a:t>two</a:t>
            </a:r>
            <a:r>
              <a:rPr sz="2000" b="0" spc="-60" dirty="0">
                <a:latin typeface="Helvetica Light"/>
                <a:cs typeface="Helvetica Light"/>
              </a:rPr>
              <a:t> </a:t>
            </a:r>
            <a:r>
              <a:rPr sz="2000" b="0" spc="-10" dirty="0">
                <a:latin typeface="Helvetica Light"/>
                <a:cs typeface="Helvetica Light"/>
              </a:rPr>
              <a:t>variables)</a:t>
            </a:r>
            <a:endParaRPr sz="2000">
              <a:latin typeface="Helvetica Light"/>
              <a:cs typeface="Helvetica Light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55750" y="3070116"/>
            <a:ext cx="9893300" cy="482601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9167" y="634242"/>
            <a:ext cx="8586463" cy="56031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961562" y="4797044"/>
            <a:ext cx="2174240" cy="230568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1910" marR="5080">
              <a:lnSpc>
                <a:spcPct val="100800"/>
              </a:lnSpc>
              <a:spcBef>
                <a:spcPts val="75"/>
              </a:spcBef>
            </a:pPr>
            <a:r>
              <a:rPr sz="2400" dirty="0">
                <a:latin typeface="Helvetica Light"/>
                <a:cs typeface="Helvetica Light"/>
              </a:rPr>
              <a:t>assuming</a:t>
            </a:r>
            <a:r>
              <a:rPr sz="2400" spc="-100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small motion</a:t>
            </a:r>
            <a:endParaRPr sz="2400">
              <a:latin typeface="Helvetica Light"/>
              <a:cs typeface="Helvetica Light"/>
            </a:endParaRPr>
          </a:p>
          <a:p>
            <a:pPr>
              <a:lnSpc>
                <a:spcPct val="100000"/>
              </a:lnSpc>
              <a:spcBef>
                <a:spcPts val="985"/>
              </a:spcBef>
            </a:pPr>
            <a:endParaRPr sz="2400">
              <a:latin typeface="Helvetica Light"/>
              <a:cs typeface="Helvetica Light"/>
            </a:endParaRPr>
          </a:p>
          <a:p>
            <a:pPr marL="36830" marR="900430" indent="-24765">
              <a:lnSpc>
                <a:spcPct val="152500"/>
              </a:lnSpc>
            </a:pPr>
            <a:r>
              <a:rPr sz="2400" dirty="0">
                <a:latin typeface="Helvetica Light"/>
                <a:cs typeface="Helvetica Light"/>
              </a:rPr>
              <a:t>divide</a:t>
            </a:r>
            <a:r>
              <a:rPr sz="2400" spc="-55" dirty="0">
                <a:latin typeface="Helvetica Light"/>
                <a:cs typeface="Helvetica Light"/>
              </a:rPr>
              <a:t> </a:t>
            </a:r>
            <a:r>
              <a:rPr sz="2400" spc="-25" dirty="0">
                <a:latin typeface="Helvetica Light"/>
                <a:cs typeface="Helvetica Light"/>
              </a:rPr>
              <a:t>by </a:t>
            </a:r>
            <a:r>
              <a:rPr sz="2400" dirty="0">
                <a:latin typeface="Helvetica Light"/>
                <a:cs typeface="Helvetica Light"/>
              </a:rPr>
              <a:t>take</a:t>
            </a:r>
            <a:r>
              <a:rPr sz="2400" spc="-50" dirty="0">
                <a:latin typeface="Helvetica Light"/>
                <a:cs typeface="Helvetica Light"/>
              </a:rPr>
              <a:t> </a:t>
            </a:r>
            <a:r>
              <a:rPr sz="2400" spc="-20" dirty="0">
                <a:latin typeface="Helvetica Light"/>
                <a:cs typeface="Helvetica Light"/>
              </a:rPr>
              <a:t>limit</a:t>
            </a:r>
            <a:endParaRPr sz="2400">
              <a:latin typeface="Helvetica Light"/>
              <a:cs typeface="Helvetica 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53800" y="6246481"/>
            <a:ext cx="272815" cy="2540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53800" y="6805282"/>
            <a:ext cx="925285" cy="2540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81100" y="4673582"/>
            <a:ext cx="8421782" cy="10160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41700" y="6144881"/>
            <a:ext cx="4896385" cy="1016000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934836" y="1714605"/>
            <a:ext cx="11135360" cy="2167890"/>
          </a:xfrm>
          <a:custGeom>
            <a:avLst/>
            <a:gdLst/>
            <a:ahLst/>
            <a:cxnLst/>
            <a:rect l="l" t="t" r="r" b="b"/>
            <a:pathLst>
              <a:path w="11135360" h="2167890">
                <a:moveTo>
                  <a:pt x="0" y="154021"/>
                </a:moveTo>
                <a:lnTo>
                  <a:pt x="7852" y="105339"/>
                </a:lnTo>
                <a:lnTo>
                  <a:pt x="29717" y="63058"/>
                </a:lnTo>
                <a:lnTo>
                  <a:pt x="63058" y="29717"/>
                </a:lnTo>
                <a:lnTo>
                  <a:pt x="105338" y="7852"/>
                </a:lnTo>
                <a:lnTo>
                  <a:pt x="154021" y="0"/>
                </a:lnTo>
                <a:lnTo>
                  <a:pt x="10981105" y="0"/>
                </a:lnTo>
                <a:lnTo>
                  <a:pt x="11029787" y="7852"/>
                </a:lnTo>
                <a:lnTo>
                  <a:pt x="11072067" y="29717"/>
                </a:lnTo>
                <a:lnTo>
                  <a:pt x="11105408" y="63058"/>
                </a:lnTo>
                <a:lnTo>
                  <a:pt x="11127274" y="105339"/>
                </a:lnTo>
                <a:lnTo>
                  <a:pt x="11135126" y="154021"/>
                </a:lnTo>
                <a:lnTo>
                  <a:pt x="11135126" y="2013512"/>
                </a:lnTo>
                <a:lnTo>
                  <a:pt x="11127274" y="2062194"/>
                </a:lnTo>
                <a:lnTo>
                  <a:pt x="11105408" y="2104475"/>
                </a:lnTo>
                <a:lnTo>
                  <a:pt x="11072067" y="2137816"/>
                </a:lnTo>
                <a:lnTo>
                  <a:pt x="11029787" y="2159681"/>
                </a:lnTo>
                <a:lnTo>
                  <a:pt x="10981105" y="2167534"/>
                </a:lnTo>
                <a:lnTo>
                  <a:pt x="154021" y="2167534"/>
                </a:lnTo>
                <a:lnTo>
                  <a:pt x="105338" y="2159681"/>
                </a:lnTo>
                <a:lnTo>
                  <a:pt x="63058" y="2137816"/>
                </a:lnTo>
                <a:lnTo>
                  <a:pt x="29717" y="2104475"/>
                </a:lnTo>
                <a:lnTo>
                  <a:pt x="7852" y="2062194"/>
                </a:lnTo>
                <a:lnTo>
                  <a:pt x="0" y="2013512"/>
                </a:lnTo>
                <a:lnTo>
                  <a:pt x="0" y="154021"/>
                </a:lnTo>
                <a:close/>
              </a:path>
            </a:pathLst>
          </a:custGeom>
          <a:ln w="25400">
            <a:solidFill>
              <a:srgbClr val="F38F1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518693" y="1957323"/>
            <a:ext cx="5967095" cy="761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latin typeface="Helvetica Light"/>
                <a:cs typeface="Helvetica Light"/>
              </a:rPr>
              <a:t>Multivariable</a:t>
            </a:r>
            <a:r>
              <a:rPr sz="2800" b="0" spc="-85" dirty="0">
                <a:latin typeface="Helvetica Light"/>
                <a:cs typeface="Helvetica Light"/>
              </a:rPr>
              <a:t> </a:t>
            </a:r>
            <a:r>
              <a:rPr sz="2800" b="0" dirty="0">
                <a:latin typeface="Helvetica Light"/>
                <a:cs typeface="Helvetica Light"/>
              </a:rPr>
              <a:t>Taylor</a:t>
            </a:r>
            <a:r>
              <a:rPr sz="2800" b="0" spc="-80" dirty="0">
                <a:latin typeface="Helvetica Light"/>
                <a:cs typeface="Helvetica Light"/>
              </a:rPr>
              <a:t> </a:t>
            </a:r>
            <a:r>
              <a:rPr sz="2800" b="0" dirty="0">
                <a:latin typeface="Helvetica Light"/>
                <a:cs typeface="Helvetica Light"/>
              </a:rPr>
              <a:t>Series</a:t>
            </a:r>
            <a:r>
              <a:rPr sz="2800" b="0" spc="-85" dirty="0">
                <a:latin typeface="Helvetica Light"/>
                <a:cs typeface="Helvetica Light"/>
              </a:rPr>
              <a:t> </a:t>
            </a:r>
            <a:r>
              <a:rPr sz="2800" b="0" spc="-10" dirty="0">
                <a:latin typeface="Helvetica Light"/>
                <a:cs typeface="Helvetica Light"/>
              </a:rPr>
              <a:t>Expansion</a:t>
            </a:r>
            <a:endParaRPr sz="2800">
              <a:latin typeface="Helvetica Light"/>
              <a:cs typeface="Helvetica Light"/>
            </a:endParaRPr>
          </a:p>
          <a:p>
            <a:pPr marL="635" algn="ctr">
              <a:lnSpc>
                <a:spcPct val="100000"/>
              </a:lnSpc>
              <a:spcBef>
                <a:spcPts val="30"/>
              </a:spcBef>
            </a:pPr>
            <a:r>
              <a:rPr sz="2000" b="0" dirty="0">
                <a:latin typeface="Helvetica Light"/>
                <a:cs typeface="Helvetica Light"/>
              </a:rPr>
              <a:t>(First</a:t>
            </a:r>
            <a:r>
              <a:rPr sz="2000" b="0" spc="-65" dirty="0">
                <a:latin typeface="Helvetica Light"/>
                <a:cs typeface="Helvetica Light"/>
              </a:rPr>
              <a:t> </a:t>
            </a:r>
            <a:r>
              <a:rPr sz="2000" b="0" dirty="0">
                <a:latin typeface="Helvetica Light"/>
                <a:cs typeface="Helvetica Light"/>
              </a:rPr>
              <a:t>order</a:t>
            </a:r>
            <a:r>
              <a:rPr sz="2000" b="0" spc="-60" dirty="0">
                <a:latin typeface="Helvetica Light"/>
                <a:cs typeface="Helvetica Light"/>
              </a:rPr>
              <a:t> </a:t>
            </a:r>
            <a:r>
              <a:rPr sz="2000" b="0" dirty="0">
                <a:latin typeface="Helvetica Light"/>
                <a:cs typeface="Helvetica Light"/>
              </a:rPr>
              <a:t>approximation,</a:t>
            </a:r>
            <a:r>
              <a:rPr sz="2000" b="0" spc="-60" dirty="0">
                <a:latin typeface="Helvetica Light"/>
                <a:cs typeface="Helvetica Light"/>
              </a:rPr>
              <a:t> </a:t>
            </a:r>
            <a:r>
              <a:rPr sz="2000" b="0" dirty="0">
                <a:latin typeface="Helvetica Light"/>
                <a:cs typeface="Helvetica Light"/>
              </a:rPr>
              <a:t>two</a:t>
            </a:r>
            <a:r>
              <a:rPr sz="2000" b="0" spc="-60" dirty="0">
                <a:latin typeface="Helvetica Light"/>
                <a:cs typeface="Helvetica Light"/>
              </a:rPr>
              <a:t> </a:t>
            </a:r>
            <a:r>
              <a:rPr sz="2000" b="0" spc="-10" dirty="0">
                <a:latin typeface="Helvetica Light"/>
                <a:cs typeface="Helvetica Light"/>
              </a:rPr>
              <a:t>variables)</a:t>
            </a:r>
            <a:endParaRPr sz="2000">
              <a:latin typeface="Helvetica Light"/>
              <a:cs typeface="Helvetica Ligh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55750" y="3070116"/>
            <a:ext cx="9893300" cy="48260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9167" y="634242"/>
            <a:ext cx="8586463" cy="56031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961562" y="4797044"/>
            <a:ext cx="2174240" cy="230568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1910" marR="5080">
              <a:lnSpc>
                <a:spcPct val="100800"/>
              </a:lnSpc>
              <a:spcBef>
                <a:spcPts val="75"/>
              </a:spcBef>
            </a:pPr>
            <a:r>
              <a:rPr sz="2400" dirty="0">
                <a:latin typeface="Helvetica Light"/>
                <a:cs typeface="Helvetica Light"/>
              </a:rPr>
              <a:t>assuming</a:t>
            </a:r>
            <a:r>
              <a:rPr sz="2400" spc="-100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small motion</a:t>
            </a:r>
            <a:endParaRPr sz="2400">
              <a:latin typeface="Helvetica Light"/>
              <a:cs typeface="Helvetica Light"/>
            </a:endParaRPr>
          </a:p>
          <a:p>
            <a:pPr>
              <a:lnSpc>
                <a:spcPct val="100000"/>
              </a:lnSpc>
              <a:spcBef>
                <a:spcPts val="985"/>
              </a:spcBef>
            </a:pPr>
            <a:endParaRPr sz="2400">
              <a:latin typeface="Helvetica Light"/>
              <a:cs typeface="Helvetica Light"/>
            </a:endParaRPr>
          </a:p>
          <a:p>
            <a:pPr marL="36830" marR="900430" indent="-24765">
              <a:lnSpc>
                <a:spcPct val="152500"/>
              </a:lnSpc>
            </a:pPr>
            <a:r>
              <a:rPr sz="2400" dirty="0">
                <a:latin typeface="Helvetica Light"/>
                <a:cs typeface="Helvetica Light"/>
              </a:rPr>
              <a:t>divide</a:t>
            </a:r>
            <a:r>
              <a:rPr sz="2400" spc="-55" dirty="0">
                <a:latin typeface="Helvetica Light"/>
                <a:cs typeface="Helvetica Light"/>
              </a:rPr>
              <a:t> </a:t>
            </a:r>
            <a:r>
              <a:rPr sz="2400" spc="-25" dirty="0">
                <a:latin typeface="Helvetica Light"/>
                <a:cs typeface="Helvetica Light"/>
              </a:rPr>
              <a:t>by </a:t>
            </a:r>
            <a:r>
              <a:rPr sz="2400" dirty="0">
                <a:latin typeface="Helvetica Light"/>
                <a:cs typeface="Helvetica Light"/>
              </a:rPr>
              <a:t>take</a:t>
            </a:r>
            <a:r>
              <a:rPr sz="2400" spc="-50" dirty="0">
                <a:latin typeface="Helvetica Light"/>
                <a:cs typeface="Helvetica Light"/>
              </a:rPr>
              <a:t> </a:t>
            </a:r>
            <a:r>
              <a:rPr sz="2400" spc="-20" dirty="0">
                <a:latin typeface="Helvetica Light"/>
                <a:cs typeface="Helvetica Light"/>
              </a:rPr>
              <a:t>limit</a:t>
            </a:r>
            <a:endParaRPr sz="2400">
              <a:latin typeface="Helvetica Light"/>
              <a:cs typeface="Helvetica 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09025" y="7841846"/>
            <a:ext cx="4761734" cy="10160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53800" y="6246481"/>
            <a:ext cx="272815" cy="2540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53800" y="6805282"/>
            <a:ext cx="925285" cy="2540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81100" y="4673582"/>
            <a:ext cx="8421782" cy="10160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41700" y="6144881"/>
            <a:ext cx="4896385" cy="1016000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934836" y="1714605"/>
            <a:ext cx="11135360" cy="2167890"/>
          </a:xfrm>
          <a:custGeom>
            <a:avLst/>
            <a:gdLst/>
            <a:ahLst/>
            <a:cxnLst/>
            <a:rect l="l" t="t" r="r" b="b"/>
            <a:pathLst>
              <a:path w="11135360" h="2167890">
                <a:moveTo>
                  <a:pt x="0" y="154021"/>
                </a:moveTo>
                <a:lnTo>
                  <a:pt x="7852" y="105339"/>
                </a:lnTo>
                <a:lnTo>
                  <a:pt x="29717" y="63058"/>
                </a:lnTo>
                <a:lnTo>
                  <a:pt x="63058" y="29717"/>
                </a:lnTo>
                <a:lnTo>
                  <a:pt x="105338" y="7852"/>
                </a:lnTo>
                <a:lnTo>
                  <a:pt x="154021" y="0"/>
                </a:lnTo>
                <a:lnTo>
                  <a:pt x="10981105" y="0"/>
                </a:lnTo>
                <a:lnTo>
                  <a:pt x="11029787" y="7852"/>
                </a:lnTo>
                <a:lnTo>
                  <a:pt x="11072067" y="29717"/>
                </a:lnTo>
                <a:lnTo>
                  <a:pt x="11105408" y="63058"/>
                </a:lnTo>
                <a:lnTo>
                  <a:pt x="11127274" y="105339"/>
                </a:lnTo>
                <a:lnTo>
                  <a:pt x="11135126" y="154021"/>
                </a:lnTo>
                <a:lnTo>
                  <a:pt x="11135126" y="2013512"/>
                </a:lnTo>
                <a:lnTo>
                  <a:pt x="11127274" y="2062194"/>
                </a:lnTo>
                <a:lnTo>
                  <a:pt x="11105408" y="2104475"/>
                </a:lnTo>
                <a:lnTo>
                  <a:pt x="11072067" y="2137816"/>
                </a:lnTo>
                <a:lnTo>
                  <a:pt x="11029787" y="2159681"/>
                </a:lnTo>
                <a:lnTo>
                  <a:pt x="10981105" y="2167534"/>
                </a:lnTo>
                <a:lnTo>
                  <a:pt x="154021" y="2167534"/>
                </a:lnTo>
                <a:lnTo>
                  <a:pt x="105338" y="2159681"/>
                </a:lnTo>
                <a:lnTo>
                  <a:pt x="63058" y="2137816"/>
                </a:lnTo>
                <a:lnTo>
                  <a:pt x="29717" y="2104475"/>
                </a:lnTo>
                <a:lnTo>
                  <a:pt x="7852" y="2062194"/>
                </a:lnTo>
                <a:lnTo>
                  <a:pt x="0" y="2013512"/>
                </a:lnTo>
                <a:lnTo>
                  <a:pt x="0" y="154021"/>
                </a:lnTo>
                <a:close/>
              </a:path>
            </a:pathLst>
          </a:custGeom>
          <a:ln w="25400">
            <a:solidFill>
              <a:srgbClr val="F38F1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518693" y="1957323"/>
            <a:ext cx="5967095" cy="761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latin typeface="Helvetica Light"/>
                <a:cs typeface="Helvetica Light"/>
              </a:rPr>
              <a:t>Multivariable</a:t>
            </a:r>
            <a:r>
              <a:rPr sz="2800" b="0" spc="-85" dirty="0">
                <a:latin typeface="Helvetica Light"/>
                <a:cs typeface="Helvetica Light"/>
              </a:rPr>
              <a:t> </a:t>
            </a:r>
            <a:r>
              <a:rPr sz="2800" b="0" dirty="0">
                <a:latin typeface="Helvetica Light"/>
                <a:cs typeface="Helvetica Light"/>
              </a:rPr>
              <a:t>Taylor</a:t>
            </a:r>
            <a:r>
              <a:rPr sz="2800" b="0" spc="-80" dirty="0">
                <a:latin typeface="Helvetica Light"/>
                <a:cs typeface="Helvetica Light"/>
              </a:rPr>
              <a:t> </a:t>
            </a:r>
            <a:r>
              <a:rPr sz="2800" b="0" dirty="0">
                <a:latin typeface="Helvetica Light"/>
                <a:cs typeface="Helvetica Light"/>
              </a:rPr>
              <a:t>Series</a:t>
            </a:r>
            <a:r>
              <a:rPr sz="2800" b="0" spc="-85" dirty="0">
                <a:latin typeface="Helvetica Light"/>
                <a:cs typeface="Helvetica Light"/>
              </a:rPr>
              <a:t> </a:t>
            </a:r>
            <a:r>
              <a:rPr sz="2800" b="0" spc="-10" dirty="0">
                <a:latin typeface="Helvetica Light"/>
                <a:cs typeface="Helvetica Light"/>
              </a:rPr>
              <a:t>Expansion</a:t>
            </a:r>
            <a:endParaRPr sz="2800">
              <a:latin typeface="Helvetica Light"/>
              <a:cs typeface="Helvetica Light"/>
            </a:endParaRPr>
          </a:p>
          <a:p>
            <a:pPr marL="635" algn="ctr">
              <a:lnSpc>
                <a:spcPct val="100000"/>
              </a:lnSpc>
              <a:spcBef>
                <a:spcPts val="30"/>
              </a:spcBef>
            </a:pPr>
            <a:r>
              <a:rPr sz="2000" b="0" dirty="0">
                <a:latin typeface="Helvetica Light"/>
                <a:cs typeface="Helvetica Light"/>
              </a:rPr>
              <a:t>(First</a:t>
            </a:r>
            <a:r>
              <a:rPr sz="2000" b="0" spc="-65" dirty="0">
                <a:latin typeface="Helvetica Light"/>
                <a:cs typeface="Helvetica Light"/>
              </a:rPr>
              <a:t> </a:t>
            </a:r>
            <a:r>
              <a:rPr sz="2000" b="0" dirty="0">
                <a:latin typeface="Helvetica Light"/>
                <a:cs typeface="Helvetica Light"/>
              </a:rPr>
              <a:t>order</a:t>
            </a:r>
            <a:r>
              <a:rPr sz="2000" b="0" spc="-60" dirty="0">
                <a:latin typeface="Helvetica Light"/>
                <a:cs typeface="Helvetica Light"/>
              </a:rPr>
              <a:t> </a:t>
            </a:r>
            <a:r>
              <a:rPr sz="2000" b="0" dirty="0">
                <a:latin typeface="Helvetica Light"/>
                <a:cs typeface="Helvetica Light"/>
              </a:rPr>
              <a:t>approximation,</a:t>
            </a:r>
            <a:r>
              <a:rPr sz="2000" b="0" spc="-60" dirty="0">
                <a:latin typeface="Helvetica Light"/>
                <a:cs typeface="Helvetica Light"/>
              </a:rPr>
              <a:t> </a:t>
            </a:r>
            <a:r>
              <a:rPr sz="2000" b="0" dirty="0">
                <a:latin typeface="Helvetica Light"/>
                <a:cs typeface="Helvetica Light"/>
              </a:rPr>
              <a:t>two</a:t>
            </a:r>
            <a:r>
              <a:rPr sz="2000" b="0" spc="-60" dirty="0">
                <a:latin typeface="Helvetica Light"/>
                <a:cs typeface="Helvetica Light"/>
              </a:rPr>
              <a:t> </a:t>
            </a:r>
            <a:r>
              <a:rPr sz="2000" b="0" spc="-10" dirty="0">
                <a:latin typeface="Helvetica Light"/>
                <a:cs typeface="Helvetica Light"/>
              </a:rPr>
              <a:t>variables)</a:t>
            </a:r>
            <a:endParaRPr sz="2000">
              <a:latin typeface="Helvetica Light"/>
              <a:cs typeface="Helvetica Ligh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55750" y="3070116"/>
            <a:ext cx="9893300" cy="48260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9167" y="634242"/>
            <a:ext cx="8586463" cy="56031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961562" y="4797044"/>
            <a:ext cx="2174240" cy="230568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1910" marR="5080">
              <a:lnSpc>
                <a:spcPct val="100800"/>
              </a:lnSpc>
              <a:spcBef>
                <a:spcPts val="75"/>
              </a:spcBef>
            </a:pPr>
            <a:r>
              <a:rPr sz="2400" dirty="0">
                <a:latin typeface="Helvetica Light"/>
                <a:cs typeface="Helvetica Light"/>
              </a:rPr>
              <a:t>assuming</a:t>
            </a:r>
            <a:r>
              <a:rPr sz="2400" spc="-100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small motion</a:t>
            </a:r>
            <a:endParaRPr sz="2400">
              <a:latin typeface="Helvetica Light"/>
              <a:cs typeface="Helvetica Light"/>
            </a:endParaRPr>
          </a:p>
          <a:p>
            <a:pPr>
              <a:lnSpc>
                <a:spcPct val="100000"/>
              </a:lnSpc>
              <a:spcBef>
                <a:spcPts val="985"/>
              </a:spcBef>
            </a:pPr>
            <a:endParaRPr sz="2400">
              <a:latin typeface="Helvetica Light"/>
              <a:cs typeface="Helvetica Light"/>
            </a:endParaRPr>
          </a:p>
          <a:p>
            <a:pPr marL="36830" marR="900430" indent="-24765">
              <a:lnSpc>
                <a:spcPct val="152500"/>
              </a:lnSpc>
            </a:pPr>
            <a:r>
              <a:rPr sz="2400" dirty="0">
                <a:latin typeface="Helvetica Light"/>
                <a:cs typeface="Helvetica Light"/>
              </a:rPr>
              <a:t>divide</a:t>
            </a:r>
            <a:r>
              <a:rPr sz="2400" spc="-55" dirty="0">
                <a:latin typeface="Helvetica Light"/>
                <a:cs typeface="Helvetica Light"/>
              </a:rPr>
              <a:t> </a:t>
            </a:r>
            <a:r>
              <a:rPr sz="2400" spc="-25" dirty="0">
                <a:latin typeface="Helvetica Light"/>
                <a:cs typeface="Helvetica Light"/>
              </a:rPr>
              <a:t>by </a:t>
            </a:r>
            <a:r>
              <a:rPr sz="2400" dirty="0">
                <a:latin typeface="Helvetica Light"/>
                <a:cs typeface="Helvetica Light"/>
              </a:rPr>
              <a:t>take</a:t>
            </a:r>
            <a:r>
              <a:rPr sz="2400" spc="-50" dirty="0">
                <a:latin typeface="Helvetica Light"/>
                <a:cs typeface="Helvetica Light"/>
              </a:rPr>
              <a:t> </a:t>
            </a:r>
            <a:r>
              <a:rPr sz="2400" spc="-20" dirty="0">
                <a:latin typeface="Helvetica Light"/>
                <a:cs typeface="Helvetica Light"/>
              </a:rPr>
              <a:t>limit</a:t>
            </a:r>
            <a:endParaRPr sz="2400">
              <a:latin typeface="Helvetica Light"/>
              <a:cs typeface="Helvetica 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09025" y="7841846"/>
            <a:ext cx="4761734" cy="10160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53800" y="6246481"/>
            <a:ext cx="272815" cy="2540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53800" y="6805282"/>
            <a:ext cx="925285" cy="2540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81100" y="4673582"/>
            <a:ext cx="8421782" cy="10160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41700" y="6144881"/>
            <a:ext cx="4896385" cy="10160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994694" y="8049259"/>
            <a:ext cx="2451100" cy="56832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sz="1800" b="1" dirty="0">
                <a:latin typeface="Helvetica"/>
                <a:cs typeface="Helvetica"/>
              </a:rPr>
              <a:t>Brightness</a:t>
            </a:r>
            <a:r>
              <a:rPr sz="1800" b="1" spc="-90" dirty="0">
                <a:latin typeface="Helvetica"/>
                <a:cs typeface="Helvetica"/>
              </a:rPr>
              <a:t> </a:t>
            </a:r>
            <a:r>
              <a:rPr sz="1800" b="1" spc="-10" dirty="0">
                <a:latin typeface="Helvetica"/>
                <a:cs typeface="Helvetica"/>
              </a:rPr>
              <a:t>Constancy Equation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136983" y="7633262"/>
            <a:ext cx="9533255" cy="1433195"/>
          </a:xfrm>
          <a:custGeom>
            <a:avLst/>
            <a:gdLst/>
            <a:ahLst/>
            <a:cxnLst/>
            <a:rect l="l" t="t" r="r" b="b"/>
            <a:pathLst>
              <a:path w="9533255" h="1433195">
                <a:moveTo>
                  <a:pt x="0" y="154023"/>
                </a:moveTo>
                <a:lnTo>
                  <a:pt x="7852" y="105340"/>
                </a:lnTo>
                <a:lnTo>
                  <a:pt x="29717" y="63059"/>
                </a:lnTo>
                <a:lnTo>
                  <a:pt x="63059" y="29717"/>
                </a:lnTo>
                <a:lnTo>
                  <a:pt x="105339" y="7852"/>
                </a:lnTo>
                <a:lnTo>
                  <a:pt x="154023" y="0"/>
                </a:lnTo>
                <a:lnTo>
                  <a:pt x="9378858" y="0"/>
                </a:lnTo>
                <a:lnTo>
                  <a:pt x="9427541" y="7852"/>
                </a:lnTo>
                <a:lnTo>
                  <a:pt x="9469821" y="29717"/>
                </a:lnTo>
                <a:lnTo>
                  <a:pt x="9503163" y="63059"/>
                </a:lnTo>
                <a:lnTo>
                  <a:pt x="9525028" y="105340"/>
                </a:lnTo>
                <a:lnTo>
                  <a:pt x="9532881" y="154023"/>
                </a:lnTo>
                <a:lnTo>
                  <a:pt x="9532881" y="1279145"/>
                </a:lnTo>
                <a:lnTo>
                  <a:pt x="9525028" y="1327828"/>
                </a:lnTo>
                <a:lnTo>
                  <a:pt x="9503163" y="1370109"/>
                </a:lnTo>
                <a:lnTo>
                  <a:pt x="9469821" y="1403451"/>
                </a:lnTo>
                <a:lnTo>
                  <a:pt x="9427541" y="1425316"/>
                </a:lnTo>
                <a:lnTo>
                  <a:pt x="9378858" y="1433169"/>
                </a:lnTo>
                <a:lnTo>
                  <a:pt x="154023" y="1433169"/>
                </a:lnTo>
                <a:lnTo>
                  <a:pt x="105339" y="1425316"/>
                </a:lnTo>
                <a:lnTo>
                  <a:pt x="63059" y="1403451"/>
                </a:lnTo>
                <a:lnTo>
                  <a:pt x="29717" y="1370109"/>
                </a:lnTo>
                <a:lnTo>
                  <a:pt x="7852" y="1327828"/>
                </a:lnTo>
                <a:lnTo>
                  <a:pt x="0" y="1279145"/>
                </a:lnTo>
                <a:lnTo>
                  <a:pt x="0" y="15402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34836" y="1714605"/>
            <a:ext cx="11135360" cy="2167890"/>
          </a:xfrm>
          <a:custGeom>
            <a:avLst/>
            <a:gdLst/>
            <a:ahLst/>
            <a:cxnLst/>
            <a:rect l="l" t="t" r="r" b="b"/>
            <a:pathLst>
              <a:path w="11135360" h="2167890">
                <a:moveTo>
                  <a:pt x="0" y="154021"/>
                </a:moveTo>
                <a:lnTo>
                  <a:pt x="7852" y="105339"/>
                </a:lnTo>
                <a:lnTo>
                  <a:pt x="29717" y="63058"/>
                </a:lnTo>
                <a:lnTo>
                  <a:pt x="63058" y="29717"/>
                </a:lnTo>
                <a:lnTo>
                  <a:pt x="105338" y="7852"/>
                </a:lnTo>
                <a:lnTo>
                  <a:pt x="154021" y="0"/>
                </a:lnTo>
                <a:lnTo>
                  <a:pt x="10981105" y="0"/>
                </a:lnTo>
                <a:lnTo>
                  <a:pt x="11029787" y="7852"/>
                </a:lnTo>
                <a:lnTo>
                  <a:pt x="11072067" y="29717"/>
                </a:lnTo>
                <a:lnTo>
                  <a:pt x="11105408" y="63058"/>
                </a:lnTo>
                <a:lnTo>
                  <a:pt x="11127274" y="105339"/>
                </a:lnTo>
                <a:lnTo>
                  <a:pt x="11135126" y="154021"/>
                </a:lnTo>
                <a:lnTo>
                  <a:pt x="11135126" y="2013512"/>
                </a:lnTo>
                <a:lnTo>
                  <a:pt x="11127274" y="2062194"/>
                </a:lnTo>
                <a:lnTo>
                  <a:pt x="11105408" y="2104475"/>
                </a:lnTo>
                <a:lnTo>
                  <a:pt x="11072067" y="2137816"/>
                </a:lnTo>
                <a:lnTo>
                  <a:pt x="11029787" y="2159681"/>
                </a:lnTo>
                <a:lnTo>
                  <a:pt x="10981105" y="2167534"/>
                </a:lnTo>
                <a:lnTo>
                  <a:pt x="154021" y="2167534"/>
                </a:lnTo>
                <a:lnTo>
                  <a:pt x="105338" y="2159681"/>
                </a:lnTo>
                <a:lnTo>
                  <a:pt x="63058" y="2137816"/>
                </a:lnTo>
                <a:lnTo>
                  <a:pt x="29717" y="2104475"/>
                </a:lnTo>
                <a:lnTo>
                  <a:pt x="7852" y="2062194"/>
                </a:lnTo>
                <a:lnTo>
                  <a:pt x="0" y="2013512"/>
                </a:lnTo>
                <a:lnTo>
                  <a:pt x="0" y="154021"/>
                </a:lnTo>
                <a:close/>
              </a:path>
            </a:pathLst>
          </a:custGeom>
          <a:ln w="25400">
            <a:solidFill>
              <a:srgbClr val="F38F1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518693" y="1957323"/>
            <a:ext cx="5967095" cy="761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latin typeface="Helvetica Light"/>
                <a:cs typeface="Helvetica Light"/>
              </a:rPr>
              <a:t>Multivariable</a:t>
            </a:r>
            <a:r>
              <a:rPr sz="2800" b="0" spc="-85" dirty="0">
                <a:latin typeface="Helvetica Light"/>
                <a:cs typeface="Helvetica Light"/>
              </a:rPr>
              <a:t> </a:t>
            </a:r>
            <a:r>
              <a:rPr sz="2800" b="0" dirty="0">
                <a:latin typeface="Helvetica Light"/>
                <a:cs typeface="Helvetica Light"/>
              </a:rPr>
              <a:t>Taylor</a:t>
            </a:r>
            <a:r>
              <a:rPr sz="2800" b="0" spc="-80" dirty="0">
                <a:latin typeface="Helvetica Light"/>
                <a:cs typeface="Helvetica Light"/>
              </a:rPr>
              <a:t> </a:t>
            </a:r>
            <a:r>
              <a:rPr sz="2800" b="0" dirty="0">
                <a:latin typeface="Helvetica Light"/>
                <a:cs typeface="Helvetica Light"/>
              </a:rPr>
              <a:t>Series</a:t>
            </a:r>
            <a:r>
              <a:rPr sz="2800" b="0" spc="-85" dirty="0">
                <a:latin typeface="Helvetica Light"/>
                <a:cs typeface="Helvetica Light"/>
              </a:rPr>
              <a:t> </a:t>
            </a:r>
            <a:r>
              <a:rPr sz="2800" b="0" spc="-10" dirty="0">
                <a:latin typeface="Helvetica Light"/>
                <a:cs typeface="Helvetica Light"/>
              </a:rPr>
              <a:t>Expansion</a:t>
            </a:r>
            <a:endParaRPr sz="2800">
              <a:latin typeface="Helvetica Light"/>
              <a:cs typeface="Helvetica Light"/>
            </a:endParaRPr>
          </a:p>
          <a:p>
            <a:pPr marL="635" algn="ctr">
              <a:lnSpc>
                <a:spcPct val="100000"/>
              </a:lnSpc>
              <a:spcBef>
                <a:spcPts val="30"/>
              </a:spcBef>
            </a:pPr>
            <a:r>
              <a:rPr sz="2000" b="0" dirty="0">
                <a:latin typeface="Helvetica Light"/>
                <a:cs typeface="Helvetica Light"/>
              </a:rPr>
              <a:t>(First</a:t>
            </a:r>
            <a:r>
              <a:rPr sz="2000" b="0" spc="-65" dirty="0">
                <a:latin typeface="Helvetica Light"/>
                <a:cs typeface="Helvetica Light"/>
              </a:rPr>
              <a:t> </a:t>
            </a:r>
            <a:r>
              <a:rPr sz="2000" b="0" dirty="0">
                <a:latin typeface="Helvetica Light"/>
                <a:cs typeface="Helvetica Light"/>
              </a:rPr>
              <a:t>order</a:t>
            </a:r>
            <a:r>
              <a:rPr sz="2000" b="0" spc="-60" dirty="0">
                <a:latin typeface="Helvetica Light"/>
                <a:cs typeface="Helvetica Light"/>
              </a:rPr>
              <a:t> </a:t>
            </a:r>
            <a:r>
              <a:rPr sz="2000" b="0" dirty="0">
                <a:latin typeface="Helvetica Light"/>
                <a:cs typeface="Helvetica Light"/>
              </a:rPr>
              <a:t>approximation,</a:t>
            </a:r>
            <a:r>
              <a:rPr sz="2000" b="0" spc="-60" dirty="0">
                <a:latin typeface="Helvetica Light"/>
                <a:cs typeface="Helvetica Light"/>
              </a:rPr>
              <a:t> </a:t>
            </a:r>
            <a:r>
              <a:rPr sz="2000" b="0" dirty="0">
                <a:latin typeface="Helvetica Light"/>
                <a:cs typeface="Helvetica Light"/>
              </a:rPr>
              <a:t>two</a:t>
            </a:r>
            <a:r>
              <a:rPr sz="2000" b="0" spc="-60" dirty="0">
                <a:latin typeface="Helvetica Light"/>
                <a:cs typeface="Helvetica Light"/>
              </a:rPr>
              <a:t> </a:t>
            </a:r>
            <a:r>
              <a:rPr sz="2000" b="0" spc="-10" dirty="0">
                <a:latin typeface="Helvetica Light"/>
                <a:cs typeface="Helvetica Light"/>
              </a:rPr>
              <a:t>variables)</a:t>
            </a:r>
            <a:endParaRPr sz="2000">
              <a:latin typeface="Helvetica Light"/>
              <a:cs typeface="Helvetica Ligh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55750" y="3070116"/>
            <a:ext cx="9893300" cy="482601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1304" y="2262676"/>
            <a:ext cx="4761734" cy="1016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67379" y="4825833"/>
            <a:ext cx="3632201" cy="45720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126476" y="4833620"/>
            <a:ext cx="25685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Helvetica Light"/>
                <a:cs typeface="Helvetica Light"/>
              </a:rPr>
              <a:t>shorthand</a:t>
            </a:r>
            <a:r>
              <a:rPr sz="2400" spc="-105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notation</a:t>
            </a:r>
            <a:endParaRPr sz="2400">
              <a:latin typeface="Helvetica Light"/>
              <a:cs typeface="Helvetica Light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78578" y="6817490"/>
            <a:ext cx="2933701" cy="4953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126476" y="6845300"/>
            <a:ext cx="1567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Helvetica Light"/>
                <a:cs typeface="Helvetica Light"/>
              </a:rPr>
              <a:t>vector</a:t>
            </a:r>
            <a:r>
              <a:rPr sz="2400" spc="-75" dirty="0">
                <a:latin typeface="Helvetica Light"/>
                <a:cs typeface="Helvetica Light"/>
              </a:rPr>
              <a:t> </a:t>
            </a:r>
            <a:r>
              <a:rPr sz="2400" spc="-20" dirty="0">
                <a:latin typeface="Helvetica Light"/>
                <a:cs typeface="Helvetica Light"/>
              </a:rPr>
              <a:t>form</a:t>
            </a:r>
            <a:endParaRPr sz="2400">
              <a:latin typeface="Helvetica Light"/>
              <a:cs typeface="Helvetica Ligh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126476" y="2367788"/>
            <a:ext cx="2969895" cy="7600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sz="2400" spc="-10" dirty="0">
                <a:solidFill>
                  <a:srgbClr val="000000"/>
                </a:solidFill>
              </a:rPr>
              <a:t>Brightness </a:t>
            </a:r>
            <a:r>
              <a:rPr sz="2400" dirty="0">
                <a:solidFill>
                  <a:srgbClr val="000000"/>
                </a:solidFill>
              </a:rPr>
              <a:t>Constancy</a:t>
            </a:r>
            <a:r>
              <a:rPr sz="2400" spc="-110" dirty="0">
                <a:solidFill>
                  <a:srgbClr val="000000"/>
                </a:solidFill>
              </a:rPr>
              <a:t> </a:t>
            </a:r>
            <a:r>
              <a:rPr sz="2400" spc="-10" dirty="0">
                <a:solidFill>
                  <a:srgbClr val="000000"/>
                </a:solidFill>
              </a:rPr>
              <a:t>Equation</a:t>
            </a:r>
            <a:endParaRPr sz="2400"/>
          </a:p>
        </p:txBody>
      </p:sp>
      <p:sp>
        <p:nvSpPr>
          <p:cNvPr id="8" name="object 8"/>
          <p:cNvSpPr txBox="1"/>
          <p:nvPr/>
        </p:nvSpPr>
        <p:spPr>
          <a:xfrm>
            <a:off x="3281798" y="5362955"/>
            <a:ext cx="6070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Helvetica Light"/>
                <a:cs typeface="Helvetica Light"/>
              </a:rPr>
              <a:t>(x-flow)</a:t>
            </a:r>
            <a:endParaRPr sz="1400">
              <a:latin typeface="Helvetica Light"/>
              <a:cs typeface="Helvetica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71795" y="5362955"/>
            <a:ext cx="6070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Helvetica Light"/>
                <a:cs typeface="Helvetica Light"/>
              </a:rPr>
              <a:t>(y-flow)</a:t>
            </a:r>
            <a:endParaRPr sz="1400">
              <a:latin typeface="Helvetica Light"/>
              <a:cs typeface="Helvetica Ligh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51657" y="7514844"/>
            <a:ext cx="5276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Helvetica Light"/>
                <a:cs typeface="Helvetica Light"/>
              </a:rPr>
              <a:t>(1</a:t>
            </a:r>
            <a:r>
              <a:rPr sz="1400" spc="-10" dirty="0">
                <a:latin typeface="Helvetica Light"/>
                <a:cs typeface="Helvetica Light"/>
              </a:rPr>
              <a:t> </a:t>
            </a:r>
            <a:r>
              <a:rPr sz="1400" dirty="0">
                <a:latin typeface="Helvetica Light"/>
                <a:cs typeface="Helvetica Light"/>
              </a:rPr>
              <a:t>x</a:t>
            </a:r>
            <a:r>
              <a:rPr sz="1400" spc="-5" dirty="0">
                <a:latin typeface="Helvetica Light"/>
                <a:cs typeface="Helvetica Light"/>
              </a:rPr>
              <a:t> </a:t>
            </a:r>
            <a:r>
              <a:rPr sz="1400" spc="-25" dirty="0">
                <a:latin typeface="Helvetica Light"/>
                <a:cs typeface="Helvetica Light"/>
              </a:rPr>
              <a:t>2)</a:t>
            </a:r>
            <a:endParaRPr sz="1400">
              <a:latin typeface="Helvetica Light"/>
              <a:cs typeface="Helvetica Ligh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12486" y="7514844"/>
            <a:ext cx="5276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Helvetica Light"/>
                <a:cs typeface="Helvetica Light"/>
              </a:rPr>
              <a:t>(2</a:t>
            </a:r>
            <a:r>
              <a:rPr sz="1400" spc="-10" dirty="0">
                <a:latin typeface="Helvetica Light"/>
                <a:cs typeface="Helvetica Light"/>
              </a:rPr>
              <a:t> </a:t>
            </a:r>
            <a:r>
              <a:rPr sz="1400" dirty="0">
                <a:latin typeface="Helvetica Light"/>
                <a:cs typeface="Helvetica Light"/>
              </a:rPr>
              <a:t>x</a:t>
            </a:r>
            <a:r>
              <a:rPr sz="1400" spc="-5" dirty="0">
                <a:latin typeface="Helvetica Light"/>
                <a:cs typeface="Helvetica Light"/>
              </a:rPr>
              <a:t> </a:t>
            </a:r>
            <a:r>
              <a:rPr sz="1400" spc="-25" dirty="0">
                <a:latin typeface="Helvetica Light"/>
                <a:cs typeface="Helvetica Light"/>
              </a:rPr>
              <a:t>1)</a:t>
            </a:r>
            <a:endParaRPr sz="1400">
              <a:latin typeface="Helvetica Light"/>
              <a:cs typeface="Helvetica Ligh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7194" y="5360123"/>
            <a:ext cx="7616631" cy="9587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992124" rIns="0" bIns="0" rtlCol="0">
            <a:spAutoFit/>
          </a:bodyPr>
          <a:lstStyle/>
          <a:p>
            <a:pPr marL="1799589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(putting</a:t>
            </a:r>
            <a:r>
              <a:rPr sz="2800" b="0" spc="-5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the</a:t>
            </a:r>
            <a:r>
              <a:rPr sz="2800" b="0" spc="-4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math</a:t>
            </a:r>
            <a:r>
              <a:rPr sz="2800" b="0" spc="-4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aside</a:t>
            </a:r>
            <a:r>
              <a:rPr sz="2800" b="0" spc="-4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for</a:t>
            </a:r>
            <a:r>
              <a:rPr sz="2800" b="0" spc="-4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a</a:t>
            </a:r>
            <a:r>
              <a:rPr sz="2800" b="0" spc="-4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second…)</a:t>
            </a:r>
            <a:endParaRPr sz="2800">
              <a:latin typeface="Helvetica Light"/>
              <a:cs typeface="Helvetica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84400" y="2191004"/>
            <a:ext cx="863663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399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Helvetica Light"/>
                <a:cs typeface="Helvetica Light"/>
              </a:rPr>
              <a:t>What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do</a:t>
            </a:r>
            <a:r>
              <a:rPr sz="3600" spc="-1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the</a:t>
            </a:r>
            <a:r>
              <a:rPr sz="3600" spc="-2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terms</a:t>
            </a:r>
            <a:r>
              <a:rPr sz="3600" spc="-1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of</a:t>
            </a:r>
            <a:r>
              <a:rPr sz="3600" spc="-15" dirty="0">
                <a:latin typeface="Helvetica Light"/>
                <a:cs typeface="Helvetica Light"/>
              </a:rPr>
              <a:t> </a:t>
            </a:r>
            <a:r>
              <a:rPr sz="3600" spc="-25" dirty="0">
                <a:latin typeface="Helvetica Light"/>
                <a:cs typeface="Helvetica Light"/>
              </a:rPr>
              <a:t>the </a:t>
            </a:r>
            <a:r>
              <a:rPr sz="3600" dirty="0">
                <a:latin typeface="Helvetica Light"/>
                <a:cs typeface="Helvetica Light"/>
              </a:rPr>
              <a:t>brightness</a:t>
            </a:r>
            <a:r>
              <a:rPr sz="3600" spc="-6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constancy</a:t>
            </a:r>
            <a:r>
              <a:rPr sz="3600" spc="-6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equation</a:t>
            </a:r>
            <a:r>
              <a:rPr sz="3600" spc="-60" dirty="0">
                <a:latin typeface="Helvetica Light"/>
                <a:cs typeface="Helvetica Light"/>
              </a:rPr>
              <a:t> </a:t>
            </a:r>
            <a:r>
              <a:rPr sz="3600" spc="-10" dirty="0">
                <a:latin typeface="Helvetica Light"/>
                <a:cs typeface="Helvetica Light"/>
              </a:rPr>
              <a:t>represent?</a:t>
            </a:r>
            <a:endParaRPr sz="3600">
              <a:latin typeface="Helvetica Light"/>
              <a:cs typeface="Helvetica Ligh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9542" y="5360123"/>
            <a:ext cx="7644283" cy="201222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62326" y="1225804"/>
            <a:ext cx="62795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(putting</a:t>
            </a:r>
            <a:r>
              <a:rPr sz="2800" b="0" spc="-5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the</a:t>
            </a:r>
            <a:r>
              <a:rPr sz="2800" b="0" spc="-4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math</a:t>
            </a:r>
            <a:r>
              <a:rPr sz="2800" b="0" spc="-4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aside</a:t>
            </a:r>
            <a:r>
              <a:rPr sz="2800" b="0" spc="-4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for</a:t>
            </a:r>
            <a:r>
              <a:rPr sz="2800" b="0" spc="-4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a</a:t>
            </a:r>
            <a:r>
              <a:rPr sz="2800" b="0" spc="-4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second…)</a:t>
            </a:r>
            <a:endParaRPr sz="2800">
              <a:latin typeface="Helvetica Light"/>
              <a:cs typeface="Helvetica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84401" y="2191004"/>
            <a:ext cx="863663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399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Helvetica Light"/>
                <a:cs typeface="Helvetica Light"/>
              </a:rPr>
              <a:t>What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do</a:t>
            </a:r>
            <a:r>
              <a:rPr sz="3600" spc="-1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the</a:t>
            </a:r>
            <a:r>
              <a:rPr sz="3600" spc="-2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terms</a:t>
            </a:r>
            <a:r>
              <a:rPr sz="3600" spc="-1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of</a:t>
            </a:r>
            <a:r>
              <a:rPr sz="3600" spc="-15" dirty="0">
                <a:latin typeface="Helvetica Light"/>
                <a:cs typeface="Helvetica Light"/>
              </a:rPr>
              <a:t> </a:t>
            </a:r>
            <a:r>
              <a:rPr sz="3600" spc="-25" dirty="0">
                <a:latin typeface="Helvetica Light"/>
                <a:cs typeface="Helvetica Light"/>
              </a:rPr>
              <a:t>the </a:t>
            </a:r>
            <a:r>
              <a:rPr sz="3600" dirty="0">
                <a:latin typeface="Helvetica Light"/>
                <a:cs typeface="Helvetica Light"/>
              </a:rPr>
              <a:t>brightness</a:t>
            </a:r>
            <a:r>
              <a:rPr sz="3600" spc="-6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constancy</a:t>
            </a:r>
            <a:r>
              <a:rPr sz="3600" spc="-6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equation</a:t>
            </a:r>
            <a:r>
              <a:rPr sz="3600" spc="-60" dirty="0">
                <a:latin typeface="Helvetica Light"/>
                <a:cs typeface="Helvetica Light"/>
              </a:rPr>
              <a:t> </a:t>
            </a:r>
            <a:r>
              <a:rPr sz="3600" spc="-10" dirty="0">
                <a:latin typeface="Helvetica Light"/>
                <a:cs typeface="Helvetica Light"/>
              </a:rPr>
              <a:t>represent?</a:t>
            </a:r>
            <a:endParaRPr sz="3600">
              <a:latin typeface="Helvetica Light"/>
              <a:cs typeface="Helvetica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6187" y="7132421"/>
            <a:ext cx="3378835" cy="94488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30"/>
              </a:spcBef>
            </a:pPr>
            <a:r>
              <a:rPr sz="3600" dirty="0">
                <a:solidFill>
                  <a:srgbClr val="00882B"/>
                </a:solidFill>
                <a:latin typeface="Helvetica Light"/>
                <a:cs typeface="Helvetica Light"/>
              </a:rPr>
              <a:t>Image</a:t>
            </a:r>
            <a:r>
              <a:rPr sz="3600" spc="-60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3600" spc="-10" dirty="0">
                <a:solidFill>
                  <a:srgbClr val="00882B"/>
                </a:solidFill>
                <a:latin typeface="Helvetica Light"/>
                <a:cs typeface="Helvetica Light"/>
              </a:rPr>
              <a:t>gradients</a:t>
            </a:r>
            <a:endParaRPr sz="3600">
              <a:latin typeface="Helvetica Light"/>
              <a:cs typeface="Helvetica Light"/>
            </a:endParaRPr>
          </a:p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sz="2000" dirty="0">
                <a:solidFill>
                  <a:srgbClr val="00882B"/>
                </a:solidFill>
                <a:latin typeface="Helvetica Light"/>
                <a:cs typeface="Helvetica Light"/>
              </a:rPr>
              <a:t>(at</a:t>
            </a:r>
            <a:r>
              <a:rPr sz="2000" spc="-30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2000" dirty="0">
                <a:solidFill>
                  <a:srgbClr val="00882B"/>
                </a:solidFill>
                <a:latin typeface="Helvetica Light"/>
                <a:cs typeface="Helvetica Light"/>
              </a:rPr>
              <a:t>a</a:t>
            </a:r>
            <a:r>
              <a:rPr sz="2000" spc="-20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2000" dirty="0">
                <a:solidFill>
                  <a:srgbClr val="00882B"/>
                </a:solidFill>
                <a:latin typeface="Helvetica Light"/>
                <a:cs typeface="Helvetica Light"/>
              </a:rPr>
              <a:t>point</a:t>
            </a:r>
            <a:r>
              <a:rPr sz="2000" spc="-30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2000" spc="-25" dirty="0">
                <a:solidFill>
                  <a:srgbClr val="00882B"/>
                </a:solidFill>
                <a:latin typeface="Helvetica Light"/>
                <a:cs typeface="Helvetica Light"/>
              </a:rPr>
              <a:t>p)</a:t>
            </a:r>
            <a:endParaRPr sz="2000">
              <a:latin typeface="Helvetica Light"/>
              <a:cs typeface="Helvetica Ligh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49542" y="6258863"/>
            <a:ext cx="384934" cy="1113481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4067115" y="6140814"/>
            <a:ext cx="1466850" cy="1435100"/>
            <a:chOff x="4067115" y="6140814"/>
            <a:chExt cx="1466850" cy="143510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67115" y="6140814"/>
              <a:ext cx="1466758" cy="143490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94485" y="6281332"/>
              <a:ext cx="1339388" cy="129438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67115" y="6140814"/>
              <a:ext cx="1339388" cy="129438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9542" y="5360123"/>
            <a:ext cx="7644283" cy="201222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62326" y="1225804"/>
            <a:ext cx="62795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(putting</a:t>
            </a:r>
            <a:r>
              <a:rPr sz="2800" b="0" spc="-5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the</a:t>
            </a:r>
            <a:r>
              <a:rPr sz="2800" b="0" spc="-4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math</a:t>
            </a:r>
            <a:r>
              <a:rPr sz="2800" b="0" spc="-4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aside</a:t>
            </a:r>
            <a:r>
              <a:rPr sz="2800" b="0" spc="-4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for</a:t>
            </a:r>
            <a:r>
              <a:rPr sz="2800" b="0" spc="-4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a</a:t>
            </a:r>
            <a:r>
              <a:rPr sz="2800" b="0" spc="-4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second…)</a:t>
            </a:r>
            <a:endParaRPr sz="2800">
              <a:latin typeface="Helvetica Light"/>
              <a:cs typeface="Helvetica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84401" y="2191004"/>
            <a:ext cx="8636635" cy="2082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399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Helvetica Light"/>
                <a:cs typeface="Helvetica Light"/>
              </a:rPr>
              <a:t>What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do</a:t>
            </a:r>
            <a:r>
              <a:rPr sz="3600" spc="-1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the</a:t>
            </a:r>
            <a:r>
              <a:rPr sz="3600" spc="-2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terms</a:t>
            </a:r>
            <a:r>
              <a:rPr sz="3600" spc="-1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of</a:t>
            </a:r>
            <a:r>
              <a:rPr sz="3600" spc="-15" dirty="0">
                <a:latin typeface="Helvetica Light"/>
                <a:cs typeface="Helvetica Light"/>
              </a:rPr>
              <a:t> </a:t>
            </a:r>
            <a:r>
              <a:rPr sz="3600" spc="-25" dirty="0">
                <a:latin typeface="Helvetica Light"/>
                <a:cs typeface="Helvetica Light"/>
              </a:rPr>
              <a:t>the </a:t>
            </a:r>
            <a:r>
              <a:rPr sz="3600" dirty="0">
                <a:latin typeface="Helvetica Light"/>
                <a:cs typeface="Helvetica Light"/>
              </a:rPr>
              <a:t>brightness</a:t>
            </a:r>
            <a:r>
              <a:rPr sz="3600" spc="-6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constancy</a:t>
            </a:r>
            <a:r>
              <a:rPr sz="3600" spc="-6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equation</a:t>
            </a:r>
            <a:r>
              <a:rPr sz="3600" spc="-60" dirty="0">
                <a:latin typeface="Helvetica Light"/>
                <a:cs typeface="Helvetica Light"/>
              </a:rPr>
              <a:t> </a:t>
            </a:r>
            <a:r>
              <a:rPr sz="3600" spc="-10" dirty="0">
                <a:latin typeface="Helvetica Light"/>
                <a:cs typeface="Helvetica Light"/>
              </a:rPr>
              <a:t>represent?</a:t>
            </a:r>
            <a:endParaRPr sz="3600">
              <a:latin typeface="Helvetica Light"/>
              <a:cs typeface="Helvetica Light"/>
            </a:endParaRPr>
          </a:p>
          <a:p>
            <a:pPr marL="1165225">
              <a:lnSpc>
                <a:spcPct val="100000"/>
              </a:lnSpc>
              <a:spcBef>
                <a:spcPts val="3240"/>
              </a:spcBef>
              <a:tabLst>
                <a:tab pos="2105025" algn="l"/>
              </a:tabLst>
            </a:pPr>
            <a:r>
              <a:rPr sz="3600" spc="-20" dirty="0">
                <a:solidFill>
                  <a:srgbClr val="0365C0"/>
                </a:solidFill>
                <a:latin typeface="Helvetica Light"/>
                <a:cs typeface="Helvetica Light"/>
              </a:rPr>
              <a:t>flow</a:t>
            </a:r>
            <a:r>
              <a:rPr sz="3600" dirty="0">
                <a:solidFill>
                  <a:srgbClr val="0365C0"/>
                </a:solidFill>
                <a:latin typeface="Helvetica Light"/>
                <a:cs typeface="Helvetica Light"/>
              </a:rPr>
              <a:t>	</a:t>
            </a:r>
            <a:r>
              <a:rPr sz="3600" spc="-10" dirty="0">
                <a:solidFill>
                  <a:srgbClr val="0365C0"/>
                </a:solidFill>
                <a:latin typeface="Helvetica Light"/>
                <a:cs typeface="Helvetica Light"/>
              </a:rPr>
              <a:t>velocities</a:t>
            </a:r>
            <a:endParaRPr sz="3600">
              <a:latin typeface="Helvetica Light"/>
              <a:cs typeface="Helvetica Ligh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649542" y="4219045"/>
            <a:ext cx="3825875" cy="3357245"/>
            <a:chOff x="2649542" y="4219045"/>
            <a:chExt cx="3825875" cy="335724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9542" y="6258863"/>
              <a:ext cx="384934" cy="111348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67115" y="6140814"/>
              <a:ext cx="1466758" cy="143490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94485" y="6281333"/>
              <a:ext cx="1339388" cy="129438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67115" y="6140814"/>
              <a:ext cx="1339388" cy="129438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79843" y="4219045"/>
              <a:ext cx="909137" cy="131582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79843" y="4219045"/>
              <a:ext cx="644520" cy="127430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44460" y="4260569"/>
              <a:ext cx="644520" cy="127430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66356" y="4234601"/>
              <a:ext cx="808836" cy="121631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66356" y="4267291"/>
              <a:ext cx="524958" cy="11836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50233" y="4234601"/>
              <a:ext cx="524959" cy="1183627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836187" y="7132421"/>
            <a:ext cx="3378835" cy="94488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30"/>
              </a:spcBef>
            </a:pPr>
            <a:r>
              <a:rPr sz="3600" dirty="0">
                <a:solidFill>
                  <a:srgbClr val="00882B"/>
                </a:solidFill>
                <a:latin typeface="Helvetica Light"/>
                <a:cs typeface="Helvetica Light"/>
              </a:rPr>
              <a:t>Image</a:t>
            </a:r>
            <a:r>
              <a:rPr sz="3600" spc="-60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3600" spc="-10" dirty="0">
                <a:solidFill>
                  <a:srgbClr val="00882B"/>
                </a:solidFill>
                <a:latin typeface="Helvetica Light"/>
                <a:cs typeface="Helvetica Light"/>
              </a:rPr>
              <a:t>gradients</a:t>
            </a:r>
            <a:endParaRPr sz="3600">
              <a:latin typeface="Helvetica Light"/>
              <a:cs typeface="Helvetica Light"/>
            </a:endParaRPr>
          </a:p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sz="2000" dirty="0">
                <a:solidFill>
                  <a:srgbClr val="00882B"/>
                </a:solidFill>
                <a:latin typeface="Helvetica Light"/>
                <a:cs typeface="Helvetica Light"/>
              </a:rPr>
              <a:t>(at</a:t>
            </a:r>
            <a:r>
              <a:rPr sz="2000" spc="-30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2000" dirty="0">
                <a:solidFill>
                  <a:srgbClr val="00882B"/>
                </a:solidFill>
                <a:latin typeface="Helvetica Light"/>
                <a:cs typeface="Helvetica Light"/>
              </a:rPr>
              <a:t>a</a:t>
            </a:r>
            <a:r>
              <a:rPr sz="2000" spc="-20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2000" dirty="0">
                <a:solidFill>
                  <a:srgbClr val="00882B"/>
                </a:solidFill>
                <a:latin typeface="Helvetica Light"/>
                <a:cs typeface="Helvetica Light"/>
              </a:rPr>
              <a:t>point</a:t>
            </a:r>
            <a:r>
              <a:rPr sz="2000" spc="-30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2000" spc="-25" dirty="0">
                <a:solidFill>
                  <a:srgbClr val="00882B"/>
                </a:solidFill>
                <a:latin typeface="Helvetica Light"/>
                <a:cs typeface="Helvetica Light"/>
              </a:rPr>
              <a:t>p)</a:t>
            </a:r>
            <a:endParaRPr sz="2000">
              <a:latin typeface="Helvetica Light"/>
              <a:cs typeface="Helvetica Ligh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9542" y="5360123"/>
            <a:ext cx="7644283" cy="201222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62326" y="1225804"/>
            <a:ext cx="62795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(putting</a:t>
            </a:r>
            <a:r>
              <a:rPr sz="2800" b="0" spc="-5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the</a:t>
            </a:r>
            <a:r>
              <a:rPr sz="2800" b="0" spc="-4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math</a:t>
            </a:r>
            <a:r>
              <a:rPr sz="2800" b="0" spc="-4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aside</a:t>
            </a:r>
            <a:r>
              <a:rPr sz="2800" b="0" spc="-4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for</a:t>
            </a:r>
            <a:r>
              <a:rPr sz="2800" b="0" spc="-4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a</a:t>
            </a:r>
            <a:r>
              <a:rPr sz="2800" b="0" spc="-4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second…)</a:t>
            </a:r>
            <a:endParaRPr sz="2800">
              <a:latin typeface="Helvetica Light"/>
              <a:cs typeface="Helvetica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84401" y="2191004"/>
            <a:ext cx="8636635" cy="2082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399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Helvetica Light"/>
                <a:cs typeface="Helvetica Light"/>
              </a:rPr>
              <a:t>What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do</a:t>
            </a:r>
            <a:r>
              <a:rPr sz="3600" spc="-1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the</a:t>
            </a:r>
            <a:r>
              <a:rPr sz="3600" spc="-2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terms</a:t>
            </a:r>
            <a:r>
              <a:rPr sz="3600" spc="-1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of</a:t>
            </a:r>
            <a:r>
              <a:rPr sz="3600" spc="-15" dirty="0">
                <a:latin typeface="Helvetica Light"/>
                <a:cs typeface="Helvetica Light"/>
              </a:rPr>
              <a:t> </a:t>
            </a:r>
            <a:r>
              <a:rPr sz="3600" spc="-25" dirty="0">
                <a:latin typeface="Helvetica Light"/>
                <a:cs typeface="Helvetica Light"/>
              </a:rPr>
              <a:t>the </a:t>
            </a:r>
            <a:r>
              <a:rPr sz="3600" dirty="0">
                <a:latin typeface="Helvetica Light"/>
                <a:cs typeface="Helvetica Light"/>
              </a:rPr>
              <a:t>brightness</a:t>
            </a:r>
            <a:r>
              <a:rPr sz="3600" spc="-6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constancy</a:t>
            </a:r>
            <a:r>
              <a:rPr sz="3600" spc="-6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equation</a:t>
            </a:r>
            <a:r>
              <a:rPr sz="3600" spc="-60" dirty="0">
                <a:latin typeface="Helvetica Light"/>
                <a:cs typeface="Helvetica Light"/>
              </a:rPr>
              <a:t> </a:t>
            </a:r>
            <a:r>
              <a:rPr sz="3600" spc="-10" dirty="0">
                <a:latin typeface="Helvetica Light"/>
                <a:cs typeface="Helvetica Light"/>
              </a:rPr>
              <a:t>represent?</a:t>
            </a:r>
            <a:endParaRPr sz="3600">
              <a:latin typeface="Helvetica Light"/>
              <a:cs typeface="Helvetica Light"/>
            </a:endParaRPr>
          </a:p>
          <a:p>
            <a:pPr marL="1165225">
              <a:lnSpc>
                <a:spcPct val="100000"/>
              </a:lnSpc>
              <a:spcBef>
                <a:spcPts val="3240"/>
              </a:spcBef>
              <a:tabLst>
                <a:tab pos="2105025" algn="l"/>
              </a:tabLst>
            </a:pPr>
            <a:r>
              <a:rPr sz="3600" spc="-20" dirty="0">
                <a:solidFill>
                  <a:srgbClr val="0365C0"/>
                </a:solidFill>
                <a:latin typeface="Helvetica Light"/>
                <a:cs typeface="Helvetica Light"/>
              </a:rPr>
              <a:t>flow</a:t>
            </a:r>
            <a:r>
              <a:rPr sz="3600" dirty="0">
                <a:solidFill>
                  <a:srgbClr val="0365C0"/>
                </a:solidFill>
                <a:latin typeface="Helvetica Light"/>
                <a:cs typeface="Helvetica Light"/>
              </a:rPr>
              <a:t>	</a:t>
            </a:r>
            <a:r>
              <a:rPr sz="3600" spc="-10" dirty="0">
                <a:solidFill>
                  <a:srgbClr val="0365C0"/>
                </a:solidFill>
                <a:latin typeface="Helvetica Light"/>
                <a:cs typeface="Helvetica Light"/>
              </a:rPr>
              <a:t>velocities</a:t>
            </a:r>
            <a:endParaRPr sz="3600">
              <a:latin typeface="Helvetica Light"/>
              <a:cs typeface="Helvetica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68060" y="7326883"/>
            <a:ext cx="36582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773F9B"/>
                </a:solidFill>
                <a:latin typeface="Helvetica Light"/>
                <a:cs typeface="Helvetica Light"/>
              </a:rPr>
              <a:t>temporal</a:t>
            </a:r>
            <a:r>
              <a:rPr sz="3600" spc="-30" dirty="0">
                <a:solidFill>
                  <a:srgbClr val="773F9B"/>
                </a:solidFill>
                <a:latin typeface="Helvetica Light"/>
                <a:cs typeface="Helvetica Light"/>
              </a:rPr>
              <a:t> </a:t>
            </a:r>
            <a:r>
              <a:rPr sz="3600" spc="-10" dirty="0">
                <a:solidFill>
                  <a:srgbClr val="773F9B"/>
                </a:solidFill>
                <a:latin typeface="Helvetica Light"/>
                <a:cs typeface="Helvetica Light"/>
              </a:rPr>
              <a:t>gradient</a:t>
            </a:r>
            <a:endParaRPr sz="3600">
              <a:latin typeface="Helvetica Light"/>
              <a:cs typeface="Helvetica Ligh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649542" y="4219045"/>
            <a:ext cx="5748020" cy="3357245"/>
            <a:chOff x="2649542" y="4219045"/>
            <a:chExt cx="5748020" cy="335724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9542" y="6258863"/>
              <a:ext cx="384934" cy="111348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67115" y="6140814"/>
              <a:ext cx="1466758" cy="143490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94485" y="6281333"/>
              <a:ext cx="1339388" cy="129438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67115" y="6140814"/>
              <a:ext cx="1339388" cy="129438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79843" y="4219045"/>
              <a:ext cx="909137" cy="131582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79843" y="4219045"/>
              <a:ext cx="644520" cy="127430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44460" y="4260569"/>
              <a:ext cx="644520" cy="127430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66356" y="4234601"/>
              <a:ext cx="808836" cy="121631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66356" y="4267291"/>
              <a:ext cx="524958" cy="118362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50233" y="4234601"/>
              <a:ext cx="524959" cy="118362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012241" y="6258863"/>
              <a:ext cx="384934" cy="1113481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2959100" y="8543035"/>
            <a:ext cx="708723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How</a:t>
            </a:r>
            <a:r>
              <a:rPr sz="3600" i="1" spc="-4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do</a:t>
            </a:r>
            <a:r>
              <a:rPr sz="3600" i="1" spc="-3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you</a:t>
            </a:r>
            <a:r>
              <a:rPr sz="3600" i="1" spc="-3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compute</a:t>
            </a:r>
            <a:r>
              <a:rPr sz="3600" i="1" spc="-3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these</a:t>
            </a:r>
            <a:r>
              <a:rPr sz="3600" i="1" spc="-3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spc="-10" dirty="0">
                <a:solidFill>
                  <a:srgbClr val="0365C0"/>
                </a:solidFill>
                <a:latin typeface="Helvetica"/>
                <a:cs typeface="Helvetica"/>
              </a:rPr>
              <a:t>terms?</a:t>
            </a:r>
            <a:endParaRPr sz="3600">
              <a:latin typeface="Helvetica"/>
              <a:cs typeface="Helvetic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6187" y="7132421"/>
            <a:ext cx="3378835" cy="94488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30"/>
              </a:spcBef>
            </a:pPr>
            <a:r>
              <a:rPr sz="3600" dirty="0">
                <a:solidFill>
                  <a:srgbClr val="00882B"/>
                </a:solidFill>
                <a:latin typeface="Helvetica Light"/>
                <a:cs typeface="Helvetica Light"/>
              </a:rPr>
              <a:t>Image</a:t>
            </a:r>
            <a:r>
              <a:rPr sz="3600" spc="-60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3600" spc="-10" dirty="0">
                <a:solidFill>
                  <a:srgbClr val="00882B"/>
                </a:solidFill>
                <a:latin typeface="Helvetica Light"/>
                <a:cs typeface="Helvetica Light"/>
              </a:rPr>
              <a:t>gradients</a:t>
            </a:r>
            <a:endParaRPr sz="3600">
              <a:latin typeface="Helvetica Light"/>
              <a:cs typeface="Helvetica Light"/>
            </a:endParaRPr>
          </a:p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sz="2000" dirty="0">
                <a:solidFill>
                  <a:srgbClr val="00882B"/>
                </a:solidFill>
                <a:latin typeface="Helvetica Light"/>
                <a:cs typeface="Helvetica Light"/>
              </a:rPr>
              <a:t>(at</a:t>
            </a:r>
            <a:r>
              <a:rPr sz="2000" spc="-30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2000" dirty="0">
                <a:solidFill>
                  <a:srgbClr val="00882B"/>
                </a:solidFill>
                <a:latin typeface="Helvetica Light"/>
                <a:cs typeface="Helvetica Light"/>
              </a:rPr>
              <a:t>a</a:t>
            </a:r>
            <a:r>
              <a:rPr sz="2000" spc="-20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2000" dirty="0">
                <a:solidFill>
                  <a:srgbClr val="00882B"/>
                </a:solidFill>
                <a:latin typeface="Helvetica Light"/>
                <a:cs typeface="Helvetica Light"/>
              </a:rPr>
              <a:t>point</a:t>
            </a:r>
            <a:r>
              <a:rPr sz="2000" spc="-30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2000" spc="-25" dirty="0">
                <a:solidFill>
                  <a:srgbClr val="00882B"/>
                </a:solidFill>
                <a:latin typeface="Helvetica Light"/>
                <a:cs typeface="Helvetica Light"/>
              </a:rPr>
              <a:t>p)</a:t>
            </a:r>
            <a:endParaRPr sz="2000">
              <a:latin typeface="Helvetica Light"/>
              <a:cs typeface="Helvetica Ligh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7240" y="3176927"/>
            <a:ext cx="3851910" cy="2364740"/>
          </a:xfrm>
          <a:custGeom>
            <a:avLst/>
            <a:gdLst/>
            <a:ahLst/>
            <a:cxnLst/>
            <a:rect l="l" t="t" r="r" b="b"/>
            <a:pathLst>
              <a:path w="3851910" h="2364740">
                <a:moveTo>
                  <a:pt x="0" y="122607"/>
                </a:moveTo>
                <a:lnTo>
                  <a:pt x="9635" y="74883"/>
                </a:lnTo>
                <a:lnTo>
                  <a:pt x="35910" y="35910"/>
                </a:lnTo>
                <a:lnTo>
                  <a:pt x="74882" y="9635"/>
                </a:lnTo>
                <a:lnTo>
                  <a:pt x="122607" y="0"/>
                </a:lnTo>
                <a:lnTo>
                  <a:pt x="3729115" y="0"/>
                </a:lnTo>
                <a:lnTo>
                  <a:pt x="3776839" y="9635"/>
                </a:lnTo>
                <a:lnTo>
                  <a:pt x="3815811" y="35910"/>
                </a:lnTo>
                <a:lnTo>
                  <a:pt x="3842086" y="74883"/>
                </a:lnTo>
                <a:lnTo>
                  <a:pt x="3851722" y="122607"/>
                </a:lnTo>
                <a:lnTo>
                  <a:pt x="3851722" y="2242025"/>
                </a:lnTo>
                <a:lnTo>
                  <a:pt x="3842086" y="2289749"/>
                </a:lnTo>
                <a:lnTo>
                  <a:pt x="3815811" y="2328721"/>
                </a:lnTo>
                <a:lnTo>
                  <a:pt x="3776839" y="2354996"/>
                </a:lnTo>
                <a:lnTo>
                  <a:pt x="3729115" y="2364632"/>
                </a:lnTo>
                <a:lnTo>
                  <a:pt x="122607" y="2364632"/>
                </a:lnTo>
                <a:lnTo>
                  <a:pt x="74882" y="2354996"/>
                </a:lnTo>
                <a:lnTo>
                  <a:pt x="35910" y="2328721"/>
                </a:lnTo>
                <a:lnTo>
                  <a:pt x="9635" y="2289749"/>
                </a:lnTo>
                <a:lnTo>
                  <a:pt x="0" y="2242025"/>
                </a:lnTo>
                <a:lnTo>
                  <a:pt x="0" y="122607"/>
                </a:lnTo>
                <a:close/>
              </a:path>
            </a:pathLst>
          </a:custGeom>
          <a:ln w="25400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06883" y="4913884"/>
            <a:ext cx="29178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Helvetica"/>
                <a:cs typeface="Helvetica"/>
              </a:rPr>
              <a:t>spatial</a:t>
            </a:r>
            <a:r>
              <a:rPr sz="2800" b="1" spc="-80" dirty="0">
                <a:latin typeface="Helvetica"/>
                <a:cs typeface="Helvetica"/>
              </a:rPr>
              <a:t> </a:t>
            </a:r>
            <a:r>
              <a:rPr sz="2800" b="1" spc="-10" dirty="0">
                <a:latin typeface="Helvetica"/>
                <a:cs typeface="Helvetica"/>
              </a:rPr>
              <a:t>derivative</a:t>
            </a:r>
            <a:endParaRPr sz="2800">
              <a:latin typeface="Helvetica"/>
              <a:cs typeface="Helvetic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01439" y="1043328"/>
            <a:ext cx="5014087" cy="63114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99640" y="3596028"/>
            <a:ext cx="3573779" cy="1054100"/>
            <a:chOff x="699640" y="3596028"/>
            <a:chExt cx="3573779" cy="10541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9640" y="3634128"/>
              <a:ext cx="1612901" cy="9779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5714" y="3596028"/>
              <a:ext cx="1587501" cy="1054101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30795" y="2249931"/>
            <a:ext cx="388492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How</a:t>
            </a:r>
            <a:r>
              <a:rPr sz="2800" b="0" spc="-5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do</a:t>
            </a:r>
            <a:r>
              <a:rPr sz="2800" b="0" spc="-5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you</a:t>
            </a:r>
            <a:r>
              <a:rPr sz="2800" b="0" spc="-5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compute</a:t>
            </a:r>
            <a:r>
              <a:rPr sz="2800" b="0" spc="-5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spc="-50" dirty="0">
                <a:solidFill>
                  <a:srgbClr val="000000"/>
                </a:solidFill>
                <a:latin typeface="Helvetica Light"/>
                <a:cs typeface="Helvetica Light"/>
              </a:rPr>
              <a:t>…</a:t>
            </a:r>
            <a:endParaRPr sz="2800">
              <a:latin typeface="Helvetica Light"/>
              <a:cs typeface="Helvetica Ligh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4540" y="3164227"/>
            <a:ext cx="3877310" cy="2390140"/>
            <a:chOff x="534540" y="3164227"/>
            <a:chExt cx="3877310" cy="2390140"/>
          </a:xfrm>
        </p:grpSpPr>
        <p:sp>
          <p:nvSpPr>
            <p:cNvPr id="3" name="object 3"/>
            <p:cNvSpPr/>
            <p:nvPr/>
          </p:nvSpPr>
          <p:spPr>
            <a:xfrm>
              <a:off x="547240" y="3176927"/>
              <a:ext cx="3851910" cy="2364740"/>
            </a:xfrm>
            <a:custGeom>
              <a:avLst/>
              <a:gdLst/>
              <a:ahLst/>
              <a:cxnLst/>
              <a:rect l="l" t="t" r="r" b="b"/>
              <a:pathLst>
                <a:path w="3851910" h="2364740">
                  <a:moveTo>
                    <a:pt x="0" y="122607"/>
                  </a:moveTo>
                  <a:lnTo>
                    <a:pt x="9635" y="74883"/>
                  </a:lnTo>
                  <a:lnTo>
                    <a:pt x="35910" y="35910"/>
                  </a:lnTo>
                  <a:lnTo>
                    <a:pt x="74882" y="9635"/>
                  </a:lnTo>
                  <a:lnTo>
                    <a:pt x="122607" y="0"/>
                  </a:lnTo>
                  <a:lnTo>
                    <a:pt x="3729115" y="0"/>
                  </a:lnTo>
                  <a:lnTo>
                    <a:pt x="3776839" y="9635"/>
                  </a:lnTo>
                  <a:lnTo>
                    <a:pt x="3815811" y="35910"/>
                  </a:lnTo>
                  <a:lnTo>
                    <a:pt x="3842086" y="74883"/>
                  </a:lnTo>
                  <a:lnTo>
                    <a:pt x="3851722" y="122607"/>
                  </a:lnTo>
                  <a:lnTo>
                    <a:pt x="3851722" y="2242025"/>
                  </a:lnTo>
                  <a:lnTo>
                    <a:pt x="3842086" y="2289749"/>
                  </a:lnTo>
                  <a:lnTo>
                    <a:pt x="3815811" y="2328721"/>
                  </a:lnTo>
                  <a:lnTo>
                    <a:pt x="3776839" y="2354996"/>
                  </a:lnTo>
                  <a:lnTo>
                    <a:pt x="3729115" y="2364632"/>
                  </a:lnTo>
                  <a:lnTo>
                    <a:pt x="122607" y="2364632"/>
                  </a:lnTo>
                  <a:lnTo>
                    <a:pt x="74882" y="2354996"/>
                  </a:lnTo>
                  <a:lnTo>
                    <a:pt x="35910" y="2328721"/>
                  </a:lnTo>
                  <a:lnTo>
                    <a:pt x="9635" y="2289749"/>
                  </a:lnTo>
                  <a:lnTo>
                    <a:pt x="0" y="2242025"/>
                  </a:lnTo>
                  <a:lnTo>
                    <a:pt x="0" y="122607"/>
                  </a:lnTo>
                  <a:close/>
                </a:path>
              </a:pathLst>
            </a:custGeom>
            <a:ln w="25400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9640" y="3634128"/>
              <a:ext cx="1612901" cy="9779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85714" y="3596028"/>
              <a:ext cx="1587501" cy="1054101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570321" y="4913884"/>
            <a:ext cx="3789679" cy="2459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Helvetica"/>
                <a:cs typeface="Helvetica"/>
              </a:rPr>
              <a:t>spatial</a:t>
            </a:r>
            <a:r>
              <a:rPr sz="2800" b="1" spc="-80" dirty="0">
                <a:latin typeface="Helvetica"/>
                <a:cs typeface="Helvetica"/>
              </a:rPr>
              <a:t> </a:t>
            </a:r>
            <a:r>
              <a:rPr sz="2800" b="1" spc="-10" dirty="0">
                <a:latin typeface="Helvetica"/>
                <a:cs typeface="Helvetica"/>
              </a:rPr>
              <a:t>derivative</a:t>
            </a:r>
            <a:endParaRPr sz="280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2800">
              <a:latin typeface="Helvetica"/>
              <a:cs typeface="Helvetica"/>
            </a:endParaRPr>
          </a:p>
          <a:p>
            <a:pPr marL="605790" marR="598170" algn="ctr">
              <a:lnSpc>
                <a:spcPct val="100800"/>
              </a:lnSpc>
            </a:pPr>
            <a:r>
              <a:rPr sz="2400" dirty="0">
                <a:latin typeface="Helvetica Light"/>
                <a:cs typeface="Helvetica Light"/>
              </a:rPr>
              <a:t>Forward</a:t>
            </a:r>
            <a:r>
              <a:rPr sz="2400" spc="-80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difference </a:t>
            </a:r>
            <a:r>
              <a:rPr sz="2400" dirty="0">
                <a:latin typeface="Helvetica Light"/>
                <a:cs typeface="Helvetica Light"/>
              </a:rPr>
              <a:t>Sobel</a:t>
            </a:r>
            <a:r>
              <a:rPr sz="2400" spc="-20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filter</a:t>
            </a:r>
            <a:endParaRPr sz="2400">
              <a:latin typeface="Helvetica Light"/>
              <a:cs typeface="Helvetica Light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2400" spc="-20" dirty="0">
                <a:latin typeface="Helvetica Light"/>
                <a:cs typeface="Helvetica Light"/>
              </a:rPr>
              <a:t>Derivative-</a:t>
            </a:r>
            <a:r>
              <a:rPr sz="2400" spc="-10" dirty="0">
                <a:latin typeface="Helvetica Light"/>
                <a:cs typeface="Helvetica Light"/>
              </a:rPr>
              <a:t>of-</a:t>
            </a:r>
            <a:r>
              <a:rPr sz="2400" dirty="0">
                <a:latin typeface="Helvetica Light"/>
                <a:cs typeface="Helvetica Light"/>
              </a:rPr>
              <a:t>Gaussian</a:t>
            </a:r>
            <a:r>
              <a:rPr sz="2400" spc="30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filter</a:t>
            </a:r>
            <a:endParaRPr sz="2400">
              <a:latin typeface="Helvetica Light"/>
              <a:cs typeface="Helvetica Light"/>
            </a:endParaRPr>
          </a:p>
          <a:p>
            <a:pPr algn="ctr">
              <a:lnSpc>
                <a:spcPct val="100000"/>
              </a:lnSpc>
            </a:pPr>
            <a:r>
              <a:rPr sz="2400" spc="-50" dirty="0">
                <a:latin typeface="Helvetica Light"/>
                <a:cs typeface="Helvetica Light"/>
              </a:rPr>
              <a:t>…</a:t>
            </a:r>
            <a:endParaRPr sz="2400">
              <a:latin typeface="Helvetica Light"/>
              <a:cs typeface="Helvetica Ligh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01439" y="1043328"/>
            <a:ext cx="5014087" cy="63114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30795" y="2249931"/>
            <a:ext cx="388492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How</a:t>
            </a:r>
            <a:r>
              <a:rPr sz="2800" b="0" spc="-5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do</a:t>
            </a:r>
            <a:r>
              <a:rPr sz="2800" b="0" spc="-5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you</a:t>
            </a:r>
            <a:r>
              <a:rPr sz="2800" b="0" spc="-5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compute</a:t>
            </a:r>
            <a:r>
              <a:rPr sz="2800" b="0" spc="-5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spc="-50" dirty="0">
                <a:solidFill>
                  <a:srgbClr val="000000"/>
                </a:solidFill>
                <a:latin typeface="Helvetica Light"/>
                <a:cs typeface="Helvetica Light"/>
              </a:rPr>
              <a:t>…</a:t>
            </a:r>
            <a:endParaRPr sz="2800">
              <a:latin typeface="Helvetica Light"/>
              <a:cs typeface="Helvetica Ligh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7240" y="3176927"/>
            <a:ext cx="3851910" cy="2364740"/>
          </a:xfrm>
          <a:custGeom>
            <a:avLst/>
            <a:gdLst/>
            <a:ahLst/>
            <a:cxnLst/>
            <a:rect l="l" t="t" r="r" b="b"/>
            <a:pathLst>
              <a:path w="3851910" h="2364740">
                <a:moveTo>
                  <a:pt x="0" y="122607"/>
                </a:moveTo>
                <a:lnTo>
                  <a:pt x="9635" y="74883"/>
                </a:lnTo>
                <a:lnTo>
                  <a:pt x="35910" y="35910"/>
                </a:lnTo>
                <a:lnTo>
                  <a:pt x="74882" y="9635"/>
                </a:lnTo>
                <a:lnTo>
                  <a:pt x="122607" y="0"/>
                </a:lnTo>
                <a:lnTo>
                  <a:pt x="3729115" y="0"/>
                </a:lnTo>
                <a:lnTo>
                  <a:pt x="3776839" y="9635"/>
                </a:lnTo>
                <a:lnTo>
                  <a:pt x="3815811" y="35910"/>
                </a:lnTo>
                <a:lnTo>
                  <a:pt x="3842086" y="74883"/>
                </a:lnTo>
                <a:lnTo>
                  <a:pt x="3851722" y="122607"/>
                </a:lnTo>
                <a:lnTo>
                  <a:pt x="3851722" y="2242025"/>
                </a:lnTo>
                <a:lnTo>
                  <a:pt x="3842086" y="2289749"/>
                </a:lnTo>
                <a:lnTo>
                  <a:pt x="3815811" y="2328721"/>
                </a:lnTo>
                <a:lnTo>
                  <a:pt x="3776839" y="2354996"/>
                </a:lnTo>
                <a:lnTo>
                  <a:pt x="3729115" y="2364632"/>
                </a:lnTo>
                <a:lnTo>
                  <a:pt x="122607" y="2364632"/>
                </a:lnTo>
                <a:lnTo>
                  <a:pt x="74882" y="2354996"/>
                </a:lnTo>
                <a:lnTo>
                  <a:pt x="35910" y="2328721"/>
                </a:lnTo>
                <a:lnTo>
                  <a:pt x="9635" y="2289749"/>
                </a:lnTo>
                <a:lnTo>
                  <a:pt x="0" y="2242025"/>
                </a:lnTo>
                <a:lnTo>
                  <a:pt x="0" y="122607"/>
                </a:lnTo>
                <a:close/>
              </a:path>
            </a:pathLst>
          </a:custGeom>
          <a:ln w="25400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97253" y="3176927"/>
            <a:ext cx="3460750" cy="2364740"/>
          </a:xfrm>
          <a:custGeom>
            <a:avLst/>
            <a:gdLst/>
            <a:ahLst/>
            <a:cxnLst/>
            <a:rect l="l" t="t" r="r" b="b"/>
            <a:pathLst>
              <a:path w="3460750" h="2364740">
                <a:moveTo>
                  <a:pt x="0" y="122605"/>
                </a:moveTo>
                <a:lnTo>
                  <a:pt x="9634" y="74881"/>
                </a:lnTo>
                <a:lnTo>
                  <a:pt x="35910" y="35910"/>
                </a:lnTo>
                <a:lnTo>
                  <a:pt x="74881" y="9634"/>
                </a:lnTo>
                <a:lnTo>
                  <a:pt x="122605" y="0"/>
                </a:lnTo>
                <a:lnTo>
                  <a:pt x="3337699" y="0"/>
                </a:lnTo>
                <a:lnTo>
                  <a:pt x="3385422" y="9634"/>
                </a:lnTo>
                <a:lnTo>
                  <a:pt x="3424393" y="35910"/>
                </a:lnTo>
                <a:lnTo>
                  <a:pt x="3450669" y="74881"/>
                </a:lnTo>
                <a:lnTo>
                  <a:pt x="3460304" y="122605"/>
                </a:lnTo>
                <a:lnTo>
                  <a:pt x="3460304" y="2242027"/>
                </a:lnTo>
                <a:lnTo>
                  <a:pt x="3450669" y="2289750"/>
                </a:lnTo>
                <a:lnTo>
                  <a:pt x="3424393" y="2328721"/>
                </a:lnTo>
                <a:lnTo>
                  <a:pt x="3385422" y="2354997"/>
                </a:lnTo>
                <a:lnTo>
                  <a:pt x="3337699" y="2364632"/>
                </a:lnTo>
                <a:lnTo>
                  <a:pt x="122605" y="2364632"/>
                </a:lnTo>
                <a:lnTo>
                  <a:pt x="74881" y="2354997"/>
                </a:lnTo>
                <a:lnTo>
                  <a:pt x="35910" y="2328721"/>
                </a:lnTo>
                <a:lnTo>
                  <a:pt x="9634" y="2289750"/>
                </a:lnTo>
                <a:lnTo>
                  <a:pt x="0" y="2242027"/>
                </a:lnTo>
                <a:lnTo>
                  <a:pt x="0" y="122605"/>
                </a:lnTo>
                <a:close/>
              </a:path>
            </a:pathLst>
          </a:custGeom>
          <a:ln w="25400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06883" y="4913884"/>
            <a:ext cx="29178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Helvetica"/>
                <a:cs typeface="Helvetica"/>
              </a:rPr>
              <a:t>spatial</a:t>
            </a:r>
            <a:r>
              <a:rPr sz="2800" b="1" spc="-80" dirty="0">
                <a:latin typeface="Helvetica"/>
                <a:cs typeface="Helvetica"/>
              </a:rPr>
              <a:t> </a:t>
            </a:r>
            <a:r>
              <a:rPr sz="2800" b="1" spc="-10" dirty="0">
                <a:latin typeface="Helvetica"/>
                <a:cs typeface="Helvetica"/>
              </a:rPr>
              <a:t>derivative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81962" y="4913884"/>
            <a:ext cx="32918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Helvetica"/>
                <a:cs typeface="Helvetica"/>
              </a:rPr>
              <a:t>temporal</a:t>
            </a:r>
            <a:r>
              <a:rPr sz="2800" b="1" spc="-125" dirty="0">
                <a:latin typeface="Helvetica"/>
                <a:cs typeface="Helvetica"/>
              </a:rPr>
              <a:t> </a:t>
            </a:r>
            <a:r>
              <a:rPr sz="2800" b="1" spc="-10" dirty="0">
                <a:latin typeface="Helvetica"/>
                <a:cs typeface="Helvetica"/>
              </a:rPr>
              <a:t>derivative</a:t>
            </a:r>
            <a:endParaRPr sz="2800">
              <a:latin typeface="Helvetica"/>
              <a:cs typeface="Helvetic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01439" y="1043328"/>
            <a:ext cx="5014087" cy="63114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9640" y="3634128"/>
            <a:ext cx="1612901" cy="9779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85714" y="3596028"/>
            <a:ext cx="1587501" cy="10541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65406" y="3634128"/>
            <a:ext cx="1524001" cy="9779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70323" y="5879084"/>
            <a:ext cx="3789679" cy="14947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605790" marR="598170" algn="ctr">
              <a:lnSpc>
                <a:spcPct val="100800"/>
              </a:lnSpc>
              <a:spcBef>
                <a:spcPts val="75"/>
              </a:spcBef>
            </a:pPr>
            <a:r>
              <a:rPr sz="2400" dirty="0">
                <a:latin typeface="Helvetica Light"/>
                <a:cs typeface="Helvetica Light"/>
              </a:rPr>
              <a:t>Forward</a:t>
            </a:r>
            <a:r>
              <a:rPr sz="2400" spc="-80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difference </a:t>
            </a:r>
            <a:r>
              <a:rPr sz="2400" dirty="0">
                <a:latin typeface="Helvetica Light"/>
                <a:cs typeface="Helvetica Light"/>
              </a:rPr>
              <a:t>Sobel</a:t>
            </a:r>
            <a:r>
              <a:rPr sz="2400" spc="-20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filter</a:t>
            </a:r>
            <a:endParaRPr sz="2400">
              <a:latin typeface="Helvetica Light"/>
              <a:cs typeface="Helvetica Light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2400" spc="-20" dirty="0">
                <a:latin typeface="Helvetica Light"/>
                <a:cs typeface="Helvetica Light"/>
              </a:rPr>
              <a:t>Derivative-</a:t>
            </a:r>
            <a:r>
              <a:rPr sz="2400" spc="-10" dirty="0">
                <a:latin typeface="Helvetica Light"/>
                <a:cs typeface="Helvetica Light"/>
              </a:rPr>
              <a:t>of-</a:t>
            </a:r>
            <a:r>
              <a:rPr sz="2400" dirty="0">
                <a:latin typeface="Helvetica Light"/>
                <a:cs typeface="Helvetica Light"/>
              </a:rPr>
              <a:t>Gaussian</a:t>
            </a:r>
            <a:r>
              <a:rPr sz="2400" spc="30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filter</a:t>
            </a:r>
            <a:endParaRPr sz="2400">
              <a:latin typeface="Helvetica Light"/>
              <a:cs typeface="Helvetica Light"/>
            </a:endParaRPr>
          </a:p>
          <a:p>
            <a:pPr algn="ctr">
              <a:lnSpc>
                <a:spcPct val="100000"/>
              </a:lnSpc>
            </a:pPr>
            <a:r>
              <a:rPr sz="2400" spc="-50" dirty="0">
                <a:latin typeface="Helvetica Light"/>
                <a:cs typeface="Helvetica Light"/>
              </a:rPr>
              <a:t>…</a:t>
            </a:r>
            <a:endParaRPr sz="2400">
              <a:latin typeface="Helvetica Light"/>
              <a:cs typeface="Helvetica Ligh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530795" y="2249931"/>
            <a:ext cx="388492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How</a:t>
            </a:r>
            <a:r>
              <a:rPr sz="2800" b="0" spc="-5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do</a:t>
            </a:r>
            <a:r>
              <a:rPr sz="2800" b="0" spc="-5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you</a:t>
            </a:r>
            <a:r>
              <a:rPr sz="2800" b="0" spc="-5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compute</a:t>
            </a:r>
            <a:r>
              <a:rPr sz="2800" b="0" spc="-5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spc="-50" dirty="0">
                <a:solidFill>
                  <a:srgbClr val="000000"/>
                </a:solidFill>
                <a:latin typeface="Helvetica Light"/>
                <a:cs typeface="Helvetica Light"/>
              </a:rPr>
              <a:t>…</a:t>
            </a:r>
            <a:endParaRPr sz="2800">
              <a:latin typeface="Helvetica Light"/>
              <a:cs typeface="Helvetica Ligh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7240" y="3176927"/>
            <a:ext cx="3851910" cy="2364740"/>
          </a:xfrm>
          <a:custGeom>
            <a:avLst/>
            <a:gdLst/>
            <a:ahLst/>
            <a:cxnLst/>
            <a:rect l="l" t="t" r="r" b="b"/>
            <a:pathLst>
              <a:path w="3851910" h="2364740">
                <a:moveTo>
                  <a:pt x="0" y="122607"/>
                </a:moveTo>
                <a:lnTo>
                  <a:pt x="9635" y="74883"/>
                </a:lnTo>
                <a:lnTo>
                  <a:pt x="35910" y="35910"/>
                </a:lnTo>
                <a:lnTo>
                  <a:pt x="74882" y="9635"/>
                </a:lnTo>
                <a:lnTo>
                  <a:pt x="122607" y="0"/>
                </a:lnTo>
                <a:lnTo>
                  <a:pt x="3729115" y="0"/>
                </a:lnTo>
                <a:lnTo>
                  <a:pt x="3776839" y="9635"/>
                </a:lnTo>
                <a:lnTo>
                  <a:pt x="3815811" y="35910"/>
                </a:lnTo>
                <a:lnTo>
                  <a:pt x="3842086" y="74883"/>
                </a:lnTo>
                <a:lnTo>
                  <a:pt x="3851722" y="122607"/>
                </a:lnTo>
                <a:lnTo>
                  <a:pt x="3851722" y="2242025"/>
                </a:lnTo>
                <a:lnTo>
                  <a:pt x="3842086" y="2289749"/>
                </a:lnTo>
                <a:lnTo>
                  <a:pt x="3815811" y="2328721"/>
                </a:lnTo>
                <a:lnTo>
                  <a:pt x="3776839" y="2354996"/>
                </a:lnTo>
                <a:lnTo>
                  <a:pt x="3729115" y="2364632"/>
                </a:lnTo>
                <a:lnTo>
                  <a:pt x="122607" y="2364632"/>
                </a:lnTo>
                <a:lnTo>
                  <a:pt x="74882" y="2354996"/>
                </a:lnTo>
                <a:lnTo>
                  <a:pt x="35910" y="2328721"/>
                </a:lnTo>
                <a:lnTo>
                  <a:pt x="9635" y="2289749"/>
                </a:lnTo>
                <a:lnTo>
                  <a:pt x="0" y="2242025"/>
                </a:lnTo>
                <a:lnTo>
                  <a:pt x="0" y="122607"/>
                </a:lnTo>
                <a:close/>
              </a:path>
            </a:pathLst>
          </a:custGeom>
          <a:ln w="25400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97253" y="3176927"/>
            <a:ext cx="3460750" cy="2364740"/>
          </a:xfrm>
          <a:custGeom>
            <a:avLst/>
            <a:gdLst/>
            <a:ahLst/>
            <a:cxnLst/>
            <a:rect l="l" t="t" r="r" b="b"/>
            <a:pathLst>
              <a:path w="3460750" h="2364740">
                <a:moveTo>
                  <a:pt x="0" y="122605"/>
                </a:moveTo>
                <a:lnTo>
                  <a:pt x="9634" y="74881"/>
                </a:lnTo>
                <a:lnTo>
                  <a:pt x="35910" y="35910"/>
                </a:lnTo>
                <a:lnTo>
                  <a:pt x="74881" y="9634"/>
                </a:lnTo>
                <a:lnTo>
                  <a:pt x="122605" y="0"/>
                </a:lnTo>
                <a:lnTo>
                  <a:pt x="3337699" y="0"/>
                </a:lnTo>
                <a:lnTo>
                  <a:pt x="3385422" y="9634"/>
                </a:lnTo>
                <a:lnTo>
                  <a:pt x="3424393" y="35910"/>
                </a:lnTo>
                <a:lnTo>
                  <a:pt x="3450669" y="74881"/>
                </a:lnTo>
                <a:lnTo>
                  <a:pt x="3460304" y="122605"/>
                </a:lnTo>
                <a:lnTo>
                  <a:pt x="3460304" y="2242027"/>
                </a:lnTo>
                <a:lnTo>
                  <a:pt x="3450669" y="2289750"/>
                </a:lnTo>
                <a:lnTo>
                  <a:pt x="3424393" y="2328721"/>
                </a:lnTo>
                <a:lnTo>
                  <a:pt x="3385422" y="2354997"/>
                </a:lnTo>
                <a:lnTo>
                  <a:pt x="3337699" y="2364632"/>
                </a:lnTo>
                <a:lnTo>
                  <a:pt x="122605" y="2364632"/>
                </a:lnTo>
                <a:lnTo>
                  <a:pt x="74881" y="2354997"/>
                </a:lnTo>
                <a:lnTo>
                  <a:pt x="35910" y="2328721"/>
                </a:lnTo>
                <a:lnTo>
                  <a:pt x="9634" y="2289750"/>
                </a:lnTo>
                <a:lnTo>
                  <a:pt x="0" y="2242027"/>
                </a:lnTo>
                <a:lnTo>
                  <a:pt x="0" y="122605"/>
                </a:lnTo>
                <a:close/>
              </a:path>
            </a:pathLst>
          </a:custGeom>
          <a:ln w="25400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06883" y="4913884"/>
            <a:ext cx="29178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Helvetica"/>
                <a:cs typeface="Helvetica"/>
              </a:rPr>
              <a:t>spatial</a:t>
            </a:r>
            <a:r>
              <a:rPr sz="2800" b="1" spc="-80" dirty="0">
                <a:latin typeface="Helvetica"/>
                <a:cs typeface="Helvetica"/>
              </a:rPr>
              <a:t> </a:t>
            </a:r>
            <a:r>
              <a:rPr sz="2800" b="1" spc="-10" dirty="0">
                <a:latin typeface="Helvetica"/>
                <a:cs typeface="Helvetica"/>
              </a:rPr>
              <a:t>derivative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81962" y="4913884"/>
            <a:ext cx="32918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Helvetica"/>
                <a:cs typeface="Helvetica"/>
              </a:rPr>
              <a:t>temporal</a:t>
            </a:r>
            <a:r>
              <a:rPr sz="2800" b="1" spc="-125" dirty="0">
                <a:latin typeface="Helvetica"/>
                <a:cs typeface="Helvetica"/>
              </a:rPr>
              <a:t> </a:t>
            </a:r>
            <a:r>
              <a:rPr sz="2800" b="1" spc="-10" dirty="0">
                <a:latin typeface="Helvetica"/>
                <a:cs typeface="Helvetica"/>
              </a:rPr>
              <a:t>derivative</a:t>
            </a:r>
            <a:endParaRPr sz="2800">
              <a:latin typeface="Helvetica"/>
              <a:cs typeface="Helvetic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01439" y="1043328"/>
            <a:ext cx="5014087" cy="63114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9640" y="3634128"/>
            <a:ext cx="1612901" cy="9779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85714" y="3596028"/>
            <a:ext cx="1587501" cy="10541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65406" y="3634128"/>
            <a:ext cx="1524001" cy="9779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70321" y="5879084"/>
            <a:ext cx="3789679" cy="14947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605790" marR="598170" algn="ctr">
              <a:lnSpc>
                <a:spcPct val="100800"/>
              </a:lnSpc>
              <a:spcBef>
                <a:spcPts val="75"/>
              </a:spcBef>
            </a:pPr>
            <a:r>
              <a:rPr sz="2400" dirty="0">
                <a:latin typeface="Helvetica Light"/>
                <a:cs typeface="Helvetica Light"/>
              </a:rPr>
              <a:t>Forward</a:t>
            </a:r>
            <a:r>
              <a:rPr sz="2400" spc="-80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difference </a:t>
            </a:r>
            <a:r>
              <a:rPr sz="2400" dirty="0">
                <a:latin typeface="Helvetica Light"/>
                <a:cs typeface="Helvetica Light"/>
              </a:rPr>
              <a:t>Sobel</a:t>
            </a:r>
            <a:r>
              <a:rPr sz="2400" spc="-20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filter</a:t>
            </a:r>
            <a:endParaRPr sz="2400">
              <a:latin typeface="Helvetica Light"/>
              <a:cs typeface="Helvetica Light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2400" spc="-20" dirty="0">
                <a:latin typeface="Helvetica Light"/>
                <a:cs typeface="Helvetica Light"/>
              </a:rPr>
              <a:t>Derivative-</a:t>
            </a:r>
            <a:r>
              <a:rPr sz="2400" spc="-10" dirty="0">
                <a:latin typeface="Helvetica Light"/>
                <a:cs typeface="Helvetica Light"/>
              </a:rPr>
              <a:t>of-</a:t>
            </a:r>
            <a:r>
              <a:rPr sz="2400" dirty="0">
                <a:latin typeface="Helvetica Light"/>
                <a:cs typeface="Helvetica Light"/>
              </a:rPr>
              <a:t>Gaussian</a:t>
            </a:r>
            <a:r>
              <a:rPr sz="2400" spc="30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filter</a:t>
            </a:r>
            <a:endParaRPr sz="2400">
              <a:latin typeface="Helvetica Light"/>
              <a:cs typeface="Helvetica Light"/>
            </a:endParaRPr>
          </a:p>
          <a:p>
            <a:pPr algn="ctr">
              <a:lnSpc>
                <a:spcPct val="100000"/>
              </a:lnSpc>
            </a:pPr>
            <a:r>
              <a:rPr sz="2400" spc="-50" dirty="0">
                <a:latin typeface="Helvetica Light"/>
                <a:cs typeface="Helvetica Light"/>
              </a:rPr>
              <a:t>…</a:t>
            </a:r>
            <a:endParaRPr sz="2400">
              <a:latin typeface="Helvetica Light"/>
              <a:cs typeface="Helvetica Ligh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530795" y="2249931"/>
            <a:ext cx="388492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How</a:t>
            </a:r>
            <a:r>
              <a:rPr sz="2800" b="0" spc="-5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do</a:t>
            </a:r>
            <a:r>
              <a:rPr sz="2800" b="0" spc="-5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you</a:t>
            </a:r>
            <a:r>
              <a:rPr sz="2800" b="0" spc="-5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compute</a:t>
            </a:r>
            <a:r>
              <a:rPr sz="2800" b="0" spc="-5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spc="-50" dirty="0">
                <a:solidFill>
                  <a:srgbClr val="000000"/>
                </a:solidFill>
                <a:latin typeface="Helvetica Light"/>
                <a:cs typeface="Helvetica Light"/>
              </a:rPr>
              <a:t>…</a:t>
            </a:r>
            <a:endParaRPr sz="2800">
              <a:latin typeface="Helvetica Light"/>
              <a:cs typeface="Helvetica Ligh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11878" y="5851652"/>
            <a:ext cx="25158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Helvetica Light"/>
                <a:cs typeface="Helvetica Light"/>
              </a:rPr>
              <a:t>frame</a:t>
            </a:r>
            <a:r>
              <a:rPr sz="2400" spc="-60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differencing</a:t>
            </a:r>
            <a:endParaRPr sz="2400">
              <a:latin typeface="Helvetica Light"/>
              <a:cs typeface="Helvetica Ligh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3722" rIns="0" bIns="0" rtlCol="0">
            <a:spAutoFit/>
          </a:bodyPr>
          <a:lstStyle/>
          <a:p>
            <a:pPr marL="1670050">
              <a:lnSpc>
                <a:spcPct val="100000"/>
              </a:lnSpc>
              <a:spcBef>
                <a:spcPts val="100"/>
              </a:spcBef>
            </a:pPr>
            <a:r>
              <a:rPr sz="8000" b="0" dirty="0">
                <a:solidFill>
                  <a:srgbClr val="000000"/>
                </a:solidFill>
                <a:latin typeface="Helvetica Light"/>
                <a:cs typeface="Helvetica Light"/>
              </a:rPr>
              <a:t>Frame</a:t>
            </a:r>
            <a:r>
              <a:rPr sz="8000" b="0" spc="-25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8000"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differencing</a:t>
            </a:r>
            <a:endParaRPr sz="8000">
              <a:latin typeface="Helvetica Light"/>
              <a:cs typeface="Helvetica Ligh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420125" y="4490042"/>
          <a:ext cx="2162171" cy="2152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4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4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4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877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700" spc="-25" dirty="0">
                          <a:latin typeface="Helvetica Light"/>
                          <a:cs typeface="Helvetica Light"/>
                        </a:rPr>
                        <a:t>10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700" spc="-25" dirty="0">
                          <a:latin typeface="Helvetica Light"/>
                          <a:cs typeface="Helvetica Light"/>
                        </a:rPr>
                        <a:t>10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700" spc="-25" dirty="0">
                          <a:latin typeface="Helvetica Light"/>
                          <a:cs typeface="Helvetica Light"/>
                        </a:rPr>
                        <a:t>10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700" spc="-25" dirty="0">
                          <a:latin typeface="Helvetica Light"/>
                          <a:cs typeface="Helvetica Light"/>
                        </a:rPr>
                        <a:t>10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spc="-25" dirty="0">
                          <a:latin typeface="Helvetica Light"/>
                          <a:cs typeface="Helvetica Light"/>
                        </a:rPr>
                        <a:t>10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spc="-25" dirty="0">
                          <a:latin typeface="Helvetica Light"/>
                          <a:cs typeface="Helvetica Light"/>
                        </a:rPr>
                        <a:t>10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spc="-25" dirty="0">
                          <a:latin typeface="Helvetica Light"/>
                          <a:cs typeface="Helvetica Light"/>
                        </a:rPr>
                        <a:t>10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spc="-25" dirty="0">
                          <a:latin typeface="Helvetica Light"/>
                          <a:cs typeface="Helvetica Light"/>
                        </a:rPr>
                        <a:t>10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700" spc="-25" dirty="0">
                          <a:latin typeface="Helvetica Light"/>
                          <a:cs typeface="Helvetica Light"/>
                        </a:rPr>
                        <a:t>10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700" spc="-25" dirty="0">
                          <a:latin typeface="Helvetica Light"/>
                          <a:cs typeface="Helvetica Light"/>
                        </a:rPr>
                        <a:t>10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700" spc="-25" dirty="0">
                          <a:latin typeface="Helvetica Light"/>
                          <a:cs typeface="Helvetica Light"/>
                        </a:rPr>
                        <a:t>10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700" spc="-25" dirty="0">
                          <a:latin typeface="Helvetica Light"/>
                          <a:cs typeface="Helvetica Light"/>
                        </a:rPr>
                        <a:t>10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spc="-25" dirty="0">
                          <a:latin typeface="Helvetica Light"/>
                          <a:cs typeface="Helvetica Light"/>
                        </a:rPr>
                        <a:t>10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spc="-25" dirty="0">
                          <a:latin typeface="Helvetica Light"/>
                          <a:cs typeface="Helvetica Light"/>
                        </a:rPr>
                        <a:t>10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spc="-25" dirty="0">
                          <a:latin typeface="Helvetica Light"/>
                          <a:cs typeface="Helvetica Light"/>
                        </a:rPr>
                        <a:t>10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spc="-25" dirty="0">
                          <a:latin typeface="Helvetica Light"/>
                          <a:cs typeface="Helvetica Light"/>
                        </a:rPr>
                        <a:t>10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224384" y="4490042"/>
          <a:ext cx="2159000" cy="2152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877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spc="-25" dirty="0">
                          <a:latin typeface="Helvetica Light"/>
                          <a:cs typeface="Helvetica Light"/>
                        </a:rPr>
                        <a:t>10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spc="-25" dirty="0">
                          <a:latin typeface="Helvetica Light"/>
                          <a:cs typeface="Helvetica Light"/>
                        </a:rPr>
                        <a:t>10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spc="-25" dirty="0">
                          <a:latin typeface="Helvetica Light"/>
                          <a:cs typeface="Helvetica Light"/>
                        </a:rPr>
                        <a:t>10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700" spc="-25" dirty="0">
                          <a:latin typeface="Helvetica Light"/>
                          <a:cs typeface="Helvetica Light"/>
                        </a:rPr>
                        <a:t>10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700" spc="-25" dirty="0">
                          <a:latin typeface="Helvetica Light"/>
                          <a:cs typeface="Helvetica Light"/>
                        </a:rPr>
                        <a:t>10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700" spc="-25" dirty="0">
                          <a:latin typeface="Helvetica Light"/>
                          <a:cs typeface="Helvetica Light"/>
                        </a:rPr>
                        <a:t>10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spc="-25" dirty="0">
                          <a:latin typeface="Helvetica Light"/>
                          <a:cs typeface="Helvetica Light"/>
                        </a:rPr>
                        <a:t>10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spc="-25" dirty="0">
                          <a:latin typeface="Helvetica Light"/>
                          <a:cs typeface="Helvetica Light"/>
                        </a:rPr>
                        <a:t>10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spc="-25" dirty="0">
                          <a:latin typeface="Helvetica Light"/>
                          <a:cs typeface="Helvetica Light"/>
                        </a:rPr>
                        <a:t>10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410937" y="4490042"/>
          <a:ext cx="2162171" cy="2152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4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4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4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877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9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9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9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9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9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9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9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25908" y="3194478"/>
            <a:ext cx="1543792" cy="9906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57744" y="3594337"/>
            <a:ext cx="152401" cy="3048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53784" y="3568937"/>
            <a:ext cx="914401" cy="35560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836193" y="7952740"/>
            <a:ext cx="53320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Helvetica Light"/>
                <a:cs typeface="Helvetica Light"/>
              </a:rPr>
              <a:t>(example</a:t>
            </a:r>
            <a:r>
              <a:rPr sz="2800" spc="-50" dirty="0">
                <a:latin typeface="Helvetica Light"/>
                <a:cs typeface="Helvetica Light"/>
              </a:rPr>
              <a:t> </a:t>
            </a:r>
            <a:r>
              <a:rPr sz="2800" dirty="0">
                <a:latin typeface="Helvetica Light"/>
                <a:cs typeface="Helvetica Light"/>
              </a:rPr>
              <a:t>of</a:t>
            </a:r>
            <a:r>
              <a:rPr sz="2800" spc="-60" dirty="0">
                <a:latin typeface="Helvetica Light"/>
                <a:cs typeface="Helvetica Light"/>
              </a:rPr>
              <a:t> </a:t>
            </a:r>
            <a:r>
              <a:rPr sz="2800" dirty="0">
                <a:latin typeface="Helvetica Light"/>
                <a:cs typeface="Helvetica Light"/>
              </a:rPr>
              <a:t>a</a:t>
            </a:r>
            <a:r>
              <a:rPr sz="2800" spc="-50" dirty="0">
                <a:latin typeface="Helvetica Light"/>
                <a:cs typeface="Helvetica Light"/>
              </a:rPr>
              <a:t> </a:t>
            </a:r>
            <a:r>
              <a:rPr sz="2800" dirty="0">
                <a:latin typeface="Helvetica Light"/>
                <a:cs typeface="Helvetica Light"/>
              </a:rPr>
              <a:t>forward</a:t>
            </a:r>
            <a:r>
              <a:rPr sz="2800" spc="-55" dirty="0">
                <a:latin typeface="Helvetica Light"/>
                <a:cs typeface="Helvetica Light"/>
              </a:rPr>
              <a:t> </a:t>
            </a:r>
            <a:r>
              <a:rPr sz="2800" spc="-10" dirty="0">
                <a:latin typeface="Helvetica Light"/>
                <a:cs typeface="Helvetica Light"/>
              </a:rPr>
              <a:t>difference)</a:t>
            </a:r>
            <a:endParaRPr sz="2800">
              <a:latin typeface="Helvetica Light"/>
              <a:cs typeface="Helvetica Ligh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44023" y="4949444"/>
            <a:ext cx="3302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spc="-50" dirty="0">
                <a:latin typeface="Helvetica Light"/>
                <a:cs typeface="Helvetica Light"/>
              </a:rPr>
              <a:t>-</a:t>
            </a:r>
            <a:endParaRPr sz="7200">
              <a:latin typeface="Helvetica Light"/>
              <a:cs typeface="Helvetica Ligh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89935" y="4949444"/>
            <a:ext cx="62928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spc="-50" dirty="0">
                <a:latin typeface="Helvetica Light"/>
                <a:cs typeface="Helvetica Light"/>
              </a:rPr>
              <a:t>=</a:t>
            </a:r>
            <a:endParaRPr sz="7200">
              <a:latin typeface="Helvetica Light"/>
              <a:cs typeface="Helvetica Ligh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8488" y="389635"/>
            <a:ext cx="1931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Example: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120651" y="1403349"/>
            <a:ext cx="2543810" cy="2503805"/>
            <a:chOff x="3120651" y="1403349"/>
            <a:chExt cx="2543810" cy="2503805"/>
          </a:xfrm>
        </p:grpSpPr>
        <p:sp>
          <p:nvSpPr>
            <p:cNvPr id="4" name="object 4"/>
            <p:cNvSpPr/>
            <p:nvPr/>
          </p:nvSpPr>
          <p:spPr>
            <a:xfrm>
              <a:off x="3157905" y="1403349"/>
              <a:ext cx="2161540" cy="359410"/>
            </a:xfrm>
            <a:custGeom>
              <a:avLst/>
              <a:gdLst/>
              <a:ahLst/>
              <a:cxnLst/>
              <a:rect l="l" t="t" r="r" b="b"/>
              <a:pathLst>
                <a:path w="2161540" h="359410">
                  <a:moveTo>
                    <a:pt x="2161032" y="0"/>
                  </a:moveTo>
                  <a:lnTo>
                    <a:pt x="2161032" y="0"/>
                  </a:lnTo>
                  <a:lnTo>
                    <a:pt x="0" y="0"/>
                  </a:lnTo>
                  <a:lnTo>
                    <a:pt x="0" y="359092"/>
                  </a:lnTo>
                  <a:lnTo>
                    <a:pt x="2161032" y="359092"/>
                  </a:lnTo>
                  <a:lnTo>
                    <a:pt x="2161032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20644" y="1435112"/>
              <a:ext cx="2543810" cy="2472055"/>
            </a:xfrm>
            <a:custGeom>
              <a:avLst/>
              <a:gdLst/>
              <a:ahLst/>
              <a:cxnLst/>
              <a:rect l="l" t="t" r="r" b="b"/>
              <a:pathLst>
                <a:path w="2543810" h="2472054">
                  <a:moveTo>
                    <a:pt x="2543594" y="38100"/>
                  </a:moveTo>
                  <a:lnTo>
                    <a:pt x="2518194" y="25400"/>
                  </a:lnTo>
                  <a:lnTo>
                    <a:pt x="2467394" y="0"/>
                  </a:lnTo>
                  <a:lnTo>
                    <a:pt x="2467394" y="25400"/>
                  </a:lnTo>
                  <a:lnTo>
                    <a:pt x="25400" y="25387"/>
                  </a:lnTo>
                  <a:lnTo>
                    <a:pt x="25400" y="31737"/>
                  </a:lnTo>
                  <a:lnTo>
                    <a:pt x="25400" y="50787"/>
                  </a:lnTo>
                  <a:lnTo>
                    <a:pt x="25400" y="2395448"/>
                  </a:lnTo>
                  <a:lnTo>
                    <a:pt x="0" y="2395448"/>
                  </a:lnTo>
                  <a:lnTo>
                    <a:pt x="38100" y="2471648"/>
                  </a:lnTo>
                  <a:lnTo>
                    <a:pt x="69850" y="2408148"/>
                  </a:lnTo>
                  <a:lnTo>
                    <a:pt x="76200" y="2395448"/>
                  </a:lnTo>
                  <a:lnTo>
                    <a:pt x="50800" y="2395448"/>
                  </a:lnTo>
                  <a:lnTo>
                    <a:pt x="50800" y="50800"/>
                  </a:lnTo>
                  <a:lnTo>
                    <a:pt x="2467394" y="50800"/>
                  </a:lnTo>
                  <a:lnTo>
                    <a:pt x="2467394" y="76200"/>
                  </a:lnTo>
                  <a:lnTo>
                    <a:pt x="2518194" y="50800"/>
                  </a:lnTo>
                  <a:lnTo>
                    <a:pt x="2480094" y="50800"/>
                  </a:lnTo>
                  <a:lnTo>
                    <a:pt x="2518194" y="50787"/>
                  </a:lnTo>
                  <a:lnTo>
                    <a:pt x="2543594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899719" y="1207258"/>
          <a:ext cx="5015858" cy="2683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8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4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4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4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24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95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957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95580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4950">
                        <a:lnSpc>
                          <a:spcPts val="1360"/>
                        </a:lnSpc>
                      </a:pPr>
                      <a:r>
                        <a:rPr sz="1400" b="1" spc="-50" dirty="0">
                          <a:latin typeface="Helvetica"/>
                          <a:cs typeface="Helvetica"/>
                        </a:rPr>
                        <a:t>x</a:t>
                      </a:r>
                      <a:endParaRPr sz="1400">
                        <a:latin typeface="Helvetica"/>
                        <a:cs typeface="Helvetic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60606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60606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60606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700" b="1" spc="-25" dirty="0">
                          <a:latin typeface="Helvetica"/>
                          <a:cs typeface="Helvetica"/>
                        </a:rPr>
                        <a:t>10</a:t>
                      </a:r>
                      <a:endParaRPr sz="1700">
                        <a:latin typeface="Helvetica"/>
                        <a:cs typeface="Helvetica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700" b="1" spc="-25" dirty="0">
                          <a:latin typeface="Helvetica"/>
                          <a:cs typeface="Helvetica"/>
                        </a:rPr>
                        <a:t>10</a:t>
                      </a:r>
                      <a:endParaRPr sz="1700">
                        <a:latin typeface="Helvetica"/>
                        <a:cs typeface="Helvetica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700" b="1" spc="-25" dirty="0">
                          <a:latin typeface="Helvetica"/>
                          <a:cs typeface="Helvetica"/>
                        </a:rPr>
                        <a:t>10</a:t>
                      </a:r>
                      <a:endParaRPr sz="1700">
                        <a:latin typeface="Helvetica"/>
                        <a:cs typeface="Helvetica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700" b="1" spc="-25" dirty="0">
                          <a:latin typeface="Helvetica"/>
                          <a:cs typeface="Helvetica"/>
                        </a:rPr>
                        <a:t>10</a:t>
                      </a:r>
                      <a:endParaRPr sz="1700">
                        <a:latin typeface="Helvetica"/>
                        <a:cs typeface="Helvetica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60606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b="1" spc="-25" dirty="0">
                          <a:latin typeface="Helvetica"/>
                          <a:cs typeface="Helvetica"/>
                        </a:rPr>
                        <a:t>10</a:t>
                      </a:r>
                      <a:endParaRPr sz="1700">
                        <a:latin typeface="Helvetica"/>
                        <a:cs typeface="Helvetica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b="1" spc="-25" dirty="0">
                          <a:latin typeface="Helvetica"/>
                          <a:cs typeface="Helvetica"/>
                        </a:rPr>
                        <a:t>10</a:t>
                      </a:r>
                      <a:endParaRPr sz="1700">
                        <a:latin typeface="Helvetica"/>
                        <a:cs typeface="Helvetica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b="1" spc="-25" dirty="0">
                          <a:latin typeface="Helvetica"/>
                          <a:cs typeface="Helvetica"/>
                        </a:rPr>
                        <a:t>10</a:t>
                      </a:r>
                      <a:endParaRPr sz="1700">
                        <a:latin typeface="Helvetica"/>
                        <a:cs typeface="Helvetica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b="1" spc="-25" dirty="0">
                          <a:latin typeface="Helvetica"/>
                          <a:cs typeface="Helvetica"/>
                        </a:rPr>
                        <a:t>10</a:t>
                      </a:r>
                      <a:endParaRPr sz="1700">
                        <a:latin typeface="Helvetica"/>
                        <a:cs typeface="Helvetica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60606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b="1" spc="-25" dirty="0">
                          <a:latin typeface="Helvetica"/>
                          <a:cs typeface="Helvetica"/>
                        </a:rPr>
                        <a:t>10</a:t>
                      </a:r>
                      <a:endParaRPr sz="1700">
                        <a:latin typeface="Helvetica"/>
                        <a:cs typeface="Helvetic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b="1" spc="-25" dirty="0">
                          <a:latin typeface="Helvetica"/>
                          <a:cs typeface="Helvetica"/>
                        </a:rPr>
                        <a:t>10</a:t>
                      </a:r>
                      <a:endParaRPr sz="1700">
                        <a:latin typeface="Helvetica"/>
                        <a:cs typeface="Helvetic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b="1" spc="-25" dirty="0">
                          <a:latin typeface="Helvetica"/>
                          <a:cs typeface="Helvetica"/>
                        </a:rPr>
                        <a:t>10</a:t>
                      </a:r>
                      <a:endParaRPr sz="1700">
                        <a:latin typeface="Helvetica"/>
                        <a:cs typeface="Helvetic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b="1" spc="-25" dirty="0">
                          <a:latin typeface="Helvetica"/>
                          <a:cs typeface="Helvetica"/>
                        </a:rPr>
                        <a:t>10</a:t>
                      </a:r>
                      <a:endParaRPr sz="1700">
                        <a:latin typeface="Helvetica"/>
                        <a:cs typeface="Helvetic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60606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b="1" spc="-25" dirty="0">
                          <a:latin typeface="Helvetica"/>
                          <a:cs typeface="Helvetica"/>
                        </a:rPr>
                        <a:t>10</a:t>
                      </a:r>
                      <a:endParaRPr sz="1700">
                        <a:latin typeface="Helvetica"/>
                        <a:cs typeface="Helvetic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b="1" spc="-25" dirty="0">
                          <a:latin typeface="Helvetica"/>
                          <a:cs typeface="Helvetica"/>
                        </a:rPr>
                        <a:t>10</a:t>
                      </a:r>
                      <a:endParaRPr sz="1700">
                        <a:latin typeface="Helvetica"/>
                        <a:cs typeface="Helvetic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b="1" spc="-25" dirty="0">
                          <a:latin typeface="Helvetica"/>
                          <a:cs typeface="Helvetica"/>
                        </a:rPr>
                        <a:t>10</a:t>
                      </a:r>
                      <a:endParaRPr sz="1700">
                        <a:latin typeface="Helvetica"/>
                        <a:cs typeface="Helvetic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b="1" spc="-25" dirty="0">
                          <a:latin typeface="Helvetica"/>
                          <a:cs typeface="Helvetica"/>
                        </a:rPr>
                        <a:t>10</a:t>
                      </a:r>
                      <a:endParaRPr sz="1700">
                        <a:latin typeface="Helvetica"/>
                        <a:cs typeface="Helvetic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31750">
                        <a:lnSpc>
                          <a:spcPts val="1620"/>
                        </a:lnSpc>
                        <a:spcBef>
                          <a:spcPts val="919"/>
                        </a:spcBef>
                      </a:pPr>
                      <a:r>
                        <a:rPr sz="1400" b="1" spc="-50" dirty="0">
                          <a:latin typeface="Helvetica"/>
                          <a:cs typeface="Helvetica"/>
                        </a:rPr>
                        <a:t>y</a:t>
                      </a:r>
                      <a:endParaRPr sz="1400">
                        <a:latin typeface="Helvetica"/>
                        <a:cs typeface="Helvetica"/>
                      </a:endParaRPr>
                    </a:p>
                  </a:txBody>
                  <a:tcPr marL="0" marR="0" marT="11683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60606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60606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60606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60606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60606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400" b="1" spc="-50" dirty="0">
                          <a:latin typeface="Helvetica"/>
                          <a:cs typeface="Helvetica"/>
                        </a:rPr>
                        <a:t>y</a:t>
                      </a:r>
                      <a:endParaRPr sz="1400">
                        <a:latin typeface="Helvetica"/>
                        <a:cs typeface="Helvetica"/>
                      </a:endParaRPr>
                    </a:p>
                  </a:txBody>
                  <a:tcPr marL="0" marR="0" marT="10160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002964" y="1466850"/>
          <a:ext cx="2159000" cy="2152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877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700" b="1" spc="-25" dirty="0">
                          <a:latin typeface="Helvetica"/>
                          <a:cs typeface="Helvetica"/>
                        </a:rPr>
                        <a:t>10</a:t>
                      </a:r>
                      <a:endParaRPr sz="1700">
                        <a:latin typeface="Helvetica"/>
                        <a:cs typeface="Helvetic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700" b="1" spc="-25" dirty="0">
                          <a:latin typeface="Helvetica"/>
                          <a:cs typeface="Helvetica"/>
                        </a:rPr>
                        <a:t>10</a:t>
                      </a:r>
                      <a:endParaRPr sz="1700">
                        <a:latin typeface="Helvetica"/>
                        <a:cs typeface="Helvetic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700" b="1" spc="-25" dirty="0">
                          <a:latin typeface="Helvetica"/>
                          <a:cs typeface="Helvetica"/>
                        </a:rPr>
                        <a:t>10</a:t>
                      </a:r>
                      <a:endParaRPr sz="1700">
                        <a:latin typeface="Helvetica"/>
                        <a:cs typeface="Helvetic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b="1" spc="-25" dirty="0">
                          <a:latin typeface="Helvetica"/>
                          <a:cs typeface="Helvetica"/>
                        </a:rPr>
                        <a:t>10</a:t>
                      </a:r>
                      <a:endParaRPr sz="1700">
                        <a:latin typeface="Helvetica"/>
                        <a:cs typeface="Helvetic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b="1" spc="-25" dirty="0">
                          <a:latin typeface="Helvetica"/>
                          <a:cs typeface="Helvetica"/>
                        </a:rPr>
                        <a:t>10</a:t>
                      </a:r>
                      <a:endParaRPr sz="1700">
                        <a:latin typeface="Helvetica"/>
                        <a:cs typeface="Helvetic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b="1" spc="-25" dirty="0">
                          <a:latin typeface="Helvetica"/>
                          <a:cs typeface="Helvetica"/>
                        </a:rPr>
                        <a:t>10</a:t>
                      </a:r>
                      <a:endParaRPr sz="1700">
                        <a:latin typeface="Helvetica"/>
                        <a:cs typeface="Helvetic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b="1" spc="-25" dirty="0">
                          <a:latin typeface="Helvetica"/>
                          <a:cs typeface="Helvetica"/>
                        </a:rPr>
                        <a:t>10</a:t>
                      </a:r>
                      <a:endParaRPr sz="1700">
                        <a:latin typeface="Helvetica"/>
                        <a:cs typeface="Helvetica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b="1" spc="-25" dirty="0">
                          <a:latin typeface="Helvetica"/>
                          <a:cs typeface="Helvetica"/>
                        </a:rPr>
                        <a:t>10</a:t>
                      </a:r>
                      <a:endParaRPr sz="1700">
                        <a:latin typeface="Helvetica"/>
                        <a:cs typeface="Helvetica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b="1" spc="-25" dirty="0">
                          <a:latin typeface="Helvetica"/>
                          <a:cs typeface="Helvetica"/>
                        </a:rPr>
                        <a:t>10</a:t>
                      </a:r>
                      <a:endParaRPr sz="1700">
                        <a:latin typeface="Helvetica"/>
                        <a:cs typeface="Helvetica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7972018" y="1419453"/>
            <a:ext cx="2543810" cy="2472055"/>
          </a:xfrm>
          <a:custGeom>
            <a:avLst/>
            <a:gdLst/>
            <a:ahLst/>
            <a:cxnLst/>
            <a:rect l="l" t="t" r="r" b="b"/>
            <a:pathLst>
              <a:path w="2543809" h="2472054">
                <a:moveTo>
                  <a:pt x="2543581" y="38100"/>
                </a:moveTo>
                <a:lnTo>
                  <a:pt x="2518181" y="25400"/>
                </a:lnTo>
                <a:lnTo>
                  <a:pt x="2467381" y="0"/>
                </a:lnTo>
                <a:lnTo>
                  <a:pt x="2467381" y="25400"/>
                </a:lnTo>
                <a:lnTo>
                  <a:pt x="25400" y="25400"/>
                </a:lnTo>
                <a:lnTo>
                  <a:pt x="25400" y="31750"/>
                </a:lnTo>
                <a:lnTo>
                  <a:pt x="25400" y="50800"/>
                </a:lnTo>
                <a:lnTo>
                  <a:pt x="25400" y="2395448"/>
                </a:lnTo>
                <a:lnTo>
                  <a:pt x="0" y="2395448"/>
                </a:lnTo>
                <a:lnTo>
                  <a:pt x="38100" y="2471648"/>
                </a:lnTo>
                <a:lnTo>
                  <a:pt x="69850" y="2408148"/>
                </a:lnTo>
                <a:lnTo>
                  <a:pt x="76200" y="2395448"/>
                </a:lnTo>
                <a:lnTo>
                  <a:pt x="50800" y="2395448"/>
                </a:lnTo>
                <a:lnTo>
                  <a:pt x="50800" y="50800"/>
                </a:lnTo>
                <a:lnTo>
                  <a:pt x="2467381" y="50800"/>
                </a:lnTo>
                <a:lnTo>
                  <a:pt x="2467381" y="76200"/>
                </a:lnTo>
                <a:lnTo>
                  <a:pt x="2518181" y="50800"/>
                </a:lnTo>
                <a:lnTo>
                  <a:pt x="2543581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393034" y="1138428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latin typeface="Helvetica"/>
                <a:cs typeface="Helvetica"/>
              </a:rPr>
              <a:t>x</a:t>
            </a:r>
            <a:endParaRPr sz="1400">
              <a:latin typeface="Helvetica"/>
              <a:cs typeface="Helvetica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292733" y="6321812"/>
          <a:ext cx="2162171" cy="2152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4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4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4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877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-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-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-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-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-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700" b="1" spc="-50" dirty="0">
                          <a:latin typeface="Helvetica"/>
                          <a:cs typeface="Helvetica"/>
                        </a:rPr>
                        <a:t>9</a:t>
                      </a:r>
                      <a:endParaRPr sz="1700">
                        <a:latin typeface="Helvetica"/>
                        <a:cs typeface="Helvetic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-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-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b="1" spc="-50" dirty="0">
                          <a:latin typeface="Helvetica"/>
                          <a:cs typeface="Helvetica"/>
                        </a:rPr>
                        <a:t>9</a:t>
                      </a:r>
                      <a:endParaRPr sz="1700">
                        <a:latin typeface="Helvetica"/>
                        <a:cs typeface="Helvetic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-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-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b="1" spc="-50" dirty="0">
                          <a:latin typeface="Helvetica"/>
                          <a:cs typeface="Helvetica"/>
                        </a:rPr>
                        <a:t>9</a:t>
                      </a:r>
                      <a:endParaRPr sz="1700">
                        <a:latin typeface="Helvetica"/>
                        <a:cs typeface="Helvetica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-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-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b="1" spc="-50" dirty="0">
                          <a:latin typeface="Helvetica"/>
                          <a:cs typeface="Helvetica"/>
                        </a:rPr>
                        <a:t>9</a:t>
                      </a:r>
                      <a:endParaRPr sz="1700">
                        <a:latin typeface="Helvetica"/>
                        <a:cs typeface="Helvetica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-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1261821" y="6290068"/>
            <a:ext cx="2543810" cy="2472055"/>
          </a:xfrm>
          <a:custGeom>
            <a:avLst/>
            <a:gdLst/>
            <a:ahLst/>
            <a:cxnLst/>
            <a:rect l="l" t="t" r="r" b="b"/>
            <a:pathLst>
              <a:path w="2543810" h="2472054">
                <a:moveTo>
                  <a:pt x="2543581" y="38100"/>
                </a:moveTo>
                <a:lnTo>
                  <a:pt x="2518181" y="25400"/>
                </a:lnTo>
                <a:lnTo>
                  <a:pt x="2467381" y="0"/>
                </a:lnTo>
                <a:lnTo>
                  <a:pt x="2467381" y="25400"/>
                </a:lnTo>
                <a:lnTo>
                  <a:pt x="25400" y="25400"/>
                </a:lnTo>
                <a:lnTo>
                  <a:pt x="25400" y="31750"/>
                </a:lnTo>
                <a:lnTo>
                  <a:pt x="25400" y="50800"/>
                </a:lnTo>
                <a:lnTo>
                  <a:pt x="25400" y="2395448"/>
                </a:lnTo>
                <a:lnTo>
                  <a:pt x="0" y="2395448"/>
                </a:lnTo>
                <a:lnTo>
                  <a:pt x="38100" y="2471648"/>
                </a:lnTo>
                <a:lnTo>
                  <a:pt x="69850" y="2408148"/>
                </a:lnTo>
                <a:lnTo>
                  <a:pt x="76200" y="2395448"/>
                </a:lnTo>
                <a:lnTo>
                  <a:pt x="50800" y="2395448"/>
                </a:lnTo>
                <a:lnTo>
                  <a:pt x="50800" y="50800"/>
                </a:lnTo>
                <a:lnTo>
                  <a:pt x="2467381" y="50800"/>
                </a:lnTo>
                <a:lnTo>
                  <a:pt x="2467381" y="76200"/>
                </a:lnTo>
                <a:lnTo>
                  <a:pt x="2518181" y="50800"/>
                </a:lnTo>
                <a:lnTo>
                  <a:pt x="2543581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59939" y="8517635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latin typeface="Helvetica"/>
                <a:cs typeface="Helvetica"/>
              </a:rPr>
              <a:t>y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82834" y="6009132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latin typeface="Helvetica"/>
                <a:cs typeface="Helvetica"/>
              </a:rPr>
              <a:t>x</a:t>
            </a:r>
            <a:endParaRPr sz="1400">
              <a:latin typeface="Helvetica"/>
              <a:cs typeface="Helvetica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5666135" y="6332608"/>
          <a:ext cx="2162171" cy="2152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4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4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4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877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-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-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-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-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-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b="1" spc="-50" dirty="0">
                          <a:latin typeface="Helvetica"/>
                          <a:cs typeface="Helvetica"/>
                        </a:rPr>
                        <a:t>9</a:t>
                      </a:r>
                      <a:endParaRPr sz="1700">
                        <a:latin typeface="Helvetica"/>
                        <a:cs typeface="Helvetica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b="1" spc="-50" dirty="0">
                          <a:latin typeface="Helvetica"/>
                          <a:cs typeface="Helvetica"/>
                        </a:rPr>
                        <a:t>9</a:t>
                      </a:r>
                      <a:endParaRPr sz="1700">
                        <a:latin typeface="Helvetica"/>
                        <a:cs typeface="Helvetica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b="1" spc="-50" dirty="0">
                          <a:latin typeface="Helvetica"/>
                          <a:cs typeface="Helvetica"/>
                        </a:rPr>
                        <a:t>9</a:t>
                      </a:r>
                      <a:endParaRPr sz="1700">
                        <a:latin typeface="Helvetica"/>
                        <a:cs typeface="Helvetica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b="1" spc="-50" dirty="0">
                          <a:latin typeface="Helvetica"/>
                          <a:cs typeface="Helvetica"/>
                        </a:rPr>
                        <a:t>9</a:t>
                      </a:r>
                      <a:endParaRPr sz="1700">
                        <a:latin typeface="Helvetica"/>
                        <a:cs typeface="Helvetica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-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-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-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-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-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-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object 15"/>
          <p:cNvSpPr/>
          <p:nvPr/>
        </p:nvSpPr>
        <p:spPr>
          <a:xfrm>
            <a:off x="5635218" y="6300863"/>
            <a:ext cx="2543810" cy="2472055"/>
          </a:xfrm>
          <a:custGeom>
            <a:avLst/>
            <a:gdLst/>
            <a:ahLst/>
            <a:cxnLst/>
            <a:rect l="l" t="t" r="r" b="b"/>
            <a:pathLst>
              <a:path w="2543809" h="2472054">
                <a:moveTo>
                  <a:pt x="2543581" y="38100"/>
                </a:moveTo>
                <a:lnTo>
                  <a:pt x="2518181" y="25400"/>
                </a:lnTo>
                <a:lnTo>
                  <a:pt x="2467381" y="0"/>
                </a:lnTo>
                <a:lnTo>
                  <a:pt x="2467381" y="25400"/>
                </a:lnTo>
                <a:lnTo>
                  <a:pt x="25400" y="25400"/>
                </a:lnTo>
                <a:lnTo>
                  <a:pt x="25400" y="31750"/>
                </a:lnTo>
                <a:lnTo>
                  <a:pt x="25400" y="50800"/>
                </a:lnTo>
                <a:lnTo>
                  <a:pt x="25400" y="2395448"/>
                </a:lnTo>
                <a:lnTo>
                  <a:pt x="0" y="2395448"/>
                </a:lnTo>
                <a:lnTo>
                  <a:pt x="38100" y="2471648"/>
                </a:lnTo>
                <a:lnTo>
                  <a:pt x="69850" y="2408148"/>
                </a:lnTo>
                <a:lnTo>
                  <a:pt x="76200" y="2395448"/>
                </a:lnTo>
                <a:lnTo>
                  <a:pt x="50800" y="2395448"/>
                </a:lnTo>
                <a:lnTo>
                  <a:pt x="50800" y="50800"/>
                </a:lnTo>
                <a:lnTo>
                  <a:pt x="2467381" y="50800"/>
                </a:lnTo>
                <a:lnTo>
                  <a:pt x="2467381" y="76200"/>
                </a:lnTo>
                <a:lnTo>
                  <a:pt x="2518181" y="50800"/>
                </a:lnTo>
                <a:lnTo>
                  <a:pt x="2543581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433340" y="8526780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latin typeface="Helvetica"/>
                <a:cs typeface="Helvetica"/>
              </a:rPr>
              <a:t>y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56236" y="6018276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latin typeface="Helvetica"/>
                <a:cs typeface="Helvetica"/>
              </a:rPr>
              <a:t>x</a:t>
            </a:r>
            <a:endParaRPr sz="1400">
              <a:latin typeface="Helvetica"/>
              <a:cs typeface="Helvetic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2315" y="4984750"/>
            <a:ext cx="1633847" cy="99060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0" y="4984750"/>
            <a:ext cx="1491867" cy="99060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21902" y="4984750"/>
            <a:ext cx="1543792" cy="99060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62233" y="985922"/>
            <a:ext cx="152401" cy="304801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32363" y="960522"/>
            <a:ext cx="914401" cy="355601"/>
          </a:xfrm>
          <a:prstGeom prst="rect">
            <a:avLst/>
          </a:prstGeom>
        </p:spPr>
      </p:pic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9993899" y="6343405"/>
          <a:ext cx="2162171" cy="2152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4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4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4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877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b="1" spc="-50" dirty="0">
                          <a:latin typeface="Helvetica"/>
                          <a:cs typeface="Helvetica"/>
                        </a:rPr>
                        <a:t>9</a:t>
                      </a:r>
                      <a:endParaRPr sz="1700">
                        <a:latin typeface="Helvetica"/>
                        <a:cs typeface="Helvetica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b="1" spc="-50" dirty="0">
                          <a:latin typeface="Helvetica"/>
                          <a:cs typeface="Helvetica"/>
                        </a:rPr>
                        <a:t>9</a:t>
                      </a:r>
                      <a:endParaRPr sz="1700">
                        <a:latin typeface="Helvetica"/>
                        <a:cs typeface="Helvetica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b="1" spc="-50" dirty="0">
                          <a:latin typeface="Helvetica"/>
                          <a:cs typeface="Helvetica"/>
                        </a:rPr>
                        <a:t>9</a:t>
                      </a:r>
                      <a:endParaRPr sz="1700">
                        <a:latin typeface="Helvetica"/>
                        <a:cs typeface="Helvetica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b="1" spc="-50" dirty="0">
                          <a:latin typeface="Helvetica"/>
                          <a:cs typeface="Helvetica"/>
                        </a:rPr>
                        <a:t>9</a:t>
                      </a:r>
                      <a:endParaRPr sz="1700">
                        <a:latin typeface="Helvetica"/>
                        <a:cs typeface="Helvetica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700" b="1" spc="-50" dirty="0">
                          <a:latin typeface="Helvetica"/>
                          <a:cs typeface="Helvetica"/>
                        </a:rPr>
                        <a:t>9</a:t>
                      </a:r>
                      <a:endParaRPr sz="1700">
                        <a:latin typeface="Helvetica"/>
                        <a:cs typeface="Helvetic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b="1" spc="-50" dirty="0">
                          <a:latin typeface="Helvetica"/>
                          <a:cs typeface="Helvetica"/>
                        </a:rPr>
                        <a:t>9</a:t>
                      </a:r>
                      <a:endParaRPr sz="1700">
                        <a:latin typeface="Helvetica"/>
                        <a:cs typeface="Helvetic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b="1" spc="-50" dirty="0">
                          <a:latin typeface="Helvetica"/>
                          <a:cs typeface="Helvetica"/>
                        </a:rPr>
                        <a:t>9</a:t>
                      </a:r>
                      <a:endParaRPr sz="1700">
                        <a:latin typeface="Helvetica"/>
                        <a:cs typeface="Helvetica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0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9962985" y="6311658"/>
            <a:ext cx="2543810" cy="2472055"/>
          </a:xfrm>
          <a:custGeom>
            <a:avLst/>
            <a:gdLst/>
            <a:ahLst/>
            <a:cxnLst/>
            <a:rect l="l" t="t" r="r" b="b"/>
            <a:pathLst>
              <a:path w="2543809" h="2472054">
                <a:moveTo>
                  <a:pt x="2543581" y="38100"/>
                </a:moveTo>
                <a:lnTo>
                  <a:pt x="2518181" y="25400"/>
                </a:lnTo>
                <a:lnTo>
                  <a:pt x="2467381" y="0"/>
                </a:lnTo>
                <a:lnTo>
                  <a:pt x="2467381" y="25400"/>
                </a:lnTo>
                <a:lnTo>
                  <a:pt x="25400" y="25400"/>
                </a:lnTo>
                <a:lnTo>
                  <a:pt x="25400" y="31750"/>
                </a:lnTo>
                <a:lnTo>
                  <a:pt x="25400" y="50800"/>
                </a:lnTo>
                <a:lnTo>
                  <a:pt x="25400" y="2395448"/>
                </a:lnTo>
                <a:lnTo>
                  <a:pt x="0" y="2395448"/>
                </a:lnTo>
                <a:lnTo>
                  <a:pt x="38100" y="2471648"/>
                </a:lnTo>
                <a:lnTo>
                  <a:pt x="69850" y="2408148"/>
                </a:lnTo>
                <a:lnTo>
                  <a:pt x="76200" y="2395448"/>
                </a:lnTo>
                <a:lnTo>
                  <a:pt x="50800" y="2395448"/>
                </a:lnTo>
                <a:lnTo>
                  <a:pt x="50800" y="50800"/>
                </a:lnTo>
                <a:lnTo>
                  <a:pt x="2467381" y="50800"/>
                </a:lnTo>
                <a:lnTo>
                  <a:pt x="2467381" y="76200"/>
                </a:lnTo>
                <a:lnTo>
                  <a:pt x="2518181" y="50800"/>
                </a:lnTo>
                <a:lnTo>
                  <a:pt x="2543581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9761105" y="8538971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latin typeface="Helvetica"/>
                <a:cs typeface="Helvetica"/>
              </a:rPr>
              <a:t>y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384001" y="6030467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latin typeface="Helvetica"/>
                <a:cs typeface="Helvetica"/>
              </a:rPr>
              <a:t>x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86182" y="2215388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Helvetica Light"/>
                <a:cs typeface="Helvetica Light"/>
              </a:rPr>
              <a:t>3</a:t>
            </a:r>
            <a:r>
              <a:rPr sz="2400" spc="-15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x</a:t>
            </a:r>
            <a:r>
              <a:rPr sz="2400" spc="-15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3</a:t>
            </a:r>
            <a:r>
              <a:rPr sz="2400" spc="-15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patch</a:t>
            </a:r>
            <a:endParaRPr sz="2400">
              <a:latin typeface="Helvetica Light"/>
              <a:cs typeface="Helvetica Ligh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206251" y="1833259"/>
            <a:ext cx="1387475" cy="638175"/>
          </a:xfrm>
          <a:custGeom>
            <a:avLst/>
            <a:gdLst/>
            <a:ahLst/>
            <a:cxnLst/>
            <a:rect l="l" t="t" r="r" b="b"/>
            <a:pathLst>
              <a:path w="1387475" h="638175">
                <a:moveTo>
                  <a:pt x="0" y="637752"/>
                </a:moveTo>
                <a:lnTo>
                  <a:pt x="1387281" y="0"/>
                </a:lnTo>
              </a:path>
              <a:path w="1387475" h="638175">
                <a:moveTo>
                  <a:pt x="0" y="637752"/>
                </a:moveTo>
                <a:lnTo>
                  <a:pt x="1387282" y="20534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2140684" y="9124188"/>
            <a:ext cx="4787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Helvetica Light"/>
                <a:cs typeface="Helvetica Light"/>
              </a:rPr>
              <a:t>-</a:t>
            </a:r>
            <a:r>
              <a:rPr sz="1400" dirty="0">
                <a:latin typeface="Helvetica Light"/>
                <a:cs typeface="Helvetica Light"/>
              </a:rPr>
              <a:t>1</a:t>
            </a:r>
            <a:r>
              <a:rPr sz="1400" spc="-20" dirty="0">
                <a:latin typeface="Helvetica Light"/>
                <a:cs typeface="Helvetica Light"/>
              </a:rPr>
              <a:t> </a:t>
            </a:r>
            <a:r>
              <a:rPr sz="1400" dirty="0">
                <a:latin typeface="Helvetica Light"/>
                <a:cs typeface="Helvetica Light"/>
              </a:rPr>
              <a:t>0</a:t>
            </a:r>
            <a:r>
              <a:rPr sz="1400" spc="-5" dirty="0">
                <a:latin typeface="Helvetica Light"/>
                <a:cs typeface="Helvetica Light"/>
              </a:rPr>
              <a:t> </a:t>
            </a:r>
            <a:r>
              <a:rPr sz="1400" spc="-50" dirty="0">
                <a:latin typeface="Helvetica Light"/>
                <a:cs typeface="Helvetica Light"/>
              </a:rPr>
              <a:t>1</a:t>
            </a:r>
            <a:endParaRPr sz="1400">
              <a:latin typeface="Helvetica Light"/>
              <a:cs typeface="Helvetica Ligh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28435" y="8795004"/>
            <a:ext cx="1835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Helvetica Light"/>
                <a:cs typeface="Helvetica Light"/>
              </a:rPr>
              <a:t>-</a:t>
            </a:r>
            <a:r>
              <a:rPr sz="1400" spc="-50" dirty="0">
                <a:latin typeface="Helvetica Light"/>
                <a:cs typeface="Helvetica Light"/>
              </a:rPr>
              <a:t>1</a:t>
            </a:r>
            <a:endParaRPr sz="1400">
              <a:latin typeface="Helvetica Light"/>
              <a:cs typeface="Helvetica Ligh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857837" y="9008364"/>
            <a:ext cx="124460" cy="455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Helvetica Light"/>
                <a:cs typeface="Helvetica Light"/>
              </a:rPr>
              <a:t>0</a:t>
            </a:r>
            <a:endParaRPr sz="1400">
              <a:latin typeface="Helvetica Light"/>
              <a:cs typeface="Helvetica Light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400" spc="-50" dirty="0">
                <a:latin typeface="Helvetica Light"/>
                <a:cs typeface="Helvetica Light"/>
              </a:rPr>
              <a:t>1</a:t>
            </a:r>
            <a:endParaRPr sz="1400">
              <a:latin typeface="Helvetica Light"/>
              <a:cs typeface="Helvetica Ligh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7240" y="3176927"/>
            <a:ext cx="3851910" cy="2364740"/>
          </a:xfrm>
          <a:custGeom>
            <a:avLst/>
            <a:gdLst/>
            <a:ahLst/>
            <a:cxnLst/>
            <a:rect l="l" t="t" r="r" b="b"/>
            <a:pathLst>
              <a:path w="3851910" h="2364740">
                <a:moveTo>
                  <a:pt x="0" y="122607"/>
                </a:moveTo>
                <a:lnTo>
                  <a:pt x="9635" y="74883"/>
                </a:lnTo>
                <a:lnTo>
                  <a:pt x="35910" y="35910"/>
                </a:lnTo>
                <a:lnTo>
                  <a:pt x="74882" y="9635"/>
                </a:lnTo>
                <a:lnTo>
                  <a:pt x="122607" y="0"/>
                </a:lnTo>
                <a:lnTo>
                  <a:pt x="3729115" y="0"/>
                </a:lnTo>
                <a:lnTo>
                  <a:pt x="3776839" y="9635"/>
                </a:lnTo>
                <a:lnTo>
                  <a:pt x="3815811" y="35910"/>
                </a:lnTo>
                <a:lnTo>
                  <a:pt x="3842086" y="74883"/>
                </a:lnTo>
                <a:lnTo>
                  <a:pt x="3851722" y="122607"/>
                </a:lnTo>
                <a:lnTo>
                  <a:pt x="3851722" y="2242025"/>
                </a:lnTo>
                <a:lnTo>
                  <a:pt x="3842086" y="2289749"/>
                </a:lnTo>
                <a:lnTo>
                  <a:pt x="3815811" y="2328721"/>
                </a:lnTo>
                <a:lnTo>
                  <a:pt x="3776839" y="2354996"/>
                </a:lnTo>
                <a:lnTo>
                  <a:pt x="3729115" y="2364632"/>
                </a:lnTo>
                <a:lnTo>
                  <a:pt x="122607" y="2364632"/>
                </a:lnTo>
                <a:lnTo>
                  <a:pt x="74882" y="2354996"/>
                </a:lnTo>
                <a:lnTo>
                  <a:pt x="35910" y="2328721"/>
                </a:lnTo>
                <a:lnTo>
                  <a:pt x="9635" y="2289749"/>
                </a:lnTo>
                <a:lnTo>
                  <a:pt x="0" y="2242025"/>
                </a:lnTo>
                <a:lnTo>
                  <a:pt x="0" y="122607"/>
                </a:lnTo>
                <a:close/>
              </a:path>
            </a:pathLst>
          </a:custGeom>
          <a:ln w="25400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792239" y="3176927"/>
            <a:ext cx="3838575" cy="2364740"/>
          </a:xfrm>
          <a:custGeom>
            <a:avLst/>
            <a:gdLst/>
            <a:ahLst/>
            <a:cxnLst/>
            <a:rect l="l" t="t" r="r" b="b"/>
            <a:pathLst>
              <a:path w="3838575" h="2364740">
                <a:moveTo>
                  <a:pt x="0" y="122606"/>
                </a:moveTo>
                <a:lnTo>
                  <a:pt x="9635" y="74882"/>
                </a:lnTo>
                <a:lnTo>
                  <a:pt x="35910" y="35910"/>
                </a:lnTo>
                <a:lnTo>
                  <a:pt x="74882" y="9635"/>
                </a:lnTo>
                <a:lnTo>
                  <a:pt x="122606" y="0"/>
                </a:lnTo>
                <a:lnTo>
                  <a:pt x="3715783" y="0"/>
                </a:lnTo>
                <a:lnTo>
                  <a:pt x="3763507" y="9635"/>
                </a:lnTo>
                <a:lnTo>
                  <a:pt x="3802479" y="35910"/>
                </a:lnTo>
                <a:lnTo>
                  <a:pt x="3828754" y="74882"/>
                </a:lnTo>
                <a:lnTo>
                  <a:pt x="3838390" y="122606"/>
                </a:lnTo>
                <a:lnTo>
                  <a:pt x="3838390" y="2242025"/>
                </a:lnTo>
                <a:lnTo>
                  <a:pt x="3828754" y="2289749"/>
                </a:lnTo>
                <a:lnTo>
                  <a:pt x="3802479" y="2328721"/>
                </a:lnTo>
                <a:lnTo>
                  <a:pt x="3763507" y="2354996"/>
                </a:lnTo>
                <a:lnTo>
                  <a:pt x="3715783" y="2364632"/>
                </a:lnTo>
                <a:lnTo>
                  <a:pt x="122606" y="2364632"/>
                </a:lnTo>
                <a:lnTo>
                  <a:pt x="74882" y="2354996"/>
                </a:lnTo>
                <a:lnTo>
                  <a:pt x="35910" y="2328721"/>
                </a:lnTo>
                <a:lnTo>
                  <a:pt x="9635" y="2289749"/>
                </a:lnTo>
                <a:lnTo>
                  <a:pt x="0" y="2242025"/>
                </a:lnTo>
                <a:lnTo>
                  <a:pt x="0" y="122606"/>
                </a:lnTo>
                <a:close/>
              </a:path>
            </a:pathLst>
          </a:custGeom>
          <a:ln w="63500">
            <a:solidFill>
              <a:srgbClr val="70BF4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06883" y="4913884"/>
            <a:ext cx="29178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Helvetica"/>
                <a:cs typeface="Helvetica"/>
              </a:rPr>
              <a:t>spatial</a:t>
            </a:r>
            <a:r>
              <a:rPr sz="2800" b="1" spc="-80" dirty="0">
                <a:latin typeface="Helvetica"/>
                <a:cs typeface="Helvetica"/>
              </a:rPr>
              <a:t> </a:t>
            </a:r>
            <a:r>
              <a:rPr sz="2800" b="1" spc="-10" dirty="0">
                <a:latin typeface="Helvetica"/>
                <a:cs typeface="Helvetica"/>
              </a:rPr>
              <a:t>derivative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89264" y="4913884"/>
            <a:ext cx="19831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Helvetica"/>
                <a:cs typeface="Helvetica"/>
              </a:rPr>
              <a:t>optical</a:t>
            </a:r>
            <a:r>
              <a:rPr sz="2800" b="1" spc="-90" dirty="0">
                <a:latin typeface="Helvetica"/>
                <a:cs typeface="Helvetica"/>
              </a:rPr>
              <a:t> </a:t>
            </a:r>
            <a:r>
              <a:rPr sz="2800" b="1" spc="-20" dirty="0">
                <a:latin typeface="Helvetica"/>
                <a:cs typeface="Helvetica"/>
              </a:rPr>
              <a:t>flow</a:t>
            </a:r>
            <a:endParaRPr sz="2800">
              <a:latin typeface="Helvetica"/>
              <a:cs typeface="Helvetic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01439" y="1043328"/>
            <a:ext cx="5014087" cy="63114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9640" y="3634128"/>
            <a:ext cx="1612901" cy="9779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85714" y="3596028"/>
            <a:ext cx="1587501" cy="1054101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5037806" y="3710328"/>
            <a:ext cx="3303270" cy="952500"/>
            <a:chOff x="5037806" y="3710328"/>
            <a:chExt cx="3303270" cy="95250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37806" y="3710328"/>
              <a:ext cx="1422401" cy="95250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56759" y="3710328"/>
              <a:ext cx="1384301" cy="952501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70321" y="5879084"/>
            <a:ext cx="3789679" cy="14947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606425" marR="598170" algn="ctr">
              <a:lnSpc>
                <a:spcPct val="100800"/>
              </a:lnSpc>
              <a:spcBef>
                <a:spcPts val="75"/>
              </a:spcBef>
            </a:pPr>
            <a:r>
              <a:rPr sz="2400" dirty="0">
                <a:latin typeface="Helvetica Light"/>
                <a:cs typeface="Helvetica Light"/>
              </a:rPr>
              <a:t>Forward</a:t>
            </a:r>
            <a:r>
              <a:rPr sz="2400" spc="-80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difference </a:t>
            </a:r>
            <a:r>
              <a:rPr sz="2400" dirty="0">
                <a:latin typeface="Helvetica Light"/>
                <a:cs typeface="Helvetica Light"/>
              </a:rPr>
              <a:t>Sobel</a:t>
            </a:r>
            <a:r>
              <a:rPr sz="2400" spc="-20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filter</a:t>
            </a:r>
            <a:endParaRPr sz="2400">
              <a:latin typeface="Helvetica Light"/>
              <a:cs typeface="Helvetica Light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2400" spc="-20" dirty="0">
                <a:latin typeface="Helvetica Light"/>
                <a:cs typeface="Helvetica Light"/>
              </a:rPr>
              <a:t>Derivative-</a:t>
            </a:r>
            <a:r>
              <a:rPr sz="2400" spc="-10" dirty="0">
                <a:latin typeface="Helvetica Light"/>
                <a:cs typeface="Helvetica Light"/>
              </a:rPr>
              <a:t>of-</a:t>
            </a:r>
            <a:r>
              <a:rPr sz="2400" dirty="0">
                <a:latin typeface="Helvetica Light"/>
                <a:cs typeface="Helvetica Light"/>
              </a:rPr>
              <a:t>Gaussian</a:t>
            </a:r>
            <a:r>
              <a:rPr sz="2400" spc="30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filter</a:t>
            </a:r>
            <a:endParaRPr sz="2400">
              <a:latin typeface="Helvetica Light"/>
              <a:cs typeface="Helvetica Light"/>
            </a:endParaRPr>
          </a:p>
          <a:p>
            <a:pPr algn="ctr">
              <a:lnSpc>
                <a:spcPct val="100000"/>
              </a:lnSpc>
            </a:pPr>
            <a:r>
              <a:rPr sz="2400" spc="-50" dirty="0">
                <a:latin typeface="Helvetica Light"/>
                <a:cs typeface="Helvetica Light"/>
              </a:rPr>
              <a:t>…</a:t>
            </a:r>
            <a:endParaRPr sz="2400">
              <a:latin typeface="Helvetica Light"/>
              <a:cs typeface="Helvetica Ligh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530795" y="2249931"/>
            <a:ext cx="388492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How</a:t>
            </a:r>
            <a:r>
              <a:rPr sz="2800" b="0" spc="-5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do</a:t>
            </a:r>
            <a:r>
              <a:rPr sz="2800" b="0" spc="-5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you</a:t>
            </a:r>
            <a:r>
              <a:rPr sz="2800" b="0" spc="-5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compute</a:t>
            </a:r>
            <a:r>
              <a:rPr sz="2800" b="0" spc="-5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spc="-50" dirty="0">
                <a:solidFill>
                  <a:srgbClr val="000000"/>
                </a:solidFill>
                <a:latin typeface="Helvetica Light"/>
                <a:cs typeface="Helvetica Light"/>
              </a:rPr>
              <a:t>…</a:t>
            </a:r>
            <a:endParaRPr sz="2800">
              <a:latin typeface="Helvetica Light"/>
              <a:cs typeface="Helvetica Ligh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997253" y="3176927"/>
            <a:ext cx="3460750" cy="2364740"/>
          </a:xfrm>
          <a:custGeom>
            <a:avLst/>
            <a:gdLst/>
            <a:ahLst/>
            <a:cxnLst/>
            <a:rect l="l" t="t" r="r" b="b"/>
            <a:pathLst>
              <a:path w="3460750" h="2364740">
                <a:moveTo>
                  <a:pt x="0" y="122605"/>
                </a:moveTo>
                <a:lnTo>
                  <a:pt x="9634" y="74881"/>
                </a:lnTo>
                <a:lnTo>
                  <a:pt x="35910" y="35910"/>
                </a:lnTo>
                <a:lnTo>
                  <a:pt x="74881" y="9634"/>
                </a:lnTo>
                <a:lnTo>
                  <a:pt x="122605" y="0"/>
                </a:lnTo>
                <a:lnTo>
                  <a:pt x="3337699" y="0"/>
                </a:lnTo>
                <a:lnTo>
                  <a:pt x="3385422" y="9634"/>
                </a:lnTo>
                <a:lnTo>
                  <a:pt x="3424393" y="35910"/>
                </a:lnTo>
                <a:lnTo>
                  <a:pt x="3450669" y="74881"/>
                </a:lnTo>
                <a:lnTo>
                  <a:pt x="3460304" y="122605"/>
                </a:lnTo>
                <a:lnTo>
                  <a:pt x="3460304" y="2242027"/>
                </a:lnTo>
                <a:lnTo>
                  <a:pt x="3450669" y="2289750"/>
                </a:lnTo>
                <a:lnTo>
                  <a:pt x="3424393" y="2328721"/>
                </a:lnTo>
                <a:lnTo>
                  <a:pt x="3385422" y="2354997"/>
                </a:lnTo>
                <a:lnTo>
                  <a:pt x="3337699" y="2364632"/>
                </a:lnTo>
                <a:lnTo>
                  <a:pt x="122605" y="2364632"/>
                </a:lnTo>
                <a:lnTo>
                  <a:pt x="74881" y="2354997"/>
                </a:lnTo>
                <a:lnTo>
                  <a:pt x="35910" y="2328721"/>
                </a:lnTo>
                <a:lnTo>
                  <a:pt x="9634" y="2289750"/>
                </a:lnTo>
                <a:lnTo>
                  <a:pt x="0" y="2242027"/>
                </a:lnTo>
                <a:lnTo>
                  <a:pt x="0" y="122605"/>
                </a:lnTo>
                <a:close/>
              </a:path>
            </a:pathLst>
          </a:custGeom>
          <a:ln w="25400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081962" y="4913884"/>
            <a:ext cx="32918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Helvetica"/>
                <a:cs typeface="Helvetica"/>
              </a:rPr>
              <a:t>temporal</a:t>
            </a:r>
            <a:r>
              <a:rPr sz="2800" b="1" spc="-125" dirty="0">
                <a:latin typeface="Helvetica"/>
                <a:cs typeface="Helvetica"/>
              </a:rPr>
              <a:t> </a:t>
            </a:r>
            <a:r>
              <a:rPr sz="2800" b="1" spc="-10" dirty="0">
                <a:latin typeface="Helvetica"/>
                <a:cs typeface="Helvetica"/>
              </a:rPr>
              <a:t>derivative</a:t>
            </a:r>
            <a:endParaRPr sz="2800">
              <a:latin typeface="Helvetica"/>
              <a:cs typeface="Helvetic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965406" y="3634128"/>
            <a:ext cx="1524001" cy="97790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9611878" y="5851652"/>
            <a:ext cx="25158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Helvetica Light"/>
                <a:cs typeface="Helvetica Light"/>
              </a:rPr>
              <a:t>frame</a:t>
            </a:r>
            <a:r>
              <a:rPr sz="2400" spc="-60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differencing</a:t>
            </a:r>
            <a:endParaRPr sz="2400">
              <a:latin typeface="Helvetica Light"/>
              <a:cs typeface="Helvetica Ligh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68458" y="5822188"/>
            <a:ext cx="42608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Helvetica Light"/>
                <a:cs typeface="Helvetica Light"/>
              </a:rPr>
              <a:t>How</a:t>
            </a:r>
            <a:r>
              <a:rPr sz="2800" spc="-55" dirty="0">
                <a:latin typeface="Helvetica Light"/>
                <a:cs typeface="Helvetica Light"/>
              </a:rPr>
              <a:t> </a:t>
            </a:r>
            <a:r>
              <a:rPr sz="2800" dirty="0">
                <a:latin typeface="Helvetica Light"/>
                <a:cs typeface="Helvetica Light"/>
              </a:rPr>
              <a:t>do</a:t>
            </a:r>
            <a:r>
              <a:rPr sz="2800" spc="-55" dirty="0">
                <a:latin typeface="Helvetica Light"/>
                <a:cs typeface="Helvetica Light"/>
              </a:rPr>
              <a:t> </a:t>
            </a:r>
            <a:r>
              <a:rPr sz="2800" dirty="0">
                <a:latin typeface="Helvetica Light"/>
                <a:cs typeface="Helvetica Light"/>
              </a:rPr>
              <a:t>you</a:t>
            </a:r>
            <a:r>
              <a:rPr sz="2800" spc="-50" dirty="0">
                <a:latin typeface="Helvetica Light"/>
                <a:cs typeface="Helvetica Light"/>
              </a:rPr>
              <a:t> </a:t>
            </a:r>
            <a:r>
              <a:rPr sz="2800" dirty="0">
                <a:latin typeface="Helvetica Light"/>
                <a:cs typeface="Helvetica Light"/>
              </a:rPr>
              <a:t>compute</a:t>
            </a:r>
            <a:r>
              <a:rPr sz="2800" spc="-55" dirty="0">
                <a:latin typeface="Helvetica Light"/>
                <a:cs typeface="Helvetica Light"/>
              </a:rPr>
              <a:t> </a:t>
            </a:r>
            <a:r>
              <a:rPr sz="2800" spc="-10" dirty="0">
                <a:latin typeface="Helvetica Light"/>
                <a:cs typeface="Helvetica Light"/>
              </a:rPr>
              <a:t>this?</a:t>
            </a:r>
            <a:endParaRPr sz="2800">
              <a:latin typeface="Helvetica Light"/>
              <a:cs typeface="Helvetica Ligh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7240" y="3176927"/>
            <a:ext cx="3851910" cy="2364740"/>
          </a:xfrm>
          <a:custGeom>
            <a:avLst/>
            <a:gdLst/>
            <a:ahLst/>
            <a:cxnLst/>
            <a:rect l="l" t="t" r="r" b="b"/>
            <a:pathLst>
              <a:path w="3851910" h="2364740">
                <a:moveTo>
                  <a:pt x="0" y="122607"/>
                </a:moveTo>
                <a:lnTo>
                  <a:pt x="9635" y="74883"/>
                </a:lnTo>
                <a:lnTo>
                  <a:pt x="35910" y="35910"/>
                </a:lnTo>
                <a:lnTo>
                  <a:pt x="74882" y="9635"/>
                </a:lnTo>
                <a:lnTo>
                  <a:pt x="122607" y="0"/>
                </a:lnTo>
                <a:lnTo>
                  <a:pt x="3729115" y="0"/>
                </a:lnTo>
                <a:lnTo>
                  <a:pt x="3776839" y="9635"/>
                </a:lnTo>
                <a:lnTo>
                  <a:pt x="3815811" y="35910"/>
                </a:lnTo>
                <a:lnTo>
                  <a:pt x="3842086" y="74883"/>
                </a:lnTo>
                <a:lnTo>
                  <a:pt x="3851722" y="122607"/>
                </a:lnTo>
                <a:lnTo>
                  <a:pt x="3851722" y="2242025"/>
                </a:lnTo>
                <a:lnTo>
                  <a:pt x="3842086" y="2289749"/>
                </a:lnTo>
                <a:lnTo>
                  <a:pt x="3815811" y="2328721"/>
                </a:lnTo>
                <a:lnTo>
                  <a:pt x="3776839" y="2354996"/>
                </a:lnTo>
                <a:lnTo>
                  <a:pt x="3729115" y="2364632"/>
                </a:lnTo>
                <a:lnTo>
                  <a:pt x="122607" y="2364632"/>
                </a:lnTo>
                <a:lnTo>
                  <a:pt x="74882" y="2354996"/>
                </a:lnTo>
                <a:lnTo>
                  <a:pt x="35910" y="2328721"/>
                </a:lnTo>
                <a:lnTo>
                  <a:pt x="9635" y="2289749"/>
                </a:lnTo>
                <a:lnTo>
                  <a:pt x="0" y="2242025"/>
                </a:lnTo>
                <a:lnTo>
                  <a:pt x="0" y="122607"/>
                </a:lnTo>
                <a:close/>
              </a:path>
            </a:pathLst>
          </a:custGeom>
          <a:ln w="25400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792239" y="3176927"/>
            <a:ext cx="3838575" cy="2364740"/>
          </a:xfrm>
          <a:custGeom>
            <a:avLst/>
            <a:gdLst/>
            <a:ahLst/>
            <a:cxnLst/>
            <a:rect l="l" t="t" r="r" b="b"/>
            <a:pathLst>
              <a:path w="3838575" h="2364740">
                <a:moveTo>
                  <a:pt x="0" y="122606"/>
                </a:moveTo>
                <a:lnTo>
                  <a:pt x="9635" y="74882"/>
                </a:lnTo>
                <a:lnTo>
                  <a:pt x="35910" y="35910"/>
                </a:lnTo>
                <a:lnTo>
                  <a:pt x="74882" y="9635"/>
                </a:lnTo>
                <a:lnTo>
                  <a:pt x="122606" y="0"/>
                </a:lnTo>
                <a:lnTo>
                  <a:pt x="3715783" y="0"/>
                </a:lnTo>
                <a:lnTo>
                  <a:pt x="3763507" y="9635"/>
                </a:lnTo>
                <a:lnTo>
                  <a:pt x="3802479" y="35910"/>
                </a:lnTo>
                <a:lnTo>
                  <a:pt x="3828754" y="74882"/>
                </a:lnTo>
                <a:lnTo>
                  <a:pt x="3838390" y="122606"/>
                </a:lnTo>
                <a:lnTo>
                  <a:pt x="3838390" y="2242025"/>
                </a:lnTo>
                <a:lnTo>
                  <a:pt x="3828754" y="2289749"/>
                </a:lnTo>
                <a:lnTo>
                  <a:pt x="3802479" y="2328721"/>
                </a:lnTo>
                <a:lnTo>
                  <a:pt x="3763507" y="2354996"/>
                </a:lnTo>
                <a:lnTo>
                  <a:pt x="3715783" y="2364632"/>
                </a:lnTo>
                <a:lnTo>
                  <a:pt x="122606" y="2364632"/>
                </a:lnTo>
                <a:lnTo>
                  <a:pt x="74882" y="2354996"/>
                </a:lnTo>
                <a:lnTo>
                  <a:pt x="35910" y="2328721"/>
                </a:lnTo>
                <a:lnTo>
                  <a:pt x="9635" y="2289749"/>
                </a:lnTo>
                <a:lnTo>
                  <a:pt x="0" y="2242025"/>
                </a:lnTo>
                <a:lnTo>
                  <a:pt x="0" y="122606"/>
                </a:lnTo>
                <a:close/>
              </a:path>
            </a:pathLst>
          </a:custGeom>
          <a:ln w="63500">
            <a:solidFill>
              <a:srgbClr val="70BF4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06883" y="4913884"/>
            <a:ext cx="29178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Helvetica"/>
                <a:cs typeface="Helvetica"/>
              </a:rPr>
              <a:t>spatial</a:t>
            </a:r>
            <a:r>
              <a:rPr sz="2800" b="1" spc="-80" dirty="0">
                <a:latin typeface="Helvetica"/>
                <a:cs typeface="Helvetica"/>
              </a:rPr>
              <a:t> </a:t>
            </a:r>
            <a:r>
              <a:rPr sz="2800" b="1" spc="-10" dirty="0">
                <a:latin typeface="Helvetica"/>
                <a:cs typeface="Helvetica"/>
              </a:rPr>
              <a:t>derivative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89264" y="4913884"/>
            <a:ext cx="19831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Helvetica"/>
                <a:cs typeface="Helvetica"/>
              </a:rPr>
              <a:t>optical</a:t>
            </a:r>
            <a:r>
              <a:rPr sz="2800" b="1" spc="-90" dirty="0">
                <a:latin typeface="Helvetica"/>
                <a:cs typeface="Helvetica"/>
              </a:rPr>
              <a:t> </a:t>
            </a:r>
            <a:r>
              <a:rPr sz="2800" b="1" spc="-20" dirty="0">
                <a:latin typeface="Helvetica"/>
                <a:cs typeface="Helvetica"/>
              </a:rPr>
              <a:t>flow</a:t>
            </a:r>
            <a:endParaRPr sz="2800">
              <a:latin typeface="Helvetica"/>
              <a:cs typeface="Helvetic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01439" y="1043328"/>
            <a:ext cx="5014087" cy="63114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9640" y="3634128"/>
            <a:ext cx="1612901" cy="9779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85714" y="3596028"/>
            <a:ext cx="1587501" cy="1054101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5037806" y="3710328"/>
            <a:ext cx="3303270" cy="952500"/>
            <a:chOff x="5037806" y="3710328"/>
            <a:chExt cx="3303270" cy="95250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37806" y="3710328"/>
              <a:ext cx="1422401" cy="95250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56759" y="3710328"/>
              <a:ext cx="1384301" cy="952501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70321" y="5879084"/>
            <a:ext cx="3789679" cy="14947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606425" marR="598170" algn="ctr">
              <a:lnSpc>
                <a:spcPct val="100800"/>
              </a:lnSpc>
              <a:spcBef>
                <a:spcPts val="75"/>
              </a:spcBef>
            </a:pPr>
            <a:r>
              <a:rPr sz="2400" dirty="0">
                <a:latin typeface="Helvetica Light"/>
                <a:cs typeface="Helvetica Light"/>
              </a:rPr>
              <a:t>Forward</a:t>
            </a:r>
            <a:r>
              <a:rPr sz="2400" spc="-80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difference </a:t>
            </a:r>
            <a:r>
              <a:rPr sz="2400" dirty="0">
                <a:latin typeface="Helvetica Light"/>
                <a:cs typeface="Helvetica Light"/>
              </a:rPr>
              <a:t>Sobel</a:t>
            </a:r>
            <a:r>
              <a:rPr sz="2400" spc="-20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filter</a:t>
            </a:r>
            <a:endParaRPr sz="2400">
              <a:latin typeface="Helvetica Light"/>
              <a:cs typeface="Helvetica Light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2400" spc="-20" dirty="0">
                <a:latin typeface="Helvetica Light"/>
                <a:cs typeface="Helvetica Light"/>
              </a:rPr>
              <a:t>Derivative-</a:t>
            </a:r>
            <a:r>
              <a:rPr sz="2400" spc="-10" dirty="0">
                <a:latin typeface="Helvetica Light"/>
                <a:cs typeface="Helvetica Light"/>
              </a:rPr>
              <a:t>of-</a:t>
            </a:r>
            <a:r>
              <a:rPr sz="2400" dirty="0">
                <a:latin typeface="Helvetica Light"/>
                <a:cs typeface="Helvetica Light"/>
              </a:rPr>
              <a:t>Gaussian</a:t>
            </a:r>
            <a:r>
              <a:rPr sz="2400" spc="30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filter</a:t>
            </a:r>
            <a:endParaRPr sz="2400">
              <a:latin typeface="Helvetica Light"/>
              <a:cs typeface="Helvetica Light"/>
            </a:endParaRPr>
          </a:p>
          <a:p>
            <a:pPr algn="ctr">
              <a:lnSpc>
                <a:spcPct val="100000"/>
              </a:lnSpc>
            </a:pPr>
            <a:r>
              <a:rPr sz="2400" spc="-50" dirty="0">
                <a:latin typeface="Helvetica Light"/>
                <a:cs typeface="Helvetica Light"/>
              </a:rPr>
              <a:t>…</a:t>
            </a:r>
            <a:endParaRPr sz="2400">
              <a:latin typeface="Helvetica Light"/>
              <a:cs typeface="Helvetica Ligh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530795" y="2249931"/>
            <a:ext cx="388492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How</a:t>
            </a:r>
            <a:r>
              <a:rPr sz="2800" b="0" spc="-5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do</a:t>
            </a:r>
            <a:r>
              <a:rPr sz="2800" b="0" spc="-5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you</a:t>
            </a:r>
            <a:r>
              <a:rPr sz="2800" b="0" spc="-5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compute</a:t>
            </a:r>
            <a:r>
              <a:rPr sz="2800" b="0" spc="-5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spc="-50" dirty="0">
                <a:solidFill>
                  <a:srgbClr val="000000"/>
                </a:solidFill>
                <a:latin typeface="Helvetica Light"/>
                <a:cs typeface="Helvetica Light"/>
              </a:rPr>
              <a:t>…</a:t>
            </a:r>
            <a:endParaRPr sz="2800">
              <a:latin typeface="Helvetica Light"/>
              <a:cs typeface="Helvetica Ligh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997253" y="3176927"/>
            <a:ext cx="3460750" cy="2364740"/>
          </a:xfrm>
          <a:custGeom>
            <a:avLst/>
            <a:gdLst/>
            <a:ahLst/>
            <a:cxnLst/>
            <a:rect l="l" t="t" r="r" b="b"/>
            <a:pathLst>
              <a:path w="3460750" h="2364740">
                <a:moveTo>
                  <a:pt x="0" y="122605"/>
                </a:moveTo>
                <a:lnTo>
                  <a:pt x="9634" y="74881"/>
                </a:lnTo>
                <a:lnTo>
                  <a:pt x="35910" y="35910"/>
                </a:lnTo>
                <a:lnTo>
                  <a:pt x="74881" y="9634"/>
                </a:lnTo>
                <a:lnTo>
                  <a:pt x="122605" y="0"/>
                </a:lnTo>
                <a:lnTo>
                  <a:pt x="3337699" y="0"/>
                </a:lnTo>
                <a:lnTo>
                  <a:pt x="3385422" y="9634"/>
                </a:lnTo>
                <a:lnTo>
                  <a:pt x="3424393" y="35910"/>
                </a:lnTo>
                <a:lnTo>
                  <a:pt x="3450669" y="74881"/>
                </a:lnTo>
                <a:lnTo>
                  <a:pt x="3460304" y="122605"/>
                </a:lnTo>
                <a:lnTo>
                  <a:pt x="3460304" y="2242027"/>
                </a:lnTo>
                <a:lnTo>
                  <a:pt x="3450669" y="2289750"/>
                </a:lnTo>
                <a:lnTo>
                  <a:pt x="3424393" y="2328721"/>
                </a:lnTo>
                <a:lnTo>
                  <a:pt x="3385422" y="2354997"/>
                </a:lnTo>
                <a:lnTo>
                  <a:pt x="3337699" y="2364632"/>
                </a:lnTo>
                <a:lnTo>
                  <a:pt x="122605" y="2364632"/>
                </a:lnTo>
                <a:lnTo>
                  <a:pt x="74881" y="2354997"/>
                </a:lnTo>
                <a:lnTo>
                  <a:pt x="35910" y="2328721"/>
                </a:lnTo>
                <a:lnTo>
                  <a:pt x="9634" y="2289750"/>
                </a:lnTo>
                <a:lnTo>
                  <a:pt x="0" y="2242027"/>
                </a:lnTo>
                <a:lnTo>
                  <a:pt x="0" y="122605"/>
                </a:lnTo>
                <a:close/>
              </a:path>
            </a:pathLst>
          </a:custGeom>
          <a:ln w="25400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081962" y="4913884"/>
            <a:ext cx="32918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Helvetica"/>
                <a:cs typeface="Helvetica"/>
              </a:rPr>
              <a:t>temporal</a:t>
            </a:r>
            <a:r>
              <a:rPr sz="2800" b="1" spc="-125" dirty="0">
                <a:latin typeface="Helvetica"/>
                <a:cs typeface="Helvetica"/>
              </a:rPr>
              <a:t> </a:t>
            </a:r>
            <a:r>
              <a:rPr sz="2800" b="1" spc="-10" dirty="0">
                <a:latin typeface="Helvetica"/>
                <a:cs typeface="Helvetica"/>
              </a:rPr>
              <a:t>derivative</a:t>
            </a:r>
            <a:endParaRPr sz="2800">
              <a:latin typeface="Helvetica"/>
              <a:cs typeface="Helvetic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965406" y="3634128"/>
            <a:ext cx="1524001" cy="97790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9611878" y="5851652"/>
            <a:ext cx="25158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Helvetica Light"/>
                <a:cs typeface="Helvetica Light"/>
              </a:rPr>
              <a:t>frame</a:t>
            </a:r>
            <a:r>
              <a:rPr sz="2400" spc="-60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differencing</a:t>
            </a:r>
            <a:endParaRPr sz="2400">
              <a:latin typeface="Helvetica Light"/>
              <a:cs typeface="Helvetica Ligh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43170" y="5866891"/>
            <a:ext cx="3731895" cy="10033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00299"/>
              </a:lnSpc>
              <a:spcBef>
                <a:spcPts val="90"/>
              </a:spcBef>
            </a:pPr>
            <a:r>
              <a:rPr sz="2400" b="1" dirty="0">
                <a:latin typeface="Helvetica"/>
                <a:cs typeface="Helvetica"/>
              </a:rPr>
              <a:t>We</a:t>
            </a:r>
            <a:r>
              <a:rPr sz="2400" b="1" spc="-25" dirty="0">
                <a:latin typeface="Helvetica"/>
                <a:cs typeface="Helvetica"/>
              </a:rPr>
              <a:t> </a:t>
            </a:r>
            <a:r>
              <a:rPr sz="2400" b="1" dirty="0">
                <a:latin typeface="Helvetica"/>
                <a:cs typeface="Helvetica"/>
              </a:rPr>
              <a:t>need</a:t>
            </a:r>
            <a:r>
              <a:rPr sz="2400" b="1" spc="-30" dirty="0">
                <a:latin typeface="Helvetica"/>
                <a:cs typeface="Helvetica"/>
              </a:rPr>
              <a:t> </a:t>
            </a:r>
            <a:r>
              <a:rPr sz="2400" b="1" dirty="0">
                <a:latin typeface="Helvetica"/>
                <a:cs typeface="Helvetica"/>
              </a:rPr>
              <a:t>to</a:t>
            </a:r>
            <a:r>
              <a:rPr sz="2400" b="1" spc="-30" dirty="0">
                <a:latin typeface="Helvetica"/>
                <a:cs typeface="Helvetica"/>
              </a:rPr>
              <a:t> </a:t>
            </a:r>
            <a:r>
              <a:rPr sz="2400" b="1" dirty="0">
                <a:latin typeface="Helvetica"/>
                <a:cs typeface="Helvetica"/>
              </a:rPr>
              <a:t>solve</a:t>
            </a:r>
            <a:r>
              <a:rPr sz="2400" b="1" spc="-25" dirty="0">
                <a:latin typeface="Helvetica"/>
                <a:cs typeface="Helvetica"/>
              </a:rPr>
              <a:t> </a:t>
            </a:r>
            <a:r>
              <a:rPr sz="2400" b="1" dirty="0">
                <a:latin typeface="Helvetica"/>
                <a:cs typeface="Helvetica"/>
              </a:rPr>
              <a:t>for</a:t>
            </a:r>
            <a:r>
              <a:rPr sz="2400" b="1" spc="-25" dirty="0">
                <a:latin typeface="Helvetica"/>
                <a:cs typeface="Helvetica"/>
              </a:rPr>
              <a:t> </a:t>
            </a:r>
            <a:r>
              <a:rPr sz="2400" b="1" spc="-10" dirty="0">
                <a:latin typeface="Helvetica"/>
                <a:cs typeface="Helvetica"/>
              </a:rPr>
              <a:t>this! </a:t>
            </a:r>
            <a:r>
              <a:rPr sz="2000" dirty="0">
                <a:latin typeface="Helvetica Light"/>
                <a:cs typeface="Helvetica Light"/>
              </a:rPr>
              <a:t>(this</a:t>
            </a:r>
            <a:r>
              <a:rPr sz="2000" spc="-40" dirty="0">
                <a:latin typeface="Helvetica Light"/>
                <a:cs typeface="Helvetica Light"/>
              </a:rPr>
              <a:t> </a:t>
            </a:r>
            <a:r>
              <a:rPr sz="2000" dirty="0">
                <a:latin typeface="Helvetica Light"/>
                <a:cs typeface="Helvetica Light"/>
              </a:rPr>
              <a:t>is</a:t>
            </a:r>
            <a:r>
              <a:rPr sz="2000" spc="-40" dirty="0">
                <a:latin typeface="Helvetica Light"/>
                <a:cs typeface="Helvetica Light"/>
              </a:rPr>
              <a:t> </a:t>
            </a:r>
            <a:r>
              <a:rPr sz="2000" dirty="0">
                <a:latin typeface="Helvetica Light"/>
                <a:cs typeface="Helvetica Light"/>
              </a:rPr>
              <a:t>the</a:t>
            </a:r>
            <a:r>
              <a:rPr sz="2000" spc="-40" dirty="0">
                <a:latin typeface="Helvetica Light"/>
                <a:cs typeface="Helvetica Light"/>
              </a:rPr>
              <a:t> </a:t>
            </a:r>
            <a:r>
              <a:rPr sz="2000" dirty="0">
                <a:latin typeface="Helvetica Light"/>
                <a:cs typeface="Helvetica Light"/>
              </a:rPr>
              <a:t>unknown</a:t>
            </a:r>
            <a:r>
              <a:rPr sz="2000" spc="-40" dirty="0">
                <a:latin typeface="Helvetica Light"/>
                <a:cs typeface="Helvetica Light"/>
              </a:rPr>
              <a:t> </a:t>
            </a:r>
            <a:r>
              <a:rPr sz="2000" dirty="0">
                <a:latin typeface="Helvetica Light"/>
                <a:cs typeface="Helvetica Light"/>
              </a:rPr>
              <a:t>in</a:t>
            </a:r>
            <a:r>
              <a:rPr sz="2000" spc="-40" dirty="0">
                <a:latin typeface="Helvetica Light"/>
                <a:cs typeface="Helvetica Light"/>
              </a:rPr>
              <a:t> </a:t>
            </a:r>
            <a:r>
              <a:rPr sz="2000" spc="-25" dirty="0">
                <a:latin typeface="Helvetica Light"/>
                <a:cs typeface="Helvetica Light"/>
              </a:rPr>
              <a:t>the</a:t>
            </a:r>
            <a:r>
              <a:rPr sz="2000" spc="500" dirty="0">
                <a:latin typeface="Helvetica Light"/>
                <a:cs typeface="Helvetica Light"/>
              </a:rPr>
              <a:t> </a:t>
            </a:r>
            <a:r>
              <a:rPr sz="2000" dirty="0">
                <a:latin typeface="Helvetica Light"/>
                <a:cs typeface="Helvetica Light"/>
              </a:rPr>
              <a:t>optical</a:t>
            </a:r>
            <a:r>
              <a:rPr sz="2000" spc="-50" dirty="0">
                <a:latin typeface="Helvetica Light"/>
                <a:cs typeface="Helvetica Light"/>
              </a:rPr>
              <a:t> </a:t>
            </a:r>
            <a:r>
              <a:rPr sz="2000" dirty="0">
                <a:latin typeface="Helvetica Light"/>
                <a:cs typeface="Helvetica Light"/>
              </a:rPr>
              <a:t>flow</a:t>
            </a:r>
            <a:r>
              <a:rPr sz="2000" spc="-45" dirty="0">
                <a:latin typeface="Helvetica Light"/>
                <a:cs typeface="Helvetica Light"/>
              </a:rPr>
              <a:t> </a:t>
            </a:r>
            <a:r>
              <a:rPr sz="2000" spc="-10" dirty="0">
                <a:latin typeface="Helvetica Light"/>
                <a:cs typeface="Helvetica Light"/>
              </a:rPr>
              <a:t>problem)</a:t>
            </a:r>
            <a:endParaRPr sz="2000">
              <a:latin typeface="Helvetica Light"/>
              <a:cs typeface="Helvetica Ligh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7240" y="3176927"/>
            <a:ext cx="3851910" cy="2364740"/>
          </a:xfrm>
          <a:custGeom>
            <a:avLst/>
            <a:gdLst/>
            <a:ahLst/>
            <a:cxnLst/>
            <a:rect l="l" t="t" r="r" b="b"/>
            <a:pathLst>
              <a:path w="3851910" h="2364740">
                <a:moveTo>
                  <a:pt x="0" y="122607"/>
                </a:moveTo>
                <a:lnTo>
                  <a:pt x="9635" y="74883"/>
                </a:lnTo>
                <a:lnTo>
                  <a:pt x="35910" y="35910"/>
                </a:lnTo>
                <a:lnTo>
                  <a:pt x="74882" y="9635"/>
                </a:lnTo>
                <a:lnTo>
                  <a:pt x="122607" y="0"/>
                </a:lnTo>
                <a:lnTo>
                  <a:pt x="3729115" y="0"/>
                </a:lnTo>
                <a:lnTo>
                  <a:pt x="3776839" y="9635"/>
                </a:lnTo>
                <a:lnTo>
                  <a:pt x="3815811" y="35910"/>
                </a:lnTo>
                <a:lnTo>
                  <a:pt x="3842086" y="74883"/>
                </a:lnTo>
                <a:lnTo>
                  <a:pt x="3851722" y="122607"/>
                </a:lnTo>
                <a:lnTo>
                  <a:pt x="3851722" y="2242025"/>
                </a:lnTo>
                <a:lnTo>
                  <a:pt x="3842086" y="2289749"/>
                </a:lnTo>
                <a:lnTo>
                  <a:pt x="3815811" y="2328721"/>
                </a:lnTo>
                <a:lnTo>
                  <a:pt x="3776839" y="2354996"/>
                </a:lnTo>
                <a:lnTo>
                  <a:pt x="3729115" y="2364632"/>
                </a:lnTo>
                <a:lnTo>
                  <a:pt x="122607" y="2364632"/>
                </a:lnTo>
                <a:lnTo>
                  <a:pt x="74882" y="2354996"/>
                </a:lnTo>
                <a:lnTo>
                  <a:pt x="35910" y="2328721"/>
                </a:lnTo>
                <a:lnTo>
                  <a:pt x="9635" y="2289749"/>
                </a:lnTo>
                <a:lnTo>
                  <a:pt x="0" y="2242025"/>
                </a:lnTo>
                <a:lnTo>
                  <a:pt x="0" y="122607"/>
                </a:lnTo>
                <a:close/>
              </a:path>
            </a:pathLst>
          </a:custGeom>
          <a:ln w="25400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792239" y="3176927"/>
            <a:ext cx="3838575" cy="2364740"/>
          </a:xfrm>
          <a:custGeom>
            <a:avLst/>
            <a:gdLst/>
            <a:ahLst/>
            <a:cxnLst/>
            <a:rect l="l" t="t" r="r" b="b"/>
            <a:pathLst>
              <a:path w="3838575" h="2364740">
                <a:moveTo>
                  <a:pt x="0" y="122606"/>
                </a:moveTo>
                <a:lnTo>
                  <a:pt x="9635" y="74882"/>
                </a:lnTo>
                <a:lnTo>
                  <a:pt x="35910" y="35910"/>
                </a:lnTo>
                <a:lnTo>
                  <a:pt x="74882" y="9635"/>
                </a:lnTo>
                <a:lnTo>
                  <a:pt x="122606" y="0"/>
                </a:lnTo>
                <a:lnTo>
                  <a:pt x="3715783" y="0"/>
                </a:lnTo>
                <a:lnTo>
                  <a:pt x="3763507" y="9635"/>
                </a:lnTo>
                <a:lnTo>
                  <a:pt x="3802479" y="35910"/>
                </a:lnTo>
                <a:lnTo>
                  <a:pt x="3828754" y="74882"/>
                </a:lnTo>
                <a:lnTo>
                  <a:pt x="3838390" y="122606"/>
                </a:lnTo>
                <a:lnTo>
                  <a:pt x="3838390" y="2242025"/>
                </a:lnTo>
                <a:lnTo>
                  <a:pt x="3828754" y="2289749"/>
                </a:lnTo>
                <a:lnTo>
                  <a:pt x="3802479" y="2328721"/>
                </a:lnTo>
                <a:lnTo>
                  <a:pt x="3763507" y="2354996"/>
                </a:lnTo>
                <a:lnTo>
                  <a:pt x="3715783" y="2364632"/>
                </a:lnTo>
                <a:lnTo>
                  <a:pt x="122606" y="2364632"/>
                </a:lnTo>
                <a:lnTo>
                  <a:pt x="74882" y="2354996"/>
                </a:lnTo>
                <a:lnTo>
                  <a:pt x="35910" y="2328721"/>
                </a:lnTo>
                <a:lnTo>
                  <a:pt x="9635" y="2289749"/>
                </a:lnTo>
                <a:lnTo>
                  <a:pt x="0" y="2242025"/>
                </a:lnTo>
                <a:lnTo>
                  <a:pt x="0" y="122606"/>
                </a:lnTo>
                <a:close/>
              </a:path>
            </a:pathLst>
          </a:custGeom>
          <a:ln w="25400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06883" y="4913884"/>
            <a:ext cx="29178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Helvetica"/>
                <a:cs typeface="Helvetica"/>
              </a:rPr>
              <a:t>spatial</a:t>
            </a:r>
            <a:r>
              <a:rPr sz="2800" b="1" spc="-80" dirty="0">
                <a:latin typeface="Helvetica"/>
                <a:cs typeface="Helvetica"/>
              </a:rPr>
              <a:t> </a:t>
            </a:r>
            <a:r>
              <a:rPr sz="2800" b="1" spc="-10" dirty="0">
                <a:latin typeface="Helvetica"/>
                <a:cs typeface="Helvetica"/>
              </a:rPr>
              <a:t>derivative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89264" y="4913884"/>
            <a:ext cx="19831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Helvetica"/>
                <a:cs typeface="Helvetica"/>
              </a:rPr>
              <a:t>optical</a:t>
            </a:r>
            <a:r>
              <a:rPr sz="2800" b="1" spc="-90" dirty="0">
                <a:latin typeface="Helvetica"/>
                <a:cs typeface="Helvetica"/>
              </a:rPr>
              <a:t> </a:t>
            </a:r>
            <a:r>
              <a:rPr sz="2800" b="1" spc="-20" dirty="0">
                <a:latin typeface="Helvetica"/>
                <a:cs typeface="Helvetica"/>
              </a:rPr>
              <a:t>flow</a:t>
            </a:r>
            <a:endParaRPr sz="2800">
              <a:latin typeface="Helvetica"/>
              <a:cs typeface="Helvetic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01439" y="1043328"/>
            <a:ext cx="5014087" cy="63114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9640" y="3634128"/>
            <a:ext cx="1612901" cy="9779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85714" y="3596028"/>
            <a:ext cx="1587501" cy="1054101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5037806" y="3710328"/>
            <a:ext cx="3303270" cy="952500"/>
            <a:chOff x="5037806" y="3710328"/>
            <a:chExt cx="3303270" cy="95250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37806" y="3710328"/>
              <a:ext cx="1422401" cy="95250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56759" y="3710328"/>
              <a:ext cx="1384301" cy="952501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70321" y="5879084"/>
            <a:ext cx="3789679" cy="14947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606425" marR="598170" algn="ctr">
              <a:lnSpc>
                <a:spcPct val="100800"/>
              </a:lnSpc>
              <a:spcBef>
                <a:spcPts val="75"/>
              </a:spcBef>
            </a:pPr>
            <a:r>
              <a:rPr sz="2400" dirty="0">
                <a:latin typeface="Helvetica Light"/>
                <a:cs typeface="Helvetica Light"/>
              </a:rPr>
              <a:t>Forward</a:t>
            </a:r>
            <a:r>
              <a:rPr sz="2400" spc="-80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difference </a:t>
            </a:r>
            <a:r>
              <a:rPr sz="2400" dirty="0">
                <a:latin typeface="Helvetica Light"/>
                <a:cs typeface="Helvetica Light"/>
              </a:rPr>
              <a:t>Sobel</a:t>
            </a:r>
            <a:r>
              <a:rPr sz="2400" spc="-20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filter</a:t>
            </a:r>
            <a:endParaRPr sz="2400">
              <a:latin typeface="Helvetica Light"/>
              <a:cs typeface="Helvetica Light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2400" spc="-20" dirty="0">
                <a:latin typeface="Helvetica Light"/>
                <a:cs typeface="Helvetica Light"/>
              </a:rPr>
              <a:t>Derivative-</a:t>
            </a:r>
            <a:r>
              <a:rPr sz="2400" spc="-10" dirty="0">
                <a:latin typeface="Helvetica Light"/>
                <a:cs typeface="Helvetica Light"/>
              </a:rPr>
              <a:t>of-</a:t>
            </a:r>
            <a:r>
              <a:rPr sz="2400" dirty="0">
                <a:latin typeface="Helvetica Light"/>
                <a:cs typeface="Helvetica Light"/>
              </a:rPr>
              <a:t>Gaussian</a:t>
            </a:r>
            <a:r>
              <a:rPr sz="2400" spc="30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filter</a:t>
            </a:r>
            <a:endParaRPr sz="2400">
              <a:latin typeface="Helvetica Light"/>
              <a:cs typeface="Helvetica Light"/>
            </a:endParaRPr>
          </a:p>
          <a:p>
            <a:pPr algn="ctr">
              <a:lnSpc>
                <a:spcPct val="100000"/>
              </a:lnSpc>
            </a:pPr>
            <a:r>
              <a:rPr sz="2400" spc="-50" dirty="0">
                <a:latin typeface="Helvetica Light"/>
                <a:cs typeface="Helvetica Light"/>
              </a:rPr>
              <a:t>…</a:t>
            </a:r>
            <a:endParaRPr sz="2400">
              <a:latin typeface="Helvetica Light"/>
              <a:cs typeface="Helvetica Ligh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19532" y="6038786"/>
            <a:ext cx="977900" cy="46990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334445" y="6528307"/>
            <a:ext cx="2892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Helvetica Light"/>
                <a:cs typeface="Helvetica Light"/>
              </a:rPr>
              <a:t>Solution</a:t>
            </a:r>
            <a:r>
              <a:rPr sz="2400" spc="-40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lies</a:t>
            </a:r>
            <a:r>
              <a:rPr sz="2400" spc="-40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on</a:t>
            </a:r>
            <a:r>
              <a:rPr sz="2400" spc="-40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a</a:t>
            </a:r>
            <a:r>
              <a:rPr sz="2400" spc="-40" dirty="0">
                <a:latin typeface="Helvetica Light"/>
                <a:cs typeface="Helvetica Light"/>
              </a:rPr>
              <a:t> </a:t>
            </a:r>
            <a:r>
              <a:rPr sz="2400" spc="-20" dirty="0">
                <a:latin typeface="Helvetica Light"/>
                <a:cs typeface="Helvetica Light"/>
              </a:rPr>
              <a:t>line</a:t>
            </a:r>
            <a:endParaRPr sz="2400">
              <a:latin typeface="Helvetica Light"/>
              <a:cs typeface="Helvetica Ligh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05039" y="7528052"/>
            <a:ext cx="3551554" cy="7600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15900" marR="5080" indent="-203200">
              <a:lnSpc>
                <a:spcPct val="100800"/>
              </a:lnSpc>
              <a:spcBef>
                <a:spcPts val="75"/>
              </a:spcBef>
            </a:pPr>
            <a:r>
              <a:rPr sz="2400" dirty="0">
                <a:latin typeface="Helvetica Light"/>
                <a:cs typeface="Helvetica Light"/>
              </a:rPr>
              <a:t>Cannot</a:t>
            </a:r>
            <a:r>
              <a:rPr sz="2400" spc="-55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be</a:t>
            </a:r>
            <a:r>
              <a:rPr sz="2400" spc="-50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found</a:t>
            </a:r>
            <a:r>
              <a:rPr sz="2400" spc="-55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uniquely </a:t>
            </a:r>
            <a:r>
              <a:rPr sz="2400" dirty="0">
                <a:latin typeface="Helvetica Light"/>
                <a:cs typeface="Helvetica Light"/>
              </a:rPr>
              <a:t>with</a:t>
            </a:r>
            <a:r>
              <a:rPr sz="2400" spc="-45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a</a:t>
            </a:r>
            <a:r>
              <a:rPr sz="2400" spc="-40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single</a:t>
            </a:r>
            <a:r>
              <a:rPr sz="2400" spc="-40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constraint</a:t>
            </a:r>
            <a:endParaRPr sz="2400">
              <a:latin typeface="Helvetica Light"/>
              <a:cs typeface="Helvetica Ligh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530795" y="2249931"/>
            <a:ext cx="388492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How</a:t>
            </a:r>
            <a:r>
              <a:rPr sz="2800" b="0" spc="-5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do</a:t>
            </a:r>
            <a:r>
              <a:rPr sz="2800" b="0" spc="-5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you</a:t>
            </a:r>
            <a:r>
              <a:rPr sz="2800" b="0" spc="-5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dirty="0">
                <a:solidFill>
                  <a:srgbClr val="000000"/>
                </a:solidFill>
                <a:latin typeface="Helvetica Light"/>
                <a:cs typeface="Helvetica Light"/>
              </a:rPr>
              <a:t>compute</a:t>
            </a:r>
            <a:r>
              <a:rPr sz="2800" b="0" spc="-5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800" b="0" spc="-50" dirty="0">
                <a:solidFill>
                  <a:srgbClr val="000000"/>
                </a:solidFill>
                <a:latin typeface="Helvetica Light"/>
                <a:cs typeface="Helvetica Light"/>
              </a:rPr>
              <a:t>…</a:t>
            </a:r>
            <a:endParaRPr sz="2800">
              <a:latin typeface="Helvetica Light"/>
              <a:cs typeface="Helvetica Ligh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997253" y="3176927"/>
            <a:ext cx="3460750" cy="2364740"/>
          </a:xfrm>
          <a:custGeom>
            <a:avLst/>
            <a:gdLst/>
            <a:ahLst/>
            <a:cxnLst/>
            <a:rect l="l" t="t" r="r" b="b"/>
            <a:pathLst>
              <a:path w="3460750" h="2364740">
                <a:moveTo>
                  <a:pt x="0" y="122605"/>
                </a:moveTo>
                <a:lnTo>
                  <a:pt x="9634" y="74881"/>
                </a:lnTo>
                <a:lnTo>
                  <a:pt x="35910" y="35910"/>
                </a:lnTo>
                <a:lnTo>
                  <a:pt x="74881" y="9634"/>
                </a:lnTo>
                <a:lnTo>
                  <a:pt x="122605" y="0"/>
                </a:lnTo>
                <a:lnTo>
                  <a:pt x="3337699" y="0"/>
                </a:lnTo>
                <a:lnTo>
                  <a:pt x="3385422" y="9634"/>
                </a:lnTo>
                <a:lnTo>
                  <a:pt x="3424393" y="35910"/>
                </a:lnTo>
                <a:lnTo>
                  <a:pt x="3450669" y="74881"/>
                </a:lnTo>
                <a:lnTo>
                  <a:pt x="3460304" y="122605"/>
                </a:lnTo>
                <a:lnTo>
                  <a:pt x="3460304" y="2242027"/>
                </a:lnTo>
                <a:lnTo>
                  <a:pt x="3450669" y="2289750"/>
                </a:lnTo>
                <a:lnTo>
                  <a:pt x="3424393" y="2328721"/>
                </a:lnTo>
                <a:lnTo>
                  <a:pt x="3385422" y="2354997"/>
                </a:lnTo>
                <a:lnTo>
                  <a:pt x="3337699" y="2364632"/>
                </a:lnTo>
                <a:lnTo>
                  <a:pt x="122605" y="2364632"/>
                </a:lnTo>
                <a:lnTo>
                  <a:pt x="74881" y="2354997"/>
                </a:lnTo>
                <a:lnTo>
                  <a:pt x="35910" y="2328721"/>
                </a:lnTo>
                <a:lnTo>
                  <a:pt x="9634" y="2289750"/>
                </a:lnTo>
                <a:lnTo>
                  <a:pt x="0" y="2242027"/>
                </a:lnTo>
                <a:lnTo>
                  <a:pt x="0" y="122605"/>
                </a:lnTo>
                <a:close/>
              </a:path>
            </a:pathLst>
          </a:custGeom>
          <a:ln w="25400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9081962" y="4913884"/>
            <a:ext cx="32918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Helvetica"/>
                <a:cs typeface="Helvetica"/>
              </a:rPr>
              <a:t>temporal</a:t>
            </a:r>
            <a:r>
              <a:rPr sz="2800" b="1" spc="-125" dirty="0">
                <a:latin typeface="Helvetica"/>
                <a:cs typeface="Helvetica"/>
              </a:rPr>
              <a:t> </a:t>
            </a:r>
            <a:r>
              <a:rPr sz="2800" b="1" spc="-10" dirty="0">
                <a:latin typeface="Helvetica"/>
                <a:cs typeface="Helvetica"/>
              </a:rPr>
              <a:t>derivative</a:t>
            </a:r>
            <a:endParaRPr sz="2800">
              <a:latin typeface="Helvetica"/>
              <a:cs typeface="Helvetic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965406" y="3634128"/>
            <a:ext cx="1524001" cy="977900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9611878" y="5851652"/>
            <a:ext cx="25158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Helvetica Light"/>
                <a:cs typeface="Helvetica Light"/>
              </a:rPr>
              <a:t>frame</a:t>
            </a:r>
            <a:r>
              <a:rPr sz="2400" spc="-60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differencing</a:t>
            </a:r>
            <a:endParaRPr sz="2400">
              <a:latin typeface="Helvetica Light"/>
              <a:cs typeface="Helvetica Ligh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31971" y="4157131"/>
            <a:ext cx="5730240" cy="1235075"/>
            <a:chOff x="831971" y="4157131"/>
            <a:chExt cx="5730240" cy="12350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2406" y="4530906"/>
              <a:ext cx="4910775" cy="61814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63721" y="4188881"/>
              <a:ext cx="5666740" cy="1171575"/>
            </a:xfrm>
            <a:custGeom>
              <a:avLst/>
              <a:gdLst/>
              <a:ahLst/>
              <a:cxnLst/>
              <a:rect l="l" t="t" r="r" b="b"/>
              <a:pathLst>
                <a:path w="5666740" h="1171575">
                  <a:moveTo>
                    <a:pt x="0" y="0"/>
                  </a:moveTo>
                  <a:lnTo>
                    <a:pt x="5666484" y="0"/>
                  </a:lnTo>
                  <a:lnTo>
                    <a:pt x="5666484" y="1171297"/>
                  </a:lnTo>
                  <a:lnTo>
                    <a:pt x="0" y="1171297"/>
                  </a:lnTo>
                  <a:lnTo>
                    <a:pt x="0" y="0"/>
                  </a:lnTo>
                  <a:close/>
                </a:path>
              </a:pathLst>
            </a:custGeom>
            <a:ln w="635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332712" y="2612555"/>
            <a:ext cx="4601210" cy="4624705"/>
            <a:chOff x="7332712" y="2612555"/>
            <a:chExt cx="4601210" cy="4624705"/>
          </a:xfrm>
        </p:grpSpPr>
        <p:sp>
          <p:nvSpPr>
            <p:cNvPr id="6" name="object 6"/>
            <p:cNvSpPr/>
            <p:nvPr/>
          </p:nvSpPr>
          <p:spPr>
            <a:xfrm>
              <a:off x="7924571" y="3094519"/>
              <a:ext cx="4009390" cy="3550920"/>
            </a:xfrm>
            <a:custGeom>
              <a:avLst/>
              <a:gdLst/>
              <a:ahLst/>
              <a:cxnLst/>
              <a:rect l="l" t="t" r="r" b="b"/>
              <a:pathLst>
                <a:path w="4009390" h="3550920">
                  <a:moveTo>
                    <a:pt x="4009059" y="3512769"/>
                  </a:moveTo>
                  <a:lnTo>
                    <a:pt x="3983659" y="3500069"/>
                  </a:lnTo>
                  <a:lnTo>
                    <a:pt x="3932859" y="3474669"/>
                  </a:lnTo>
                  <a:lnTo>
                    <a:pt x="3932859" y="3500069"/>
                  </a:lnTo>
                  <a:lnTo>
                    <a:pt x="50800" y="3500069"/>
                  </a:lnTo>
                  <a:lnTo>
                    <a:pt x="50800" y="76200"/>
                  </a:lnTo>
                  <a:lnTo>
                    <a:pt x="76200" y="76200"/>
                  </a:lnTo>
                  <a:lnTo>
                    <a:pt x="69850" y="63474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5400" y="76200"/>
                  </a:lnTo>
                  <a:lnTo>
                    <a:pt x="25400" y="3512769"/>
                  </a:lnTo>
                  <a:lnTo>
                    <a:pt x="38100" y="3512769"/>
                  </a:lnTo>
                  <a:lnTo>
                    <a:pt x="38100" y="3525469"/>
                  </a:lnTo>
                  <a:lnTo>
                    <a:pt x="3932859" y="3525469"/>
                  </a:lnTo>
                  <a:lnTo>
                    <a:pt x="3932859" y="3550869"/>
                  </a:lnTo>
                  <a:lnTo>
                    <a:pt x="3983659" y="3525469"/>
                  </a:lnTo>
                  <a:lnTo>
                    <a:pt x="4009059" y="35127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351762" y="3552696"/>
              <a:ext cx="3618229" cy="3665854"/>
            </a:xfrm>
            <a:custGeom>
              <a:avLst/>
              <a:gdLst/>
              <a:ahLst/>
              <a:cxnLst/>
              <a:rect l="l" t="t" r="r" b="b"/>
              <a:pathLst>
                <a:path w="3618229" h="3665854">
                  <a:moveTo>
                    <a:pt x="0" y="0"/>
                  </a:moveTo>
                  <a:lnTo>
                    <a:pt x="3617772" y="3665500"/>
                  </a:lnTo>
                </a:path>
              </a:pathLst>
            </a:custGeom>
            <a:ln w="38100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18620" y="2612555"/>
              <a:ext cx="488119" cy="537982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005454" y="6338289"/>
            <a:ext cx="440882" cy="537982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87322" rIns="0" bIns="0" rtlCol="0">
            <a:spAutoFit/>
          </a:bodyPr>
          <a:lstStyle/>
          <a:p>
            <a:pPr marL="340995">
              <a:lnSpc>
                <a:spcPct val="100000"/>
              </a:lnSpc>
              <a:spcBef>
                <a:spcPts val="100"/>
              </a:spcBef>
            </a:pP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Solution</a:t>
            </a:r>
            <a:r>
              <a:rPr b="0" spc="-3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lies</a:t>
            </a:r>
            <a:r>
              <a:rPr b="0" spc="-3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on</a:t>
            </a:r>
            <a:r>
              <a:rPr b="0" spc="-3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a</a:t>
            </a:r>
            <a:r>
              <a:rPr b="0" spc="-3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straight</a:t>
            </a:r>
            <a:r>
              <a:rPr b="0" spc="-3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spc="-20" dirty="0">
                <a:solidFill>
                  <a:srgbClr val="000000"/>
                </a:solidFill>
                <a:latin typeface="Helvetica Light"/>
                <a:cs typeface="Helvetica Light"/>
              </a:rPr>
              <a:t>line</a:t>
            </a: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17716" y="1757099"/>
            <a:ext cx="6227029" cy="298967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489750" y="7616443"/>
            <a:ext cx="993203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6700" marR="5080" indent="-15240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Helvetica Light"/>
                <a:cs typeface="Helvetica Light"/>
              </a:rPr>
              <a:t>The</a:t>
            </a:r>
            <a:r>
              <a:rPr sz="3600" spc="-6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solution</a:t>
            </a:r>
            <a:r>
              <a:rPr sz="3600" spc="-5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cannot</a:t>
            </a:r>
            <a:r>
              <a:rPr sz="3600" spc="-5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be</a:t>
            </a:r>
            <a:r>
              <a:rPr sz="3600" spc="-5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determined</a:t>
            </a:r>
            <a:r>
              <a:rPr sz="3600" spc="-5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uniquely</a:t>
            </a:r>
            <a:r>
              <a:rPr sz="3600" spc="-50" dirty="0">
                <a:latin typeface="Helvetica Light"/>
                <a:cs typeface="Helvetica Light"/>
              </a:rPr>
              <a:t> </a:t>
            </a:r>
            <a:r>
              <a:rPr sz="3600" spc="-20" dirty="0">
                <a:latin typeface="Helvetica Light"/>
                <a:cs typeface="Helvetica Light"/>
              </a:rPr>
              <a:t>with </a:t>
            </a:r>
            <a:r>
              <a:rPr sz="3600" dirty="0">
                <a:latin typeface="Helvetica Light"/>
                <a:cs typeface="Helvetica Light"/>
              </a:rPr>
              <a:t>a</a:t>
            </a:r>
            <a:r>
              <a:rPr sz="3600" spc="-4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single</a:t>
            </a:r>
            <a:r>
              <a:rPr sz="3600" spc="-4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constraint</a:t>
            </a:r>
            <a:r>
              <a:rPr sz="3600" spc="-4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(a</a:t>
            </a:r>
            <a:r>
              <a:rPr sz="3600" spc="-4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single</a:t>
            </a:r>
            <a:r>
              <a:rPr sz="3600" spc="-40" dirty="0">
                <a:latin typeface="Helvetica Light"/>
                <a:cs typeface="Helvetica Light"/>
              </a:rPr>
              <a:t> </a:t>
            </a:r>
            <a:r>
              <a:rPr sz="3600" spc="-10" dirty="0">
                <a:latin typeface="Helvetica Light"/>
                <a:cs typeface="Helvetica Light"/>
              </a:rPr>
              <a:t>pixel)</a:t>
            </a:r>
            <a:endParaRPr sz="3600">
              <a:latin typeface="Helvetica Light"/>
              <a:cs typeface="Helvetica Ligh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9125" y="5564123"/>
            <a:ext cx="60356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Helvetica Light"/>
                <a:cs typeface="Helvetica Light"/>
              </a:rPr>
              <a:t>many</a:t>
            </a:r>
            <a:r>
              <a:rPr sz="2000" spc="-40" dirty="0">
                <a:latin typeface="Helvetica Light"/>
                <a:cs typeface="Helvetica Light"/>
              </a:rPr>
              <a:t> </a:t>
            </a:r>
            <a:r>
              <a:rPr sz="2000" dirty="0">
                <a:latin typeface="Helvetica Light"/>
                <a:cs typeface="Helvetica Light"/>
              </a:rPr>
              <a:t>combinations</a:t>
            </a:r>
            <a:r>
              <a:rPr sz="2000" spc="-40" dirty="0">
                <a:latin typeface="Helvetica Light"/>
                <a:cs typeface="Helvetica Light"/>
              </a:rPr>
              <a:t> </a:t>
            </a:r>
            <a:r>
              <a:rPr sz="2000" dirty="0">
                <a:latin typeface="Helvetica Light"/>
                <a:cs typeface="Helvetica Light"/>
              </a:rPr>
              <a:t>of</a:t>
            </a:r>
            <a:r>
              <a:rPr sz="2000" spc="-45" dirty="0">
                <a:latin typeface="Helvetica Light"/>
                <a:cs typeface="Helvetica Light"/>
              </a:rPr>
              <a:t> </a:t>
            </a:r>
            <a:r>
              <a:rPr sz="2000" dirty="0">
                <a:latin typeface="Helvetica Light"/>
                <a:cs typeface="Helvetica Light"/>
              </a:rPr>
              <a:t>u</a:t>
            </a:r>
            <a:r>
              <a:rPr sz="2000" spc="-40" dirty="0">
                <a:latin typeface="Helvetica Light"/>
                <a:cs typeface="Helvetica Light"/>
              </a:rPr>
              <a:t> </a:t>
            </a:r>
            <a:r>
              <a:rPr sz="2000" dirty="0">
                <a:latin typeface="Helvetica Light"/>
                <a:cs typeface="Helvetica Light"/>
              </a:rPr>
              <a:t>and</a:t>
            </a:r>
            <a:r>
              <a:rPr sz="2000" spc="-35" dirty="0">
                <a:latin typeface="Helvetica Light"/>
                <a:cs typeface="Helvetica Light"/>
              </a:rPr>
              <a:t> </a:t>
            </a:r>
            <a:r>
              <a:rPr sz="2000" dirty="0">
                <a:latin typeface="Helvetica Light"/>
                <a:cs typeface="Helvetica Light"/>
              </a:rPr>
              <a:t>v</a:t>
            </a:r>
            <a:r>
              <a:rPr sz="2000" spc="-40" dirty="0">
                <a:latin typeface="Helvetica Light"/>
                <a:cs typeface="Helvetica Light"/>
              </a:rPr>
              <a:t> </a:t>
            </a:r>
            <a:r>
              <a:rPr sz="2000" dirty="0">
                <a:latin typeface="Helvetica Light"/>
                <a:cs typeface="Helvetica Light"/>
              </a:rPr>
              <a:t>will</a:t>
            </a:r>
            <a:r>
              <a:rPr sz="2000" spc="-30" dirty="0">
                <a:latin typeface="Helvetica Light"/>
                <a:cs typeface="Helvetica Light"/>
              </a:rPr>
              <a:t> </a:t>
            </a:r>
            <a:r>
              <a:rPr sz="2000" dirty="0">
                <a:latin typeface="Helvetica Light"/>
                <a:cs typeface="Helvetica Light"/>
              </a:rPr>
              <a:t>satisfy</a:t>
            </a:r>
            <a:r>
              <a:rPr sz="2000" spc="-40" dirty="0">
                <a:latin typeface="Helvetica Light"/>
                <a:cs typeface="Helvetica Light"/>
              </a:rPr>
              <a:t> </a:t>
            </a:r>
            <a:r>
              <a:rPr sz="2000" dirty="0">
                <a:latin typeface="Helvetica Light"/>
                <a:cs typeface="Helvetica Light"/>
              </a:rPr>
              <a:t>the</a:t>
            </a:r>
            <a:r>
              <a:rPr sz="2000" spc="-40" dirty="0">
                <a:latin typeface="Helvetica Light"/>
                <a:cs typeface="Helvetica Light"/>
              </a:rPr>
              <a:t> </a:t>
            </a:r>
            <a:r>
              <a:rPr sz="2000" spc="-10" dirty="0">
                <a:latin typeface="Helvetica Light"/>
                <a:cs typeface="Helvetica Light"/>
              </a:rPr>
              <a:t>equality</a:t>
            </a:r>
            <a:endParaRPr sz="2000">
              <a:latin typeface="Helvetica Light"/>
              <a:cs typeface="Helvetica Ligh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99941" y="2079533"/>
            <a:ext cx="9141004" cy="5610650"/>
            <a:chOff x="1999941" y="2079533"/>
            <a:chExt cx="9141004" cy="56106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99941" y="3949914"/>
              <a:ext cx="9141004" cy="115061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17742" y="5151398"/>
              <a:ext cx="3839362" cy="253878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65482" y="5057252"/>
              <a:ext cx="1628659" cy="229771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38635" y="5217350"/>
              <a:ext cx="1150252" cy="195498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74289" y="2079533"/>
              <a:ext cx="1623987" cy="181992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31429" y="2223657"/>
              <a:ext cx="1366846" cy="167580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74289" y="2079533"/>
              <a:ext cx="1366845" cy="167580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62430" y="2320593"/>
              <a:ext cx="256388" cy="153278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931611" y="2320593"/>
              <a:ext cx="787207" cy="162846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31611" y="2408962"/>
              <a:ext cx="256388" cy="154009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51496" y="3844849"/>
              <a:ext cx="1197132" cy="136384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023051" y="3825984"/>
              <a:ext cx="965749" cy="1270632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690342" y="7442707"/>
            <a:ext cx="11761470" cy="1741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1180" algn="ctr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latin typeface="Helvetica"/>
                <a:cs typeface="Helvetica"/>
              </a:rPr>
              <a:t>known</a:t>
            </a:r>
            <a:endParaRPr sz="3600" dirty="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3600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4584700" algn="l"/>
              </a:tabLst>
            </a:pP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We need at least </a:t>
            </a:r>
            <a:r>
              <a:rPr sz="3600" i="1" u="sng" dirty="0">
                <a:solidFill>
                  <a:srgbClr val="0365C0"/>
                </a:solidFill>
                <a:uFill>
                  <a:solidFill>
                    <a:srgbClr val="0264BF"/>
                  </a:solidFill>
                </a:uFill>
                <a:latin typeface="Helvetica"/>
                <a:cs typeface="Helvetica"/>
              </a:rPr>
              <a:t>	</a:t>
            </a:r>
            <a:r>
              <a:rPr sz="3600" i="1" spc="-2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equations</a:t>
            </a:r>
            <a:r>
              <a:rPr sz="3600" i="1" spc="-2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to</a:t>
            </a:r>
            <a:r>
              <a:rPr sz="3600" i="1" spc="-2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solve</a:t>
            </a:r>
            <a:r>
              <a:rPr sz="3600" i="1" spc="-2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for</a:t>
            </a:r>
            <a:r>
              <a:rPr sz="3600" i="1" spc="-1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2</a:t>
            </a:r>
            <a:r>
              <a:rPr sz="3600" i="1" spc="-2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unknowns.</a:t>
            </a:r>
            <a:endParaRPr sz="3600" dirty="0">
              <a:latin typeface="Helvetica"/>
              <a:cs typeface="Helvetic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89203" rIns="0" bIns="0" rtlCol="0">
            <a:spAutoFit/>
          </a:bodyPr>
          <a:lstStyle/>
          <a:p>
            <a:pPr marL="4244975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00882B"/>
                </a:solidFill>
              </a:rPr>
              <a:t>unknown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99941" y="2079533"/>
            <a:ext cx="9141004" cy="5610650"/>
            <a:chOff x="1999941" y="2079533"/>
            <a:chExt cx="9141004" cy="56106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99941" y="3949914"/>
              <a:ext cx="9141004" cy="115061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17742" y="5151398"/>
              <a:ext cx="3839362" cy="253878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65482" y="5057252"/>
              <a:ext cx="1628659" cy="229771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38635" y="5217350"/>
              <a:ext cx="1150252" cy="195498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74289" y="2079533"/>
              <a:ext cx="1623987" cy="181992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31429" y="2223657"/>
              <a:ext cx="1366846" cy="167580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74289" y="2079533"/>
              <a:ext cx="1366845" cy="167580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62430" y="2320593"/>
              <a:ext cx="256388" cy="153278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931611" y="2320593"/>
              <a:ext cx="787207" cy="162846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31611" y="2408962"/>
              <a:ext cx="256388" cy="154009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51496" y="3844849"/>
              <a:ext cx="1197132" cy="136384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023051" y="3825984"/>
              <a:ext cx="965749" cy="1270632"/>
            </a:xfrm>
            <a:prstGeom prst="rect">
              <a:avLst/>
            </a:prstGeom>
          </p:spPr>
        </p:pic>
      </p:grp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89203" rIns="0" bIns="0" rtlCol="0">
            <a:spAutoFit/>
          </a:bodyPr>
          <a:lstStyle/>
          <a:p>
            <a:pPr marL="4244975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00882B"/>
                </a:solidFill>
              </a:rPr>
              <a:t>unknown</a:t>
            </a:r>
          </a:p>
        </p:txBody>
      </p:sp>
      <p:sp>
        <p:nvSpPr>
          <p:cNvPr id="5" name="object 21">
            <a:extLst>
              <a:ext uri="{FF2B5EF4-FFF2-40B4-BE49-F238E27FC236}">
                <a16:creationId xmlns:a16="http://schemas.microsoft.com/office/drawing/2014/main" id="{21A39E1B-8475-A3B0-E7C9-963BAC3FECDE}"/>
              </a:ext>
            </a:extLst>
          </p:cNvPr>
          <p:cNvSpPr txBox="1"/>
          <p:nvPr/>
        </p:nvSpPr>
        <p:spPr>
          <a:xfrm>
            <a:off x="1744442" y="7442707"/>
            <a:ext cx="9653270" cy="1741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269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latin typeface="Helvetica"/>
                <a:cs typeface="Helvetica"/>
              </a:rPr>
              <a:t>known</a:t>
            </a:r>
            <a:endParaRPr sz="3600" dirty="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3600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Where</a:t>
            </a:r>
            <a:r>
              <a:rPr sz="3600" i="1" spc="-3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do</a:t>
            </a:r>
            <a:r>
              <a:rPr sz="3600" i="1" spc="-3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we</a:t>
            </a:r>
            <a:r>
              <a:rPr sz="3600" i="1" spc="-3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get</a:t>
            </a:r>
            <a:r>
              <a:rPr sz="3600" i="1" spc="-3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more</a:t>
            </a:r>
            <a:r>
              <a:rPr sz="3600" i="1" spc="-3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equations</a:t>
            </a:r>
            <a:r>
              <a:rPr sz="3600" i="1" spc="-3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spc="-10" dirty="0">
                <a:solidFill>
                  <a:srgbClr val="0365C0"/>
                </a:solidFill>
                <a:latin typeface="Helvetica"/>
                <a:cs typeface="Helvetica"/>
              </a:rPr>
              <a:t>(constraints)?</a:t>
            </a:r>
            <a:endParaRPr sz="360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49180156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1537" y="4177284"/>
            <a:ext cx="618172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0" b="0" dirty="0">
                <a:solidFill>
                  <a:srgbClr val="000000"/>
                </a:solidFill>
                <a:latin typeface="Helvetica Light"/>
                <a:cs typeface="Helvetica Light"/>
              </a:rPr>
              <a:t>Constant</a:t>
            </a:r>
            <a:r>
              <a:rPr sz="8000" b="0" spc="-27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8000" b="0" spc="-20" dirty="0">
                <a:solidFill>
                  <a:srgbClr val="000000"/>
                </a:solidFill>
                <a:latin typeface="Helvetica Light"/>
                <a:cs typeface="Helvetica Light"/>
              </a:rPr>
              <a:t>flow</a:t>
            </a:r>
            <a:endParaRPr sz="8000">
              <a:latin typeface="Helvetica Light"/>
              <a:cs typeface="Helvetica Light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9941" y="3949914"/>
            <a:ext cx="9141004" cy="115061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879558" y="1822195"/>
            <a:ext cx="96532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Where</a:t>
            </a:r>
            <a:r>
              <a:rPr sz="3600" i="1" spc="-3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do</a:t>
            </a:r>
            <a:r>
              <a:rPr sz="3600" i="1" spc="-3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we</a:t>
            </a:r>
            <a:r>
              <a:rPr sz="3600" i="1" spc="-3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get</a:t>
            </a:r>
            <a:r>
              <a:rPr sz="3600" i="1" spc="-3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more</a:t>
            </a:r>
            <a:r>
              <a:rPr sz="3600" i="1" spc="-3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equations</a:t>
            </a:r>
            <a:r>
              <a:rPr sz="3600" i="1" spc="-3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spc="-10" dirty="0">
                <a:solidFill>
                  <a:srgbClr val="0365C0"/>
                </a:solidFill>
                <a:latin typeface="Helvetica"/>
                <a:cs typeface="Helvetica"/>
              </a:rPr>
              <a:t>(constraints)?</a:t>
            </a:r>
            <a:endParaRPr sz="3600">
              <a:latin typeface="Helvetica"/>
              <a:cs typeface="Helvetic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453765" marR="5080" indent="-3441700">
              <a:lnSpc>
                <a:spcPts val="4300"/>
              </a:lnSpc>
              <a:spcBef>
                <a:spcPts val="215"/>
              </a:spcBef>
            </a:pPr>
            <a:r>
              <a:rPr sz="3600" dirty="0"/>
              <a:t>Assume</a:t>
            </a:r>
            <a:r>
              <a:rPr sz="3600" spc="-40" dirty="0"/>
              <a:t> </a:t>
            </a:r>
            <a:r>
              <a:rPr sz="3600" dirty="0"/>
              <a:t>that</a:t>
            </a:r>
            <a:r>
              <a:rPr sz="3600" spc="-40" dirty="0"/>
              <a:t> </a:t>
            </a:r>
            <a:r>
              <a:rPr sz="3600" dirty="0"/>
              <a:t>the</a:t>
            </a:r>
            <a:r>
              <a:rPr sz="3600" spc="-40" dirty="0"/>
              <a:t> </a:t>
            </a:r>
            <a:r>
              <a:rPr sz="3600" dirty="0"/>
              <a:t>surrounding</a:t>
            </a:r>
            <a:r>
              <a:rPr sz="3600" spc="-40" dirty="0"/>
              <a:t> </a:t>
            </a:r>
            <a:r>
              <a:rPr sz="3600" dirty="0"/>
              <a:t>patch</a:t>
            </a:r>
            <a:r>
              <a:rPr sz="3600" spc="-40" dirty="0"/>
              <a:t> </a:t>
            </a:r>
            <a:r>
              <a:rPr sz="3600" dirty="0"/>
              <a:t>(say</a:t>
            </a:r>
            <a:r>
              <a:rPr sz="3600" spc="-40" dirty="0"/>
              <a:t> </a:t>
            </a:r>
            <a:r>
              <a:rPr sz="3600" dirty="0"/>
              <a:t>5x5)</a:t>
            </a:r>
            <a:r>
              <a:rPr sz="3600" spc="-35" dirty="0"/>
              <a:t> </a:t>
            </a:r>
            <a:r>
              <a:rPr sz="3600" spc="-25" dirty="0"/>
              <a:t>has </a:t>
            </a:r>
            <a:r>
              <a:rPr sz="3600" dirty="0"/>
              <a:t>‘</a:t>
            </a:r>
            <a:r>
              <a:rPr sz="3600" b="1" dirty="0">
                <a:latin typeface="Helvetica"/>
                <a:cs typeface="Helvetica"/>
              </a:rPr>
              <a:t>constant</a:t>
            </a:r>
            <a:r>
              <a:rPr sz="3600" b="1" spc="-60" dirty="0">
                <a:latin typeface="Helvetica"/>
                <a:cs typeface="Helvetica"/>
              </a:rPr>
              <a:t> </a:t>
            </a:r>
            <a:r>
              <a:rPr sz="3600" b="1" spc="-10" dirty="0">
                <a:latin typeface="Helvetica"/>
                <a:cs typeface="Helvetica"/>
              </a:rPr>
              <a:t>flow’</a:t>
            </a:r>
            <a:endParaRPr sz="36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F4FBD-1B22-5431-030D-FBFD37790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77" y="213460"/>
            <a:ext cx="11804956" cy="553998"/>
          </a:xfrm>
        </p:spPr>
        <p:txBody>
          <a:bodyPr/>
          <a:lstStyle/>
          <a:p>
            <a:r>
              <a:rPr lang="en-US" dirty="0"/>
              <a:t>Let’s get some intuition…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2EE10-02E2-B2A0-3F5D-4E707BEB1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7399" y="7696201"/>
            <a:ext cx="11526229" cy="1292662"/>
          </a:xfrm>
        </p:spPr>
        <p:txBody>
          <a:bodyPr/>
          <a:lstStyle/>
          <a:p>
            <a:r>
              <a:rPr lang="en-US" dirty="0"/>
              <a:t>What can you tell me about Flash’s claw as it moves? Look at neighboring pixels…</a:t>
            </a:r>
          </a:p>
        </p:txBody>
      </p:sp>
      <p:pic>
        <p:nvPicPr>
          <p:cNvPr id="5" name="Online Media 4" descr="Flash The Sloth Laughing Scene - ZOOTOPIA (2016) Movie Clip">
            <a:hlinkClick r:id="" action="ppaction://media"/>
            <a:extLst>
              <a:ext uri="{FF2B5EF4-FFF2-40B4-BE49-F238E27FC236}">
                <a16:creationId xmlns:a16="http://schemas.microsoft.com/office/drawing/2014/main" id="{B4BD468F-D626-B535-3DB9-0DF597598A07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320800" y="1143000"/>
            <a:ext cx="10676092" cy="6031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720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1254" y="1247140"/>
            <a:ext cx="10135235" cy="2468880"/>
          </a:xfrm>
          <a:prstGeom prst="rect">
            <a:avLst/>
          </a:prstGeom>
        </p:spPr>
        <p:txBody>
          <a:bodyPr vert="horz" wrap="square" lIns="0" tIns="262255" rIns="0" bIns="0" rtlCol="0">
            <a:spAutoFit/>
          </a:bodyPr>
          <a:lstStyle/>
          <a:p>
            <a:pPr marL="686435">
              <a:lnSpc>
                <a:spcPct val="100000"/>
              </a:lnSpc>
              <a:spcBef>
                <a:spcPts val="2065"/>
              </a:spcBef>
            </a:pPr>
            <a:r>
              <a:rPr sz="2800" dirty="0">
                <a:latin typeface="Helvetica Light"/>
                <a:cs typeface="Helvetica Light"/>
              </a:rPr>
              <a:t>Flow</a:t>
            </a:r>
            <a:r>
              <a:rPr sz="2800" spc="-35" dirty="0">
                <a:latin typeface="Helvetica Light"/>
                <a:cs typeface="Helvetica Light"/>
              </a:rPr>
              <a:t> </a:t>
            </a:r>
            <a:r>
              <a:rPr sz="2800" dirty="0">
                <a:latin typeface="Helvetica Light"/>
                <a:cs typeface="Helvetica Light"/>
              </a:rPr>
              <a:t>is</a:t>
            </a:r>
            <a:r>
              <a:rPr sz="2800" spc="-40" dirty="0">
                <a:latin typeface="Helvetica Light"/>
                <a:cs typeface="Helvetica Light"/>
              </a:rPr>
              <a:t> </a:t>
            </a:r>
            <a:r>
              <a:rPr sz="2800" dirty="0">
                <a:latin typeface="Helvetica Light"/>
                <a:cs typeface="Helvetica Light"/>
              </a:rPr>
              <a:t>locally</a:t>
            </a:r>
            <a:r>
              <a:rPr sz="2800" spc="-40" dirty="0">
                <a:latin typeface="Helvetica Light"/>
                <a:cs typeface="Helvetica Light"/>
              </a:rPr>
              <a:t> </a:t>
            </a:r>
            <a:r>
              <a:rPr sz="2800" spc="-10" dirty="0">
                <a:latin typeface="Helvetica Light"/>
                <a:cs typeface="Helvetica Light"/>
              </a:rPr>
              <a:t>smooth</a:t>
            </a:r>
            <a:endParaRPr sz="2800">
              <a:latin typeface="Helvetica Light"/>
              <a:cs typeface="Helvetica Light"/>
            </a:endParaRPr>
          </a:p>
          <a:p>
            <a:pPr marL="683895">
              <a:lnSpc>
                <a:spcPct val="100000"/>
              </a:lnSpc>
              <a:spcBef>
                <a:spcPts val="1970"/>
              </a:spcBef>
            </a:pPr>
            <a:r>
              <a:rPr sz="2800" dirty="0">
                <a:latin typeface="Helvetica Light"/>
                <a:cs typeface="Helvetica Light"/>
              </a:rPr>
              <a:t>Neighboring</a:t>
            </a:r>
            <a:r>
              <a:rPr sz="2800" spc="-80" dirty="0">
                <a:latin typeface="Helvetica Light"/>
                <a:cs typeface="Helvetica Light"/>
              </a:rPr>
              <a:t> </a:t>
            </a:r>
            <a:r>
              <a:rPr sz="2800" dirty="0">
                <a:latin typeface="Helvetica Light"/>
                <a:cs typeface="Helvetica Light"/>
              </a:rPr>
              <a:t>pixels</a:t>
            </a:r>
            <a:r>
              <a:rPr sz="2800" spc="-80" dirty="0">
                <a:latin typeface="Helvetica Light"/>
                <a:cs typeface="Helvetica Light"/>
              </a:rPr>
              <a:t> </a:t>
            </a:r>
            <a:r>
              <a:rPr sz="2800" dirty="0">
                <a:latin typeface="Helvetica Light"/>
                <a:cs typeface="Helvetica Light"/>
              </a:rPr>
              <a:t>have</a:t>
            </a:r>
            <a:r>
              <a:rPr sz="2800" spc="-75" dirty="0">
                <a:latin typeface="Helvetica Light"/>
                <a:cs typeface="Helvetica Light"/>
              </a:rPr>
              <a:t> </a:t>
            </a:r>
            <a:r>
              <a:rPr sz="2800" dirty="0">
                <a:latin typeface="Helvetica Light"/>
                <a:cs typeface="Helvetica Light"/>
              </a:rPr>
              <a:t>same</a:t>
            </a:r>
            <a:r>
              <a:rPr sz="2800" spc="-70" dirty="0">
                <a:latin typeface="Helvetica Light"/>
                <a:cs typeface="Helvetica Light"/>
              </a:rPr>
              <a:t> </a:t>
            </a:r>
            <a:r>
              <a:rPr sz="2800" spc="-10" dirty="0">
                <a:latin typeface="Helvetica Light"/>
                <a:cs typeface="Helvetica Light"/>
              </a:rPr>
              <a:t>displacement</a:t>
            </a:r>
            <a:endParaRPr sz="2800">
              <a:latin typeface="Helvetica Light"/>
              <a:cs typeface="Helvetica Light"/>
            </a:endParaRPr>
          </a:p>
          <a:p>
            <a:pPr>
              <a:lnSpc>
                <a:spcPct val="100000"/>
              </a:lnSpc>
              <a:spcBef>
                <a:spcPts val="1465"/>
              </a:spcBef>
            </a:pPr>
            <a:endParaRPr sz="2800">
              <a:latin typeface="Helvetica Light"/>
              <a:cs typeface="Helvetica Light"/>
            </a:endParaRPr>
          </a:p>
          <a:p>
            <a:pPr marL="12700">
              <a:lnSpc>
                <a:spcPct val="100000"/>
              </a:lnSpc>
            </a:pPr>
            <a:r>
              <a:rPr sz="3600" dirty="0">
                <a:latin typeface="Helvetica Light"/>
                <a:cs typeface="Helvetica Light"/>
              </a:rPr>
              <a:t>Using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a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5</a:t>
            </a:r>
            <a:r>
              <a:rPr sz="3600" spc="-2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x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5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image</a:t>
            </a:r>
            <a:r>
              <a:rPr sz="3600" spc="-2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patch,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gives</a:t>
            </a:r>
            <a:r>
              <a:rPr sz="3600" spc="-2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us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25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spc="-10" dirty="0">
                <a:latin typeface="Helvetica Light"/>
                <a:cs typeface="Helvetica Light"/>
              </a:rPr>
              <a:t>equations</a:t>
            </a:r>
            <a:endParaRPr sz="3600">
              <a:latin typeface="Helvetica Light"/>
              <a:cs typeface="Helvetica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68284" y="691388"/>
            <a:ext cx="30727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000000"/>
                </a:solidFill>
              </a:rPr>
              <a:t>Assumptions: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1254" y="1247140"/>
            <a:ext cx="10135235" cy="2468880"/>
          </a:xfrm>
          <a:prstGeom prst="rect">
            <a:avLst/>
          </a:prstGeom>
        </p:spPr>
        <p:txBody>
          <a:bodyPr vert="horz" wrap="square" lIns="0" tIns="262255" rIns="0" bIns="0" rtlCol="0">
            <a:spAutoFit/>
          </a:bodyPr>
          <a:lstStyle/>
          <a:p>
            <a:pPr marL="686435">
              <a:lnSpc>
                <a:spcPct val="100000"/>
              </a:lnSpc>
              <a:spcBef>
                <a:spcPts val="2065"/>
              </a:spcBef>
            </a:pPr>
            <a:r>
              <a:rPr sz="2800" dirty="0">
                <a:latin typeface="Helvetica Light"/>
                <a:cs typeface="Helvetica Light"/>
              </a:rPr>
              <a:t>Flow</a:t>
            </a:r>
            <a:r>
              <a:rPr sz="2800" spc="-35" dirty="0">
                <a:latin typeface="Helvetica Light"/>
                <a:cs typeface="Helvetica Light"/>
              </a:rPr>
              <a:t> </a:t>
            </a:r>
            <a:r>
              <a:rPr sz="2800" dirty="0">
                <a:latin typeface="Helvetica Light"/>
                <a:cs typeface="Helvetica Light"/>
              </a:rPr>
              <a:t>is</a:t>
            </a:r>
            <a:r>
              <a:rPr sz="2800" spc="-40" dirty="0">
                <a:latin typeface="Helvetica Light"/>
                <a:cs typeface="Helvetica Light"/>
              </a:rPr>
              <a:t> </a:t>
            </a:r>
            <a:r>
              <a:rPr sz="2800" dirty="0">
                <a:latin typeface="Helvetica Light"/>
                <a:cs typeface="Helvetica Light"/>
              </a:rPr>
              <a:t>locally</a:t>
            </a:r>
            <a:r>
              <a:rPr sz="2800" spc="-40" dirty="0">
                <a:latin typeface="Helvetica Light"/>
                <a:cs typeface="Helvetica Light"/>
              </a:rPr>
              <a:t> </a:t>
            </a:r>
            <a:r>
              <a:rPr sz="2800" spc="-10" dirty="0">
                <a:latin typeface="Helvetica Light"/>
                <a:cs typeface="Helvetica Light"/>
              </a:rPr>
              <a:t>smooth</a:t>
            </a:r>
            <a:endParaRPr sz="2800">
              <a:latin typeface="Helvetica Light"/>
              <a:cs typeface="Helvetica Light"/>
            </a:endParaRPr>
          </a:p>
          <a:p>
            <a:pPr marL="683895">
              <a:lnSpc>
                <a:spcPct val="100000"/>
              </a:lnSpc>
              <a:spcBef>
                <a:spcPts val="1970"/>
              </a:spcBef>
            </a:pPr>
            <a:r>
              <a:rPr sz="2800" dirty="0">
                <a:latin typeface="Helvetica Light"/>
                <a:cs typeface="Helvetica Light"/>
              </a:rPr>
              <a:t>Neighboring</a:t>
            </a:r>
            <a:r>
              <a:rPr sz="2800" spc="-80" dirty="0">
                <a:latin typeface="Helvetica Light"/>
                <a:cs typeface="Helvetica Light"/>
              </a:rPr>
              <a:t> </a:t>
            </a:r>
            <a:r>
              <a:rPr sz="2800" dirty="0">
                <a:latin typeface="Helvetica Light"/>
                <a:cs typeface="Helvetica Light"/>
              </a:rPr>
              <a:t>pixels</a:t>
            </a:r>
            <a:r>
              <a:rPr sz="2800" spc="-80" dirty="0">
                <a:latin typeface="Helvetica Light"/>
                <a:cs typeface="Helvetica Light"/>
              </a:rPr>
              <a:t> </a:t>
            </a:r>
            <a:r>
              <a:rPr sz="2800" dirty="0">
                <a:latin typeface="Helvetica Light"/>
                <a:cs typeface="Helvetica Light"/>
              </a:rPr>
              <a:t>have</a:t>
            </a:r>
            <a:r>
              <a:rPr sz="2800" spc="-75" dirty="0">
                <a:latin typeface="Helvetica Light"/>
                <a:cs typeface="Helvetica Light"/>
              </a:rPr>
              <a:t> </a:t>
            </a:r>
            <a:r>
              <a:rPr sz="2800" dirty="0">
                <a:latin typeface="Helvetica Light"/>
                <a:cs typeface="Helvetica Light"/>
              </a:rPr>
              <a:t>same</a:t>
            </a:r>
            <a:r>
              <a:rPr sz="2800" spc="-70" dirty="0">
                <a:latin typeface="Helvetica Light"/>
                <a:cs typeface="Helvetica Light"/>
              </a:rPr>
              <a:t> </a:t>
            </a:r>
            <a:r>
              <a:rPr sz="2800" spc="-10" dirty="0">
                <a:latin typeface="Helvetica Light"/>
                <a:cs typeface="Helvetica Light"/>
              </a:rPr>
              <a:t>displacement</a:t>
            </a:r>
            <a:endParaRPr sz="2800">
              <a:latin typeface="Helvetica Light"/>
              <a:cs typeface="Helvetica Light"/>
            </a:endParaRPr>
          </a:p>
          <a:p>
            <a:pPr>
              <a:lnSpc>
                <a:spcPct val="100000"/>
              </a:lnSpc>
              <a:spcBef>
                <a:spcPts val="1465"/>
              </a:spcBef>
            </a:pPr>
            <a:endParaRPr sz="2800">
              <a:latin typeface="Helvetica Light"/>
              <a:cs typeface="Helvetica Light"/>
            </a:endParaRPr>
          </a:p>
          <a:p>
            <a:pPr marL="12700">
              <a:lnSpc>
                <a:spcPct val="100000"/>
              </a:lnSpc>
            </a:pPr>
            <a:r>
              <a:rPr sz="3600" dirty="0">
                <a:latin typeface="Helvetica Light"/>
                <a:cs typeface="Helvetica Light"/>
              </a:rPr>
              <a:t>Using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a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5</a:t>
            </a:r>
            <a:r>
              <a:rPr sz="3600" spc="-2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x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5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image</a:t>
            </a:r>
            <a:r>
              <a:rPr sz="3600" spc="-2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patch,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gives</a:t>
            </a:r>
            <a:r>
              <a:rPr sz="3600" spc="-2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us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25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spc="-10" dirty="0">
                <a:latin typeface="Helvetica Light"/>
                <a:cs typeface="Helvetica Light"/>
              </a:rPr>
              <a:t>equations</a:t>
            </a:r>
            <a:endParaRPr sz="3600">
              <a:latin typeface="Helvetica Light"/>
              <a:cs typeface="Helvetica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68284" y="691388"/>
            <a:ext cx="30727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000000"/>
                </a:solidFill>
              </a:rPr>
              <a:t>Assumptions: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9498" y="4666105"/>
            <a:ext cx="7256160" cy="3376336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6702" y="2940811"/>
            <a:ext cx="43694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Helvetica Light"/>
                <a:cs typeface="Helvetica Light"/>
              </a:rPr>
              <a:t>Equivalent</a:t>
            </a:r>
            <a:r>
              <a:rPr sz="3600" spc="-6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to</a:t>
            </a:r>
            <a:r>
              <a:rPr sz="3600" spc="-45" dirty="0">
                <a:latin typeface="Helvetica Light"/>
                <a:cs typeface="Helvetica Light"/>
              </a:rPr>
              <a:t> </a:t>
            </a:r>
            <a:r>
              <a:rPr sz="3600" spc="-10" dirty="0">
                <a:latin typeface="Helvetica Light"/>
                <a:cs typeface="Helvetica Light"/>
              </a:rPr>
              <a:t>solving:</a:t>
            </a:r>
            <a:endParaRPr sz="3600">
              <a:latin typeface="Helvetica Light"/>
              <a:cs typeface="Helvetica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8794" y="4838482"/>
            <a:ext cx="9474200" cy="172720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20028" y="7076947"/>
            <a:ext cx="10642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Helvetica Light"/>
                <a:cs typeface="Helvetica Light"/>
              </a:rPr>
              <a:t>where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the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summation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is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over</a:t>
            </a:r>
            <a:r>
              <a:rPr sz="3600" spc="-2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each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pixel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b="1" i="1" dirty="0">
                <a:latin typeface="Times New Roman"/>
                <a:cs typeface="Times New Roman"/>
              </a:rPr>
              <a:t>p</a:t>
            </a:r>
            <a:r>
              <a:rPr sz="3600" b="1" i="1" spc="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in</a:t>
            </a:r>
            <a:r>
              <a:rPr sz="3600" spc="-2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patch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b="1" i="1" spc="-50" dirty="0">
                <a:latin typeface="Times New Roman"/>
                <a:cs typeface="Times New Roman"/>
              </a:rPr>
              <a:t>P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65764" y="3806523"/>
            <a:ext cx="1244601" cy="5334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54847" y="3806523"/>
            <a:ext cx="1066801" cy="5334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90662" y="3838273"/>
            <a:ext cx="330671" cy="4699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44486" y="8210503"/>
            <a:ext cx="6165194" cy="928094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8794" y="4838482"/>
            <a:ext cx="9474200" cy="172720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620028" y="7076947"/>
            <a:ext cx="10642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Helvetica Light"/>
                <a:cs typeface="Helvetica Light"/>
              </a:rPr>
              <a:t>where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the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summation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is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over</a:t>
            </a:r>
            <a:r>
              <a:rPr sz="3600" spc="-2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each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pixel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b="1" i="1" dirty="0">
                <a:latin typeface="Times New Roman"/>
                <a:cs typeface="Times New Roman"/>
              </a:rPr>
              <a:t>p</a:t>
            </a:r>
            <a:r>
              <a:rPr sz="3600" b="1" i="1" spc="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in</a:t>
            </a:r>
            <a:r>
              <a:rPr sz="3600" spc="-2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patch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b="1" i="1" spc="-50" dirty="0">
                <a:latin typeface="Times New Roman"/>
                <a:cs typeface="Times New Roman"/>
              </a:rPr>
              <a:t>P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65764" y="3806523"/>
            <a:ext cx="1244601" cy="5334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54847" y="3806523"/>
            <a:ext cx="1066801" cy="5334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90662" y="3838273"/>
            <a:ext cx="330671" cy="46990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39725" y="8344916"/>
            <a:ext cx="12325350" cy="760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Helvetica Light"/>
                <a:cs typeface="Helvetica Light"/>
              </a:rPr>
              <a:t>Sometimes</a:t>
            </a:r>
            <a:r>
              <a:rPr sz="2400" spc="-65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called</a:t>
            </a:r>
            <a:r>
              <a:rPr sz="2400" spc="-60" dirty="0">
                <a:latin typeface="Helvetica Light"/>
                <a:cs typeface="Helvetica Light"/>
              </a:rPr>
              <a:t> </a:t>
            </a:r>
            <a:r>
              <a:rPr sz="2400" spc="-20" dirty="0">
                <a:latin typeface="Helvetica Light"/>
                <a:cs typeface="Helvetica Light"/>
              </a:rPr>
              <a:t>‘Lucas-</a:t>
            </a:r>
            <a:r>
              <a:rPr sz="2400" dirty="0">
                <a:latin typeface="Helvetica Light"/>
                <a:cs typeface="Helvetica Light"/>
              </a:rPr>
              <a:t>Kanade</a:t>
            </a:r>
            <a:r>
              <a:rPr sz="2400" spc="-65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Optical</a:t>
            </a:r>
            <a:r>
              <a:rPr sz="2400" spc="-60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Flow’</a:t>
            </a:r>
            <a:endParaRPr sz="2400">
              <a:latin typeface="Helvetica Light"/>
              <a:cs typeface="Helvetica Light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2400" dirty="0">
                <a:latin typeface="Helvetica Light"/>
                <a:cs typeface="Helvetica Light"/>
              </a:rPr>
              <a:t>(can</a:t>
            </a:r>
            <a:r>
              <a:rPr sz="2400" spc="-50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be</a:t>
            </a:r>
            <a:r>
              <a:rPr sz="2400" spc="-45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interpreted</a:t>
            </a:r>
            <a:r>
              <a:rPr sz="2400" spc="-50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to</a:t>
            </a:r>
            <a:r>
              <a:rPr sz="2400" spc="-45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be</a:t>
            </a:r>
            <a:r>
              <a:rPr sz="2400" spc="-50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a</a:t>
            </a:r>
            <a:r>
              <a:rPr sz="2400" spc="-45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special</a:t>
            </a:r>
            <a:r>
              <a:rPr sz="2400" spc="-40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case</a:t>
            </a:r>
            <a:r>
              <a:rPr sz="2400" spc="-45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of</a:t>
            </a:r>
            <a:r>
              <a:rPr sz="2400" spc="-55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the</a:t>
            </a:r>
            <a:r>
              <a:rPr sz="2400" spc="-45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LK</a:t>
            </a:r>
            <a:r>
              <a:rPr sz="2400" spc="-50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method</a:t>
            </a:r>
            <a:r>
              <a:rPr sz="2400" spc="-50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with</a:t>
            </a:r>
            <a:r>
              <a:rPr sz="2400" spc="-45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a</a:t>
            </a:r>
            <a:r>
              <a:rPr sz="2400" spc="-50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translational</a:t>
            </a:r>
            <a:r>
              <a:rPr sz="2400" spc="-40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warp</a:t>
            </a:r>
            <a:r>
              <a:rPr sz="2400" spc="-50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model)</a:t>
            </a:r>
            <a:endParaRPr sz="2400">
              <a:latin typeface="Helvetica Light"/>
              <a:cs typeface="Helvetica Ligh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96702" y="2940811"/>
            <a:ext cx="43694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Equivalent</a:t>
            </a:r>
            <a:r>
              <a:rPr b="0" spc="-6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to</a:t>
            </a:r>
            <a:r>
              <a:rPr b="0" spc="-4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solving: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7354" y="2237674"/>
            <a:ext cx="3970092" cy="61798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4530" rIns="0" bIns="0" rtlCol="0">
            <a:spAutoFit/>
          </a:bodyPr>
          <a:lstStyle/>
          <a:p>
            <a:pPr marL="3701415">
              <a:lnSpc>
                <a:spcPct val="100000"/>
              </a:lnSpc>
              <a:spcBef>
                <a:spcPts val="100"/>
              </a:spcBef>
            </a:pP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When</a:t>
            </a:r>
            <a:r>
              <a:rPr b="0" spc="-2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is</a:t>
            </a:r>
            <a:r>
              <a:rPr b="0" spc="-2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this</a:t>
            </a:r>
            <a:r>
              <a:rPr b="0" spc="-2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solvable?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7354" y="2237674"/>
            <a:ext cx="3970092" cy="61798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4530" rIns="0" bIns="0" rtlCol="0">
            <a:spAutoFit/>
          </a:bodyPr>
          <a:lstStyle/>
          <a:p>
            <a:pPr marL="3701415">
              <a:lnSpc>
                <a:spcPct val="100000"/>
              </a:lnSpc>
              <a:spcBef>
                <a:spcPts val="100"/>
              </a:spcBef>
            </a:pP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When</a:t>
            </a:r>
            <a:r>
              <a:rPr b="0" spc="-2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is</a:t>
            </a:r>
            <a:r>
              <a:rPr b="0" spc="-2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this</a:t>
            </a:r>
            <a:r>
              <a:rPr b="0" spc="-2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solvable?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42043" y="4096003"/>
            <a:ext cx="7778750" cy="4735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014" algn="ctr">
              <a:lnSpc>
                <a:spcPct val="100000"/>
              </a:lnSpc>
              <a:spcBef>
                <a:spcPts val="100"/>
              </a:spcBef>
            </a:pPr>
            <a:r>
              <a:rPr sz="3600" i="1" dirty="0">
                <a:latin typeface="Times New Roman"/>
                <a:cs typeface="Times New Roman"/>
              </a:rPr>
              <a:t>A</a:t>
            </a:r>
            <a:r>
              <a:rPr sz="3600" baseline="27777" dirty="0">
                <a:latin typeface="Helvetica"/>
                <a:cs typeface="Helvetica"/>
              </a:rPr>
              <a:t>T</a:t>
            </a:r>
            <a:r>
              <a:rPr sz="3600" i="1" dirty="0">
                <a:latin typeface="Times New Roman"/>
                <a:cs typeface="Times New Roman"/>
              </a:rPr>
              <a:t>A</a:t>
            </a:r>
            <a:r>
              <a:rPr sz="3600" i="1" spc="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should</a:t>
            </a:r>
            <a:r>
              <a:rPr sz="3600" spc="-4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be</a:t>
            </a:r>
            <a:r>
              <a:rPr sz="3600" spc="-45" dirty="0">
                <a:latin typeface="Helvetica Light"/>
                <a:cs typeface="Helvetica Light"/>
              </a:rPr>
              <a:t> </a:t>
            </a:r>
            <a:r>
              <a:rPr sz="3600" spc="-10" dirty="0">
                <a:latin typeface="Helvetica Light"/>
                <a:cs typeface="Helvetica Light"/>
              </a:rPr>
              <a:t>invertible</a:t>
            </a:r>
            <a:endParaRPr sz="3600">
              <a:latin typeface="Helvetica Light"/>
              <a:cs typeface="Helvetica Light"/>
            </a:endParaRPr>
          </a:p>
          <a:p>
            <a:pPr>
              <a:lnSpc>
                <a:spcPct val="100000"/>
              </a:lnSpc>
              <a:spcBef>
                <a:spcPts val="2880"/>
              </a:spcBef>
            </a:pPr>
            <a:endParaRPr sz="3600">
              <a:latin typeface="Helvetica Light"/>
              <a:cs typeface="Helvetica Light"/>
            </a:endParaRPr>
          </a:p>
          <a:p>
            <a:pPr marL="127000" algn="ctr">
              <a:lnSpc>
                <a:spcPct val="100000"/>
              </a:lnSpc>
            </a:pPr>
            <a:r>
              <a:rPr sz="3600" i="1" dirty="0">
                <a:latin typeface="Times New Roman"/>
                <a:cs typeface="Times New Roman"/>
              </a:rPr>
              <a:t>A</a:t>
            </a:r>
            <a:r>
              <a:rPr sz="3600" baseline="27777" dirty="0">
                <a:latin typeface="Helvetica"/>
                <a:cs typeface="Helvetica"/>
              </a:rPr>
              <a:t>T</a:t>
            </a:r>
            <a:r>
              <a:rPr sz="3600" i="1" dirty="0">
                <a:latin typeface="Times New Roman"/>
                <a:cs typeface="Times New Roman"/>
              </a:rPr>
              <a:t>A</a:t>
            </a:r>
            <a:r>
              <a:rPr sz="3600" i="1" spc="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should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not</a:t>
            </a:r>
            <a:r>
              <a:rPr sz="3600" spc="-3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be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too</a:t>
            </a:r>
            <a:r>
              <a:rPr sz="3600" spc="-35" dirty="0">
                <a:latin typeface="Helvetica Light"/>
                <a:cs typeface="Helvetica Light"/>
              </a:rPr>
              <a:t> </a:t>
            </a:r>
            <a:r>
              <a:rPr sz="3600" spc="-10" dirty="0">
                <a:latin typeface="Helvetica Light"/>
                <a:cs typeface="Helvetica Light"/>
              </a:rPr>
              <a:t>small</a:t>
            </a:r>
            <a:endParaRPr sz="3600">
              <a:latin typeface="Helvetica Light"/>
              <a:cs typeface="Helvetica Light"/>
            </a:endParaRPr>
          </a:p>
          <a:p>
            <a:pPr marR="30480" algn="ctr">
              <a:lnSpc>
                <a:spcPts val="2720"/>
              </a:lnSpc>
              <a:spcBef>
                <a:spcPts val="2075"/>
              </a:spcBef>
            </a:pPr>
            <a:r>
              <a:rPr sz="2700" spc="-325" dirty="0">
                <a:latin typeface="Arial"/>
                <a:cs typeface="Arial"/>
              </a:rPr>
              <a:t>A</a:t>
            </a:r>
            <a:r>
              <a:rPr sz="2700" spc="130" dirty="0">
                <a:latin typeface="Arial"/>
                <a:cs typeface="Arial"/>
              </a:rPr>
              <a:t> </a:t>
            </a:r>
            <a:r>
              <a:rPr sz="2700" dirty="0">
                <a:latin typeface="Helvetica Light"/>
                <a:cs typeface="Helvetica Light"/>
              </a:rPr>
              <a:t>and</a:t>
            </a:r>
            <a:r>
              <a:rPr sz="2700" spc="-45" dirty="0">
                <a:latin typeface="Helvetica Light"/>
                <a:cs typeface="Helvetica Light"/>
              </a:rPr>
              <a:t> </a:t>
            </a:r>
            <a:r>
              <a:rPr sz="2700" spc="-325" dirty="0">
                <a:latin typeface="Arial"/>
                <a:cs typeface="Arial"/>
              </a:rPr>
              <a:t>A</a:t>
            </a:r>
            <a:r>
              <a:rPr sz="2700" spc="130" dirty="0">
                <a:latin typeface="Arial"/>
                <a:cs typeface="Arial"/>
              </a:rPr>
              <a:t> </a:t>
            </a:r>
            <a:r>
              <a:rPr sz="2700" dirty="0">
                <a:latin typeface="Helvetica Light"/>
                <a:cs typeface="Helvetica Light"/>
              </a:rPr>
              <a:t>should</a:t>
            </a:r>
            <a:r>
              <a:rPr sz="2700" spc="-15" dirty="0">
                <a:latin typeface="Helvetica Light"/>
                <a:cs typeface="Helvetica Light"/>
              </a:rPr>
              <a:t> </a:t>
            </a:r>
            <a:r>
              <a:rPr sz="2700" dirty="0">
                <a:latin typeface="Helvetica Light"/>
                <a:cs typeface="Helvetica Light"/>
              </a:rPr>
              <a:t>not</a:t>
            </a:r>
            <a:r>
              <a:rPr sz="2700" spc="-15" dirty="0">
                <a:latin typeface="Helvetica Light"/>
                <a:cs typeface="Helvetica Light"/>
              </a:rPr>
              <a:t> </a:t>
            </a:r>
            <a:r>
              <a:rPr sz="2700" dirty="0">
                <a:latin typeface="Helvetica Light"/>
                <a:cs typeface="Helvetica Light"/>
              </a:rPr>
              <a:t>be</a:t>
            </a:r>
            <a:r>
              <a:rPr sz="2700" spc="-20" dirty="0">
                <a:latin typeface="Helvetica Light"/>
                <a:cs typeface="Helvetica Light"/>
              </a:rPr>
              <a:t> </a:t>
            </a:r>
            <a:r>
              <a:rPr sz="2700" dirty="0">
                <a:latin typeface="Helvetica Light"/>
                <a:cs typeface="Helvetica Light"/>
              </a:rPr>
              <a:t>too</a:t>
            </a:r>
            <a:r>
              <a:rPr sz="2700" spc="-15" dirty="0">
                <a:latin typeface="Helvetica Light"/>
                <a:cs typeface="Helvetica Light"/>
              </a:rPr>
              <a:t> </a:t>
            </a:r>
            <a:r>
              <a:rPr sz="2700" spc="-10" dirty="0">
                <a:latin typeface="Helvetica Light"/>
                <a:cs typeface="Helvetica Light"/>
              </a:rPr>
              <a:t>small</a:t>
            </a:r>
            <a:endParaRPr sz="2700">
              <a:latin typeface="Helvetica Light"/>
              <a:cs typeface="Helvetica Light"/>
            </a:endParaRPr>
          </a:p>
          <a:p>
            <a:pPr marL="1634489">
              <a:lnSpc>
                <a:spcPts val="800"/>
              </a:lnSpc>
              <a:tabLst>
                <a:tab pos="2620645" algn="l"/>
              </a:tabLst>
            </a:pPr>
            <a:r>
              <a:rPr sz="1100" spc="-50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0" algn="ctr">
              <a:lnSpc>
                <a:spcPct val="100000"/>
              </a:lnSpc>
              <a:tabLst>
                <a:tab pos="4072254" algn="l"/>
              </a:tabLst>
            </a:pPr>
            <a:r>
              <a:rPr sz="3600" i="1" dirty="0">
                <a:latin typeface="Times New Roman"/>
                <a:cs typeface="Times New Roman"/>
              </a:rPr>
              <a:t>A</a:t>
            </a:r>
            <a:r>
              <a:rPr sz="3600" baseline="27777" dirty="0">
                <a:latin typeface="Helvetica"/>
                <a:cs typeface="Helvetica"/>
              </a:rPr>
              <a:t>T</a:t>
            </a:r>
            <a:r>
              <a:rPr sz="3600" i="1" dirty="0">
                <a:latin typeface="Times New Roman"/>
                <a:cs typeface="Times New Roman"/>
              </a:rPr>
              <a:t>A</a:t>
            </a:r>
            <a:r>
              <a:rPr sz="3600" i="1" spc="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should</a:t>
            </a:r>
            <a:r>
              <a:rPr sz="3600" spc="-4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be</a:t>
            </a:r>
            <a:r>
              <a:rPr sz="3600" spc="-45" dirty="0">
                <a:latin typeface="Helvetica Light"/>
                <a:cs typeface="Helvetica Light"/>
              </a:rPr>
              <a:t> </a:t>
            </a:r>
            <a:r>
              <a:rPr sz="3600" spc="-20" dirty="0">
                <a:latin typeface="Helvetica Light"/>
                <a:cs typeface="Helvetica Light"/>
              </a:rPr>
              <a:t>well</a:t>
            </a:r>
            <a:r>
              <a:rPr sz="3600" dirty="0">
                <a:latin typeface="Helvetica Light"/>
                <a:cs typeface="Helvetica Light"/>
              </a:rPr>
              <a:t>	</a:t>
            </a:r>
            <a:r>
              <a:rPr sz="3600" spc="-10" dirty="0">
                <a:latin typeface="Helvetica Light"/>
                <a:cs typeface="Helvetica Light"/>
              </a:rPr>
              <a:t>conditioned</a:t>
            </a:r>
            <a:endParaRPr sz="3600">
              <a:latin typeface="Helvetica Light"/>
              <a:cs typeface="Helvetica Light"/>
            </a:endParaRPr>
          </a:p>
          <a:p>
            <a:pPr algn="ctr">
              <a:lnSpc>
                <a:spcPts val="2720"/>
              </a:lnSpc>
              <a:spcBef>
                <a:spcPts val="2055"/>
              </a:spcBef>
            </a:pPr>
            <a:r>
              <a:rPr sz="2700" spc="-325" dirty="0">
                <a:latin typeface="Arial"/>
                <a:cs typeface="Arial"/>
              </a:rPr>
              <a:t>A</a:t>
            </a:r>
            <a:r>
              <a:rPr sz="2700" spc="-185" dirty="0">
                <a:latin typeface="Arial"/>
                <a:cs typeface="Arial"/>
              </a:rPr>
              <a:t> </a:t>
            </a:r>
            <a:r>
              <a:rPr sz="2700" spc="-20" dirty="0">
                <a:latin typeface="Helvetica Light"/>
                <a:cs typeface="Helvetica Light"/>
              </a:rPr>
              <a:t>/</a:t>
            </a:r>
            <a:r>
              <a:rPr sz="2700" spc="-20" dirty="0">
                <a:latin typeface="Arial"/>
                <a:cs typeface="Arial"/>
              </a:rPr>
              <a:t>A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Helvetica Light"/>
                <a:cs typeface="Helvetica Light"/>
              </a:rPr>
              <a:t>should</a:t>
            </a:r>
            <a:r>
              <a:rPr sz="2700" spc="-60" dirty="0">
                <a:latin typeface="Helvetica Light"/>
                <a:cs typeface="Helvetica Light"/>
              </a:rPr>
              <a:t> </a:t>
            </a:r>
            <a:r>
              <a:rPr sz="2700" dirty="0">
                <a:latin typeface="Helvetica Light"/>
                <a:cs typeface="Helvetica Light"/>
              </a:rPr>
              <a:t>not</a:t>
            </a:r>
            <a:r>
              <a:rPr sz="2700" spc="-55" dirty="0">
                <a:latin typeface="Helvetica Light"/>
                <a:cs typeface="Helvetica Light"/>
              </a:rPr>
              <a:t> </a:t>
            </a:r>
            <a:r>
              <a:rPr sz="2700" dirty="0">
                <a:latin typeface="Helvetica Light"/>
                <a:cs typeface="Helvetica Light"/>
              </a:rPr>
              <a:t>be</a:t>
            </a:r>
            <a:r>
              <a:rPr sz="2700" spc="-55" dirty="0">
                <a:latin typeface="Helvetica Light"/>
                <a:cs typeface="Helvetica Light"/>
              </a:rPr>
              <a:t> </a:t>
            </a:r>
            <a:r>
              <a:rPr sz="2700" dirty="0">
                <a:latin typeface="Helvetica Light"/>
                <a:cs typeface="Helvetica Light"/>
              </a:rPr>
              <a:t>too</a:t>
            </a:r>
            <a:r>
              <a:rPr sz="2700" spc="-60" dirty="0">
                <a:latin typeface="Helvetica Light"/>
                <a:cs typeface="Helvetica Light"/>
              </a:rPr>
              <a:t> </a:t>
            </a:r>
            <a:r>
              <a:rPr sz="2700" dirty="0">
                <a:latin typeface="Helvetica Light"/>
                <a:cs typeface="Helvetica Light"/>
              </a:rPr>
              <a:t>large</a:t>
            </a:r>
            <a:r>
              <a:rPr sz="2700" spc="-55" dirty="0">
                <a:latin typeface="Helvetica Light"/>
                <a:cs typeface="Helvetica Light"/>
              </a:rPr>
              <a:t> </a:t>
            </a:r>
            <a:r>
              <a:rPr sz="2700" spc="-175" dirty="0">
                <a:latin typeface="Helvetica Light"/>
                <a:cs typeface="Helvetica Light"/>
              </a:rPr>
              <a:t>(</a:t>
            </a:r>
            <a:r>
              <a:rPr sz="2700" spc="-175" dirty="0">
                <a:latin typeface="Arial"/>
                <a:cs typeface="Arial"/>
              </a:rPr>
              <a:t>A</a:t>
            </a:r>
            <a:r>
              <a:rPr sz="2700" spc="-185" dirty="0">
                <a:latin typeface="Arial"/>
                <a:cs typeface="Arial"/>
              </a:rPr>
              <a:t> </a:t>
            </a:r>
            <a:r>
              <a:rPr sz="2700" dirty="0">
                <a:latin typeface="Helvetica Light"/>
                <a:cs typeface="Helvetica Light"/>
              </a:rPr>
              <a:t>=larger</a:t>
            </a:r>
            <a:r>
              <a:rPr sz="2700" spc="-50" dirty="0">
                <a:latin typeface="Helvetica Light"/>
                <a:cs typeface="Helvetica Light"/>
              </a:rPr>
              <a:t> </a:t>
            </a:r>
            <a:r>
              <a:rPr sz="2700" spc="-10" dirty="0">
                <a:latin typeface="Helvetica Light"/>
                <a:cs typeface="Helvetica Light"/>
              </a:rPr>
              <a:t>eigenvalue)</a:t>
            </a:r>
            <a:endParaRPr sz="2700">
              <a:latin typeface="Helvetica Light"/>
              <a:cs typeface="Helvetica Light"/>
            </a:endParaRPr>
          </a:p>
          <a:p>
            <a:pPr marL="239395">
              <a:lnSpc>
                <a:spcPts val="800"/>
              </a:lnSpc>
              <a:tabLst>
                <a:tab pos="594995" algn="l"/>
                <a:tab pos="4647565" algn="l"/>
              </a:tabLst>
            </a:pPr>
            <a:r>
              <a:rPr sz="1100" spc="-50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2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9169" y="3322669"/>
            <a:ext cx="4521201" cy="172720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009900" y="1608835"/>
            <a:ext cx="698563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Where</a:t>
            </a:r>
            <a:r>
              <a:rPr sz="3600" i="1" spc="-3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have</a:t>
            </a:r>
            <a:r>
              <a:rPr sz="3600" i="1" spc="-3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you</a:t>
            </a:r>
            <a:r>
              <a:rPr sz="3600" i="1" spc="-2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seen</a:t>
            </a:r>
            <a:r>
              <a:rPr sz="3600" i="1" spc="-3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this</a:t>
            </a:r>
            <a:r>
              <a:rPr sz="3600" i="1" spc="-2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spc="-10" dirty="0">
                <a:solidFill>
                  <a:srgbClr val="0365C0"/>
                </a:solidFill>
                <a:latin typeface="Helvetica"/>
                <a:cs typeface="Helvetica"/>
              </a:rPr>
              <a:t>before?</a:t>
            </a:r>
            <a:endParaRPr sz="3600">
              <a:latin typeface="Helvetica"/>
              <a:cs typeface="Helvetic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94429" y="3919569"/>
            <a:ext cx="1244601" cy="53340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700587" y="3861308"/>
            <a:ext cx="3276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Helvetica Light"/>
                <a:cs typeface="Helvetica Light"/>
              </a:rPr>
              <a:t>=</a:t>
            </a:r>
            <a:endParaRPr sz="3600">
              <a:latin typeface="Helvetica Light"/>
              <a:cs typeface="Helvetica Light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8075" rIns="0" bIns="0" rtlCol="0">
            <a:spAutoFit/>
          </a:bodyPr>
          <a:lstStyle/>
          <a:p>
            <a:pPr marL="2482215">
              <a:lnSpc>
                <a:spcPct val="100000"/>
              </a:lnSpc>
              <a:spcBef>
                <a:spcPts val="100"/>
              </a:spcBef>
            </a:pPr>
            <a:r>
              <a:rPr b="0" i="1" dirty="0">
                <a:solidFill>
                  <a:srgbClr val="0365C0"/>
                </a:solidFill>
                <a:latin typeface="Helvetica"/>
                <a:cs typeface="Helvetica"/>
              </a:rPr>
              <a:t>Where</a:t>
            </a:r>
            <a:r>
              <a:rPr b="0" i="1" spc="-3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b="0" i="1" dirty="0">
                <a:solidFill>
                  <a:srgbClr val="0365C0"/>
                </a:solidFill>
                <a:latin typeface="Helvetica"/>
                <a:cs typeface="Helvetica"/>
              </a:rPr>
              <a:t>have</a:t>
            </a:r>
            <a:r>
              <a:rPr b="0" i="1" spc="-3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b="0" i="1" dirty="0">
                <a:solidFill>
                  <a:srgbClr val="0365C0"/>
                </a:solidFill>
                <a:latin typeface="Helvetica"/>
                <a:cs typeface="Helvetica"/>
              </a:rPr>
              <a:t>you</a:t>
            </a:r>
            <a:r>
              <a:rPr b="0" i="1" spc="-2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b="0" i="1" dirty="0">
                <a:solidFill>
                  <a:srgbClr val="0365C0"/>
                </a:solidFill>
                <a:latin typeface="Helvetica"/>
                <a:cs typeface="Helvetica"/>
              </a:rPr>
              <a:t>seen</a:t>
            </a:r>
            <a:r>
              <a:rPr b="0" i="1" spc="-3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b="0" i="1" dirty="0">
                <a:solidFill>
                  <a:srgbClr val="0365C0"/>
                </a:solidFill>
                <a:latin typeface="Helvetica"/>
                <a:cs typeface="Helvetica"/>
              </a:rPr>
              <a:t>this</a:t>
            </a:r>
            <a:r>
              <a:rPr b="0" i="1" spc="-2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b="0" i="1" spc="-10" dirty="0">
                <a:solidFill>
                  <a:srgbClr val="0365C0"/>
                </a:solidFill>
                <a:latin typeface="Helvetica"/>
                <a:cs typeface="Helvetica"/>
              </a:rPr>
              <a:t>before?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02100" y="6638035"/>
            <a:ext cx="4800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Helvetica Light"/>
                <a:cs typeface="Helvetica Light"/>
              </a:rPr>
              <a:t>Harris</a:t>
            </a:r>
            <a:r>
              <a:rPr sz="3600" spc="-7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Corner</a:t>
            </a:r>
            <a:r>
              <a:rPr sz="3600" spc="-65" dirty="0">
                <a:latin typeface="Helvetica Light"/>
                <a:cs typeface="Helvetica Light"/>
              </a:rPr>
              <a:t> </a:t>
            </a:r>
            <a:r>
              <a:rPr sz="3600" spc="-10" dirty="0">
                <a:latin typeface="Helvetica Light"/>
                <a:cs typeface="Helvetica Light"/>
              </a:rPr>
              <a:t>Detector!</a:t>
            </a:r>
            <a:endParaRPr sz="3600">
              <a:latin typeface="Helvetica Light"/>
              <a:cs typeface="Helvetica 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9169" y="3322669"/>
            <a:ext cx="4521201" cy="17272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94429" y="3919569"/>
            <a:ext cx="1244601" cy="5334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700587" y="3861308"/>
            <a:ext cx="3276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Helvetica Light"/>
                <a:cs typeface="Helvetica Light"/>
              </a:rPr>
              <a:t>=</a:t>
            </a:r>
            <a:endParaRPr sz="3600">
              <a:latin typeface="Helvetica Light"/>
              <a:cs typeface="Helvetica Light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8075" rIns="0" bIns="0" rtlCol="0">
            <a:spAutoFit/>
          </a:bodyPr>
          <a:lstStyle/>
          <a:p>
            <a:pPr marL="2482215">
              <a:lnSpc>
                <a:spcPct val="100000"/>
              </a:lnSpc>
              <a:spcBef>
                <a:spcPts val="100"/>
              </a:spcBef>
            </a:pPr>
            <a:r>
              <a:rPr b="0" i="1" dirty="0">
                <a:solidFill>
                  <a:srgbClr val="0365C0"/>
                </a:solidFill>
                <a:latin typeface="Helvetica"/>
                <a:cs typeface="Helvetica"/>
              </a:rPr>
              <a:t>Where</a:t>
            </a:r>
            <a:r>
              <a:rPr b="0" i="1" spc="-3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b="0" i="1" dirty="0">
                <a:solidFill>
                  <a:srgbClr val="0365C0"/>
                </a:solidFill>
                <a:latin typeface="Helvetica"/>
                <a:cs typeface="Helvetica"/>
              </a:rPr>
              <a:t>have</a:t>
            </a:r>
            <a:r>
              <a:rPr b="0" i="1" spc="-3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b="0" i="1" dirty="0">
                <a:solidFill>
                  <a:srgbClr val="0365C0"/>
                </a:solidFill>
                <a:latin typeface="Helvetica"/>
                <a:cs typeface="Helvetica"/>
              </a:rPr>
              <a:t>you</a:t>
            </a:r>
            <a:r>
              <a:rPr b="0" i="1" spc="-2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b="0" i="1" dirty="0">
                <a:solidFill>
                  <a:srgbClr val="0365C0"/>
                </a:solidFill>
                <a:latin typeface="Helvetica"/>
                <a:cs typeface="Helvetica"/>
              </a:rPr>
              <a:t>seen</a:t>
            </a:r>
            <a:r>
              <a:rPr b="0" i="1" spc="-3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b="0" i="1" dirty="0">
                <a:solidFill>
                  <a:srgbClr val="0365C0"/>
                </a:solidFill>
                <a:latin typeface="Helvetica"/>
                <a:cs typeface="Helvetica"/>
              </a:rPr>
              <a:t>this</a:t>
            </a:r>
            <a:r>
              <a:rPr b="0" i="1" spc="-2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b="0" i="1" spc="-10" dirty="0">
                <a:solidFill>
                  <a:srgbClr val="0365C0"/>
                </a:solidFill>
                <a:latin typeface="Helvetica"/>
                <a:cs typeface="Helvetica"/>
              </a:rPr>
              <a:t>before?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97306" y="6638035"/>
            <a:ext cx="5410835" cy="2329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Helvetica Light"/>
                <a:cs typeface="Helvetica Light"/>
              </a:rPr>
              <a:t>Harris</a:t>
            </a:r>
            <a:r>
              <a:rPr sz="3600" spc="-7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Corner</a:t>
            </a:r>
            <a:r>
              <a:rPr sz="3600" spc="-65" dirty="0">
                <a:latin typeface="Helvetica Light"/>
                <a:cs typeface="Helvetica Light"/>
              </a:rPr>
              <a:t> </a:t>
            </a:r>
            <a:r>
              <a:rPr sz="3600" spc="-10" dirty="0">
                <a:latin typeface="Helvetica Light"/>
                <a:cs typeface="Helvetica Light"/>
              </a:rPr>
              <a:t>Detector!</a:t>
            </a:r>
            <a:endParaRPr sz="3600">
              <a:latin typeface="Helvetica Light"/>
              <a:cs typeface="Helvetica Light"/>
            </a:endParaRPr>
          </a:p>
          <a:p>
            <a:pPr>
              <a:lnSpc>
                <a:spcPct val="100000"/>
              </a:lnSpc>
            </a:pPr>
            <a:endParaRPr sz="3600">
              <a:latin typeface="Helvetica Light"/>
              <a:cs typeface="Helvetica Light"/>
            </a:endParaRPr>
          </a:p>
          <a:p>
            <a:pPr>
              <a:lnSpc>
                <a:spcPct val="100000"/>
              </a:lnSpc>
              <a:spcBef>
                <a:spcPts val="2300"/>
              </a:spcBef>
            </a:pPr>
            <a:endParaRPr sz="3600">
              <a:latin typeface="Helvetica Light"/>
              <a:cs typeface="Helvetica Light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What</a:t>
            </a:r>
            <a:r>
              <a:rPr sz="3600" i="1" spc="-1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are</a:t>
            </a:r>
            <a:r>
              <a:rPr sz="3600" i="1" spc="-1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the</a:t>
            </a:r>
            <a:r>
              <a:rPr sz="3600" i="1" spc="-2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spc="-10" dirty="0">
                <a:solidFill>
                  <a:srgbClr val="0365C0"/>
                </a:solidFill>
                <a:latin typeface="Helvetica"/>
                <a:cs typeface="Helvetica"/>
              </a:rPr>
              <a:t>implications?</a:t>
            </a:r>
            <a:endParaRPr sz="3600">
              <a:latin typeface="Helvetica"/>
              <a:cs typeface="Helvetic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9169" y="3322669"/>
            <a:ext cx="4521201" cy="17272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94429" y="3919569"/>
            <a:ext cx="1244601" cy="5334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700587" y="3861308"/>
            <a:ext cx="3276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Helvetica Light"/>
                <a:cs typeface="Helvetica Light"/>
              </a:rPr>
              <a:t>=</a:t>
            </a:r>
            <a:endParaRPr sz="3600">
              <a:latin typeface="Helvetica Light"/>
              <a:cs typeface="Helvetica Light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3722" rIns="0" bIns="0" rtlCol="0">
            <a:spAutoFit/>
          </a:bodyPr>
          <a:lstStyle/>
          <a:p>
            <a:pPr marL="3223260">
              <a:lnSpc>
                <a:spcPct val="100000"/>
              </a:lnSpc>
              <a:spcBef>
                <a:spcPts val="100"/>
              </a:spcBef>
            </a:pPr>
            <a:r>
              <a:rPr sz="8000"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Implications</a:t>
            </a:r>
            <a:endParaRPr sz="8000">
              <a:latin typeface="Helvetica Light"/>
              <a:cs typeface="Helvetica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600" y="3135884"/>
            <a:ext cx="10757535" cy="383857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457200" marR="150495" indent="-444500">
              <a:lnSpc>
                <a:spcPts val="4300"/>
              </a:lnSpc>
              <a:spcBef>
                <a:spcPts val="260"/>
              </a:spcBef>
              <a:buSzPct val="75000"/>
              <a:buChar char="•"/>
              <a:tabLst>
                <a:tab pos="457200" algn="l"/>
                <a:tab pos="5080000" algn="l"/>
                <a:tab pos="6019800" algn="l"/>
              </a:tabLst>
            </a:pPr>
            <a:r>
              <a:rPr sz="3600" dirty="0">
                <a:latin typeface="Helvetica Light"/>
                <a:cs typeface="Helvetica Light"/>
              </a:rPr>
              <a:t>Corners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are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when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λ1,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λ2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are</a:t>
            </a:r>
            <a:r>
              <a:rPr sz="3600" spc="-2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big;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this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is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also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spc="-20" dirty="0">
                <a:latin typeface="Helvetica Light"/>
                <a:cs typeface="Helvetica Light"/>
              </a:rPr>
              <a:t>when </a:t>
            </a:r>
            <a:r>
              <a:rPr sz="3600" spc="-10" dirty="0">
                <a:latin typeface="Helvetica Light"/>
                <a:cs typeface="Helvetica Light"/>
              </a:rPr>
              <a:t>Lucas-</a:t>
            </a:r>
            <a:r>
              <a:rPr sz="3600" dirty="0">
                <a:latin typeface="Helvetica Light"/>
                <a:cs typeface="Helvetica Light"/>
              </a:rPr>
              <a:t>Kanade</a:t>
            </a:r>
            <a:r>
              <a:rPr sz="3600" spc="-25" dirty="0">
                <a:latin typeface="Helvetica Light"/>
                <a:cs typeface="Helvetica Light"/>
              </a:rPr>
              <a:t> </a:t>
            </a:r>
            <a:r>
              <a:rPr sz="3600" spc="-10" dirty="0">
                <a:latin typeface="Helvetica Light"/>
                <a:cs typeface="Helvetica Light"/>
              </a:rPr>
              <a:t>optical</a:t>
            </a:r>
            <a:r>
              <a:rPr sz="3600" dirty="0">
                <a:latin typeface="Helvetica Light"/>
                <a:cs typeface="Helvetica Light"/>
              </a:rPr>
              <a:t>	</a:t>
            </a:r>
            <a:r>
              <a:rPr sz="3600" spc="-20" dirty="0">
                <a:latin typeface="Helvetica Light"/>
                <a:cs typeface="Helvetica Light"/>
              </a:rPr>
              <a:t>flow</a:t>
            </a:r>
            <a:r>
              <a:rPr sz="3600" dirty="0">
                <a:latin typeface="Helvetica Light"/>
                <a:cs typeface="Helvetica Light"/>
              </a:rPr>
              <a:t>	works</a:t>
            </a:r>
            <a:r>
              <a:rPr sz="3600" spc="-50" dirty="0">
                <a:latin typeface="Helvetica Light"/>
                <a:cs typeface="Helvetica Light"/>
              </a:rPr>
              <a:t> </a:t>
            </a:r>
            <a:r>
              <a:rPr sz="3600" spc="-20" dirty="0">
                <a:latin typeface="Helvetica Light"/>
                <a:cs typeface="Helvetica Light"/>
              </a:rPr>
              <a:t>best</a:t>
            </a:r>
            <a:endParaRPr sz="3600">
              <a:latin typeface="Helvetica Light"/>
              <a:cs typeface="Helvetica Light"/>
            </a:endParaRPr>
          </a:p>
          <a:p>
            <a:pPr>
              <a:lnSpc>
                <a:spcPct val="100000"/>
              </a:lnSpc>
              <a:spcBef>
                <a:spcPts val="710"/>
              </a:spcBef>
              <a:buFont typeface="Helvetica Light"/>
              <a:buChar char="•"/>
            </a:pPr>
            <a:endParaRPr sz="3600">
              <a:latin typeface="Helvetica Light"/>
              <a:cs typeface="Helvetica Light"/>
            </a:endParaRPr>
          </a:p>
          <a:p>
            <a:pPr marL="457200" marR="5080" indent="-444500">
              <a:lnSpc>
                <a:spcPts val="4300"/>
              </a:lnSpc>
              <a:buSzPct val="75000"/>
              <a:buChar char="•"/>
              <a:tabLst>
                <a:tab pos="457200" algn="l"/>
              </a:tabLst>
            </a:pPr>
            <a:r>
              <a:rPr sz="3600" dirty="0">
                <a:latin typeface="Helvetica Light"/>
                <a:cs typeface="Helvetica Light"/>
              </a:rPr>
              <a:t>Corners</a:t>
            </a:r>
            <a:r>
              <a:rPr sz="3600" spc="-6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are</a:t>
            </a:r>
            <a:r>
              <a:rPr sz="3600" spc="-5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regions</a:t>
            </a:r>
            <a:r>
              <a:rPr sz="3600" spc="-5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with</a:t>
            </a:r>
            <a:r>
              <a:rPr sz="3600" spc="-5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two</a:t>
            </a:r>
            <a:r>
              <a:rPr sz="3600" spc="-5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different</a:t>
            </a:r>
            <a:r>
              <a:rPr sz="3600" spc="-5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directions</a:t>
            </a:r>
            <a:r>
              <a:rPr sz="3600" spc="-55" dirty="0">
                <a:latin typeface="Helvetica Light"/>
                <a:cs typeface="Helvetica Light"/>
              </a:rPr>
              <a:t> </a:t>
            </a:r>
            <a:r>
              <a:rPr sz="3600" spc="-25" dirty="0">
                <a:latin typeface="Helvetica Light"/>
                <a:cs typeface="Helvetica Light"/>
              </a:rPr>
              <a:t>of </a:t>
            </a:r>
            <a:r>
              <a:rPr sz="3600" dirty="0">
                <a:latin typeface="Helvetica Light"/>
                <a:cs typeface="Helvetica Light"/>
              </a:rPr>
              <a:t>gradient</a:t>
            </a:r>
            <a:r>
              <a:rPr sz="3600" spc="-5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(at</a:t>
            </a:r>
            <a:r>
              <a:rPr sz="3600" spc="-55" dirty="0">
                <a:latin typeface="Helvetica Light"/>
                <a:cs typeface="Helvetica Light"/>
              </a:rPr>
              <a:t> </a:t>
            </a:r>
            <a:r>
              <a:rPr sz="3600" spc="-10" dirty="0">
                <a:latin typeface="Helvetica Light"/>
                <a:cs typeface="Helvetica Light"/>
              </a:rPr>
              <a:t>least)</a:t>
            </a:r>
            <a:endParaRPr sz="3600">
              <a:latin typeface="Helvetica Light"/>
              <a:cs typeface="Helvetica Light"/>
            </a:endParaRPr>
          </a:p>
          <a:p>
            <a:pPr>
              <a:lnSpc>
                <a:spcPct val="100000"/>
              </a:lnSpc>
              <a:spcBef>
                <a:spcPts val="430"/>
              </a:spcBef>
              <a:buFont typeface="Helvetica Light"/>
              <a:buChar char="•"/>
            </a:pPr>
            <a:endParaRPr sz="3600">
              <a:latin typeface="Helvetica Light"/>
              <a:cs typeface="Helvetica Light"/>
            </a:endParaRPr>
          </a:p>
          <a:p>
            <a:pPr marL="456565" indent="-443865">
              <a:lnSpc>
                <a:spcPct val="100000"/>
              </a:lnSpc>
              <a:buSzPct val="75000"/>
              <a:buChar char="•"/>
              <a:tabLst>
                <a:tab pos="456565" algn="l"/>
              </a:tabLst>
            </a:pPr>
            <a:r>
              <a:rPr sz="3600" dirty="0">
                <a:latin typeface="Helvetica Light"/>
                <a:cs typeface="Helvetica Light"/>
              </a:rPr>
              <a:t>Corners</a:t>
            </a:r>
            <a:r>
              <a:rPr sz="3600" spc="-5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are</a:t>
            </a:r>
            <a:r>
              <a:rPr sz="3600" spc="-5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good</a:t>
            </a:r>
            <a:r>
              <a:rPr sz="3600" spc="-4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places</a:t>
            </a:r>
            <a:r>
              <a:rPr sz="3600" spc="-5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to</a:t>
            </a:r>
            <a:r>
              <a:rPr sz="3600" spc="-4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compute</a:t>
            </a:r>
            <a:r>
              <a:rPr sz="3600" spc="-50" dirty="0">
                <a:latin typeface="Helvetica Light"/>
                <a:cs typeface="Helvetica Light"/>
              </a:rPr>
              <a:t> </a:t>
            </a:r>
            <a:r>
              <a:rPr sz="3600" spc="-10" dirty="0">
                <a:latin typeface="Helvetica Light"/>
                <a:cs typeface="Helvetica Light"/>
              </a:rPr>
              <a:t>flow!</a:t>
            </a:r>
            <a:endParaRPr sz="3600">
              <a:latin typeface="Helvetica Light"/>
              <a:cs typeface="Helvetica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44700" y="8393683"/>
            <a:ext cx="8916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What</a:t>
            </a:r>
            <a:r>
              <a:rPr sz="3600" i="1" spc="-2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happens</a:t>
            </a:r>
            <a:r>
              <a:rPr sz="3600" i="1" spc="-2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when</a:t>
            </a:r>
            <a:r>
              <a:rPr sz="3600" i="1" spc="-2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you</a:t>
            </a:r>
            <a:r>
              <a:rPr sz="3600" i="1" spc="-2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have</a:t>
            </a:r>
            <a:r>
              <a:rPr sz="3600" i="1" spc="-2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no</a:t>
            </a:r>
            <a:r>
              <a:rPr sz="3600" i="1" spc="-2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spc="-10" dirty="0">
                <a:solidFill>
                  <a:srgbClr val="0365C0"/>
                </a:solidFill>
                <a:latin typeface="Helvetica"/>
                <a:cs typeface="Helvetica"/>
              </a:rPr>
              <a:t>‘corners’?</a:t>
            </a:r>
            <a:endParaRPr sz="36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5999" y="4278884"/>
            <a:ext cx="10974070" cy="1120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4310"/>
              </a:lnSpc>
              <a:spcBef>
                <a:spcPts val="100"/>
              </a:spcBef>
            </a:pPr>
            <a:r>
              <a:rPr b="0" i="1" dirty="0">
                <a:solidFill>
                  <a:srgbClr val="0365C0"/>
                </a:solidFill>
                <a:latin typeface="Helvetica"/>
                <a:cs typeface="Helvetica"/>
              </a:rPr>
              <a:t>You</a:t>
            </a:r>
            <a:r>
              <a:rPr b="0" i="1" spc="-3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b="0" i="1" dirty="0">
                <a:solidFill>
                  <a:srgbClr val="0365C0"/>
                </a:solidFill>
                <a:latin typeface="Helvetica"/>
                <a:cs typeface="Helvetica"/>
              </a:rPr>
              <a:t>want</a:t>
            </a:r>
            <a:r>
              <a:rPr b="0" i="1" spc="-3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b="0" i="1" dirty="0">
                <a:solidFill>
                  <a:srgbClr val="0365C0"/>
                </a:solidFill>
                <a:latin typeface="Helvetica"/>
                <a:cs typeface="Helvetica"/>
              </a:rPr>
              <a:t>to</a:t>
            </a:r>
            <a:r>
              <a:rPr b="0" i="1" spc="-3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b="0" i="1" dirty="0">
                <a:solidFill>
                  <a:srgbClr val="0365C0"/>
                </a:solidFill>
                <a:latin typeface="Helvetica"/>
                <a:cs typeface="Helvetica"/>
              </a:rPr>
              <a:t>compute</a:t>
            </a:r>
            <a:r>
              <a:rPr b="0" i="1" spc="-3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b="0" i="1" dirty="0">
                <a:solidFill>
                  <a:srgbClr val="0365C0"/>
                </a:solidFill>
                <a:latin typeface="Helvetica"/>
                <a:cs typeface="Helvetica"/>
              </a:rPr>
              <a:t>optical</a:t>
            </a:r>
            <a:r>
              <a:rPr b="0" i="1" spc="-2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b="0" i="1" spc="-10" dirty="0">
                <a:solidFill>
                  <a:srgbClr val="0365C0"/>
                </a:solidFill>
                <a:latin typeface="Helvetica"/>
                <a:cs typeface="Helvetica"/>
              </a:rPr>
              <a:t>flow.</a:t>
            </a:r>
          </a:p>
          <a:p>
            <a:pPr algn="ctr">
              <a:lnSpc>
                <a:spcPts val="4310"/>
              </a:lnSpc>
            </a:pPr>
            <a:r>
              <a:rPr b="0" i="1" dirty="0">
                <a:solidFill>
                  <a:srgbClr val="0365C0"/>
                </a:solidFill>
                <a:latin typeface="Helvetica"/>
                <a:cs typeface="Helvetica"/>
              </a:rPr>
              <a:t>What</a:t>
            </a:r>
            <a:r>
              <a:rPr b="0" i="1" spc="-3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b="0" i="1" dirty="0">
                <a:solidFill>
                  <a:srgbClr val="0365C0"/>
                </a:solidFill>
                <a:latin typeface="Helvetica"/>
                <a:cs typeface="Helvetica"/>
              </a:rPr>
              <a:t>happens</a:t>
            </a:r>
            <a:r>
              <a:rPr b="0" i="1" spc="-3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b="0" i="1" dirty="0">
                <a:solidFill>
                  <a:srgbClr val="0365C0"/>
                </a:solidFill>
                <a:latin typeface="Helvetica"/>
                <a:cs typeface="Helvetica"/>
              </a:rPr>
              <a:t>if</a:t>
            </a:r>
            <a:r>
              <a:rPr b="0" i="1" spc="-3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b="0" i="1" dirty="0">
                <a:solidFill>
                  <a:srgbClr val="0365C0"/>
                </a:solidFill>
                <a:latin typeface="Helvetica"/>
                <a:cs typeface="Helvetica"/>
              </a:rPr>
              <a:t>the</a:t>
            </a:r>
            <a:r>
              <a:rPr b="0" i="1" spc="-3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b="0" i="1" dirty="0">
                <a:solidFill>
                  <a:srgbClr val="0365C0"/>
                </a:solidFill>
                <a:latin typeface="Helvetica"/>
                <a:cs typeface="Helvetica"/>
              </a:rPr>
              <a:t>image</a:t>
            </a:r>
            <a:r>
              <a:rPr b="0" i="1" spc="-2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b="0" i="1" dirty="0">
                <a:solidFill>
                  <a:srgbClr val="0365C0"/>
                </a:solidFill>
                <a:latin typeface="Helvetica"/>
                <a:cs typeface="Helvetica"/>
              </a:rPr>
              <a:t>patch</a:t>
            </a:r>
            <a:r>
              <a:rPr b="0" i="1" spc="-3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b="0" i="1" dirty="0">
                <a:solidFill>
                  <a:srgbClr val="0365C0"/>
                </a:solidFill>
                <a:latin typeface="Helvetica"/>
                <a:cs typeface="Helvetica"/>
              </a:rPr>
              <a:t>contains</a:t>
            </a:r>
            <a:r>
              <a:rPr b="0" i="1" spc="-3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b="0" i="1" dirty="0">
                <a:solidFill>
                  <a:srgbClr val="0365C0"/>
                </a:solidFill>
                <a:latin typeface="Helvetica"/>
                <a:cs typeface="Helvetica"/>
              </a:rPr>
              <a:t>only</a:t>
            </a:r>
            <a:r>
              <a:rPr b="0" i="1" spc="-3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b="0" i="1" dirty="0">
                <a:solidFill>
                  <a:srgbClr val="0365C0"/>
                </a:solidFill>
                <a:latin typeface="Helvetica"/>
                <a:cs typeface="Helvetica"/>
              </a:rPr>
              <a:t>a</a:t>
            </a:r>
            <a:r>
              <a:rPr b="0" i="1" spc="-3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b="0" i="1" spc="-10" dirty="0">
                <a:solidFill>
                  <a:srgbClr val="0365C0"/>
                </a:solidFill>
                <a:latin typeface="Helvetica"/>
                <a:cs typeface="Helvetica"/>
              </a:rPr>
              <a:t>line?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50393" y="3020942"/>
            <a:ext cx="6993065" cy="437066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7731" rIns="0" bIns="0" rtlCol="0">
            <a:spAutoFit/>
          </a:bodyPr>
          <a:lstStyle/>
          <a:p>
            <a:pPr marL="1151890">
              <a:lnSpc>
                <a:spcPct val="100000"/>
              </a:lnSpc>
              <a:spcBef>
                <a:spcPts val="100"/>
              </a:spcBef>
            </a:pPr>
            <a:r>
              <a:rPr sz="8000" b="0" spc="-10" dirty="0">
                <a:solidFill>
                  <a:srgbClr val="000000"/>
                </a:solidFill>
                <a:latin typeface="Arial"/>
                <a:cs typeface="Arial"/>
              </a:rPr>
              <a:t>Barber’s</a:t>
            </a:r>
            <a:r>
              <a:rPr sz="8000" b="0" spc="10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8000" b="0" spc="155" dirty="0">
                <a:solidFill>
                  <a:srgbClr val="000000"/>
                </a:solidFill>
                <a:latin typeface="Arial"/>
                <a:cs typeface="Arial"/>
              </a:rPr>
              <a:t>pole</a:t>
            </a:r>
            <a:r>
              <a:rPr sz="8000" b="0" spc="1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8000" b="0" spc="85" dirty="0">
                <a:solidFill>
                  <a:srgbClr val="000000"/>
                </a:solidFill>
                <a:latin typeface="Arial"/>
                <a:cs typeface="Arial"/>
              </a:rPr>
              <a:t>illusion</a:t>
            </a:r>
            <a:endParaRPr sz="8000">
              <a:latin typeface="Arial"/>
              <a:cs typeface="Arial"/>
            </a:endParaRPr>
          </a:p>
        </p:txBody>
      </p:sp>
      <p:pic>
        <p:nvPicPr>
          <p:cNvPr id="5" name="Picture 4" descr="Barber Pole GIF - Barber pole - Discover &amp; Share GIFs">
            <a:extLst>
              <a:ext uri="{FF2B5EF4-FFF2-40B4-BE49-F238E27FC236}">
                <a16:creationId xmlns:a16="http://schemas.microsoft.com/office/drawing/2014/main" id="{3D15E806-B359-E720-1590-0C01EFAC6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600" y="3352800"/>
            <a:ext cx="3584408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7731" rIns="0" bIns="0" rtlCol="0">
            <a:spAutoFit/>
          </a:bodyPr>
          <a:lstStyle/>
          <a:p>
            <a:pPr marL="1151890">
              <a:lnSpc>
                <a:spcPct val="100000"/>
              </a:lnSpc>
              <a:spcBef>
                <a:spcPts val="100"/>
              </a:spcBef>
            </a:pPr>
            <a:r>
              <a:rPr sz="8000" b="0" spc="-10" dirty="0">
                <a:solidFill>
                  <a:srgbClr val="000000"/>
                </a:solidFill>
                <a:latin typeface="Arial"/>
                <a:cs typeface="Arial"/>
              </a:rPr>
              <a:t>Barber’s</a:t>
            </a:r>
            <a:r>
              <a:rPr sz="8000" b="0" spc="10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8000" b="0" spc="155" dirty="0">
                <a:solidFill>
                  <a:srgbClr val="000000"/>
                </a:solidFill>
                <a:latin typeface="Arial"/>
                <a:cs typeface="Arial"/>
              </a:rPr>
              <a:t>pole</a:t>
            </a:r>
            <a:r>
              <a:rPr sz="8000" b="0" spc="1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8000" b="0" spc="85" dirty="0">
                <a:solidFill>
                  <a:srgbClr val="000000"/>
                </a:solidFill>
                <a:latin typeface="Arial"/>
                <a:cs typeface="Arial"/>
              </a:rPr>
              <a:t>illusion</a:t>
            </a:r>
            <a:endParaRPr sz="8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50393" y="3020942"/>
            <a:ext cx="6993065" cy="4370665"/>
          </a:xfrm>
          <a:prstGeom prst="rect">
            <a:avLst/>
          </a:prstGeom>
        </p:spPr>
      </p:pic>
      <p:pic>
        <p:nvPicPr>
          <p:cNvPr id="6" name="Picture 4" descr="Barber Pole GIF - Barber pole - Discover &amp; Share GIFs">
            <a:extLst>
              <a:ext uri="{FF2B5EF4-FFF2-40B4-BE49-F238E27FC236}">
                <a16:creationId xmlns:a16="http://schemas.microsoft.com/office/drawing/2014/main" id="{6B48D41F-0AB8-C8F1-0A82-718CC932F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600" y="3352800"/>
            <a:ext cx="3584408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7731" rIns="0" bIns="0" rtlCol="0">
            <a:spAutoFit/>
          </a:bodyPr>
          <a:lstStyle/>
          <a:p>
            <a:pPr marL="1151890">
              <a:lnSpc>
                <a:spcPct val="100000"/>
              </a:lnSpc>
              <a:spcBef>
                <a:spcPts val="100"/>
              </a:spcBef>
            </a:pPr>
            <a:r>
              <a:rPr sz="8000" b="0" spc="-10" dirty="0">
                <a:solidFill>
                  <a:srgbClr val="000000"/>
                </a:solidFill>
                <a:latin typeface="Arial"/>
                <a:cs typeface="Arial"/>
              </a:rPr>
              <a:t>Barber’s</a:t>
            </a:r>
            <a:r>
              <a:rPr sz="8000" b="0" spc="10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8000" b="0" spc="155" dirty="0">
                <a:solidFill>
                  <a:srgbClr val="000000"/>
                </a:solidFill>
                <a:latin typeface="Arial"/>
                <a:cs typeface="Arial"/>
              </a:rPr>
              <a:t>pole</a:t>
            </a:r>
            <a:r>
              <a:rPr sz="8000" b="0" spc="1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8000" b="0" spc="85" dirty="0">
                <a:solidFill>
                  <a:srgbClr val="000000"/>
                </a:solidFill>
                <a:latin typeface="Arial"/>
                <a:cs typeface="Arial"/>
              </a:rPr>
              <a:t>illusion</a:t>
            </a:r>
            <a:endParaRPr sz="80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0961" y="2603499"/>
            <a:ext cx="11282878" cy="6346619"/>
          </a:xfrm>
          <a:prstGeom prst="rect">
            <a:avLst/>
          </a:prstGeom>
        </p:spPr>
      </p:pic>
      <p:pic>
        <p:nvPicPr>
          <p:cNvPr id="4" name="Picture 4" descr="Barber Pole GIF - Barber pole - Discover &amp; Share GIFs">
            <a:extLst>
              <a:ext uri="{FF2B5EF4-FFF2-40B4-BE49-F238E27FC236}">
                <a16:creationId xmlns:a16="http://schemas.microsoft.com/office/drawing/2014/main" id="{AA42A396-104A-D12F-6A31-9739BECAE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600" y="3352800"/>
            <a:ext cx="3584408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61165" y="3157146"/>
            <a:ext cx="4328795" cy="4064000"/>
            <a:chOff x="4061165" y="3157146"/>
            <a:chExt cx="4328795" cy="4064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78423" y="4069079"/>
              <a:ext cx="2008631" cy="20086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7523" y="4119962"/>
              <a:ext cx="1905000" cy="1905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19011" y="3963881"/>
              <a:ext cx="2303523" cy="267444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61165" y="3157146"/>
              <a:ext cx="4328594" cy="406400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7731" rIns="0" bIns="0" rtlCol="0">
            <a:spAutoFit/>
          </a:bodyPr>
          <a:lstStyle/>
          <a:p>
            <a:pPr marL="1849755">
              <a:lnSpc>
                <a:spcPct val="100000"/>
              </a:lnSpc>
              <a:spcBef>
                <a:spcPts val="100"/>
              </a:spcBef>
            </a:pPr>
            <a:r>
              <a:rPr sz="8000" b="0" spc="95" dirty="0">
                <a:solidFill>
                  <a:srgbClr val="000000"/>
                </a:solidFill>
                <a:latin typeface="Arial"/>
                <a:cs typeface="Arial"/>
              </a:rPr>
              <a:t>Aperture</a:t>
            </a:r>
            <a:r>
              <a:rPr sz="8000" b="0" spc="6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8000" b="0" spc="-10" dirty="0">
                <a:solidFill>
                  <a:srgbClr val="000000"/>
                </a:solidFill>
                <a:latin typeface="Arial"/>
                <a:cs typeface="Arial"/>
              </a:rPr>
              <a:t>Problem</a:t>
            </a:r>
            <a:endParaRPr sz="8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68600" y="7997443"/>
            <a:ext cx="746823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In</a:t>
            </a:r>
            <a:r>
              <a:rPr sz="3600" i="1" spc="-3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which</a:t>
            </a:r>
            <a:r>
              <a:rPr sz="3600" i="1" spc="-2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direction</a:t>
            </a:r>
            <a:r>
              <a:rPr sz="3600" i="1" spc="-2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is</a:t>
            </a:r>
            <a:r>
              <a:rPr sz="3600" i="1" spc="-2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the</a:t>
            </a:r>
            <a:r>
              <a:rPr sz="3600" i="1" spc="-2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line</a:t>
            </a:r>
            <a:r>
              <a:rPr sz="3600" i="1" spc="-2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spc="-10" dirty="0">
                <a:solidFill>
                  <a:srgbClr val="0365C0"/>
                </a:solidFill>
                <a:latin typeface="Helvetica"/>
                <a:cs typeface="Helvetica"/>
              </a:rPr>
              <a:t>moving?</a:t>
            </a:r>
            <a:endParaRPr sz="3600">
              <a:latin typeface="Helvetica"/>
              <a:cs typeface="Helvetic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68025" y="3105403"/>
            <a:ext cx="1736089" cy="7600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sz="2400" dirty="0">
                <a:latin typeface="Helvetica Light"/>
                <a:cs typeface="Helvetica Light"/>
              </a:rPr>
              <a:t>small</a:t>
            </a:r>
            <a:r>
              <a:rPr sz="2400" spc="-60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visible </a:t>
            </a:r>
            <a:r>
              <a:rPr sz="2400" dirty="0">
                <a:latin typeface="Helvetica Light"/>
                <a:cs typeface="Helvetica Light"/>
              </a:rPr>
              <a:t>image</a:t>
            </a:r>
            <a:r>
              <a:rPr sz="2400" spc="-65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patch</a:t>
            </a:r>
            <a:endParaRPr sz="2400">
              <a:latin typeface="Helvetica Light"/>
              <a:cs typeface="Helvetica Ligh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106364" y="3738614"/>
            <a:ext cx="3800356" cy="1418455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61165" y="3157146"/>
            <a:ext cx="4328795" cy="4064000"/>
            <a:chOff x="4061165" y="3157146"/>
            <a:chExt cx="4328795" cy="4064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78423" y="4069079"/>
              <a:ext cx="2008631" cy="20086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7523" y="4119962"/>
              <a:ext cx="1905000" cy="1905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19011" y="3328767"/>
              <a:ext cx="2303523" cy="267444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61165" y="3157146"/>
              <a:ext cx="4328594" cy="406400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7731" rIns="0" bIns="0" rtlCol="0">
            <a:spAutoFit/>
          </a:bodyPr>
          <a:lstStyle/>
          <a:p>
            <a:pPr marL="1849755">
              <a:lnSpc>
                <a:spcPct val="100000"/>
              </a:lnSpc>
              <a:spcBef>
                <a:spcPts val="100"/>
              </a:spcBef>
            </a:pPr>
            <a:r>
              <a:rPr sz="8000" b="0" spc="95" dirty="0">
                <a:solidFill>
                  <a:srgbClr val="000000"/>
                </a:solidFill>
                <a:latin typeface="Arial"/>
                <a:cs typeface="Arial"/>
              </a:rPr>
              <a:t>Aperture</a:t>
            </a:r>
            <a:r>
              <a:rPr sz="8000" b="0" spc="6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8000" b="0" spc="-10" dirty="0">
                <a:solidFill>
                  <a:srgbClr val="000000"/>
                </a:solidFill>
                <a:latin typeface="Arial"/>
                <a:cs typeface="Arial"/>
              </a:rPr>
              <a:t>Problem</a:t>
            </a:r>
            <a:endParaRPr sz="8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68600" y="7997443"/>
            <a:ext cx="746823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In</a:t>
            </a:r>
            <a:r>
              <a:rPr sz="3600" i="1" spc="-3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which</a:t>
            </a:r>
            <a:r>
              <a:rPr sz="3600" i="1" spc="-2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direction</a:t>
            </a:r>
            <a:r>
              <a:rPr sz="3600" i="1" spc="-2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is</a:t>
            </a:r>
            <a:r>
              <a:rPr sz="3600" i="1" spc="-2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the</a:t>
            </a:r>
            <a:r>
              <a:rPr sz="3600" i="1" spc="-2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line</a:t>
            </a:r>
            <a:r>
              <a:rPr sz="3600" i="1" spc="-2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spc="-10" dirty="0">
                <a:solidFill>
                  <a:srgbClr val="0365C0"/>
                </a:solidFill>
                <a:latin typeface="Helvetica"/>
                <a:cs typeface="Helvetica"/>
              </a:rPr>
              <a:t>moving?</a:t>
            </a:r>
            <a:endParaRPr sz="3600">
              <a:latin typeface="Helvetica"/>
              <a:cs typeface="Helvetic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68025" y="3105403"/>
            <a:ext cx="1736089" cy="7600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sz="2400" dirty="0">
                <a:latin typeface="Helvetica Light"/>
                <a:cs typeface="Helvetica Light"/>
              </a:rPr>
              <a:t>small</a:t>
            </a:r>
            <a:r>
              <a:rPr sz="2400" spc="-60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visible </a:t>
            </a:r>
            <a:r>
              <a:rPr sz="2400" dirty="0">
                <a:latin typeface="Helvetica Light"/>
                <a:cs typeface="Helvetica Light"/>
              </a:rPr>
              <a:t>image</a:t>
            </a:r>
            <a:r>
              <a:rPr sz="2400" spc="-65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patch</a:t>
            </a:r>
            <a:endParaRPr sz="2400">
              <a:latin typeface="Helvetica Light"/>
              <a:cs typeface="Helvetica Ligh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106364" y="3738614"/>
            <a:ext cx="3800356" cy="1418455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19011" y="3963882"/>
            <a:ext cx="2368550" cy="2674620"/>
            <a:chOff x="5319011" y="3963882"/>
            <a:chExt cx="2368550" cy="26746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78423" y="4069079"/>
              <a:ext cx="2008631" cy="20086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7523" y="4119962"/>
              <a:ext cx="1905000" cy="1905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19011" y="3963882"/>
              <a:ext cx="2303523" cy="267444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7731" rIns="0" bIns="0" rtlCol="0">
            <a:spAutoFit/>
          </a:bodyPr>
          <a:lstStyle/>
          <a:p>
            <a:pPr marL="1849755">
              <a:lnSpc>
                <a:spcPct val="100000"/>
              </a:lnSpc>
              <a:spcBef>
                <a:spcPts val="100"/>
              </a:spcBef>
            </a:pPr>
            <a:r>
              <a:rPr sz="8000" b="0" spc="95" dirty="0">
                <a:solidFill>
                  <a:srgbClr val="000000"/>
                </a:solidFill>
                <a:latin typeface="Arial"/>
                <a:cs typeface="Arial"/>
              </a:rPr>
              <a:t>Aperture</a:t>
            </a:r>
            <a:r>
              <a:rPr sz="8000" b="0" spc="6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8000" b="0" spc="-10" dirty="0">
                <a:solidFill>
                  <a:srgbClr val="000000"/>
                </a:solidFill>
                <a:latin typeface="Arial"/>
                <a:cs typeface="Arial"/>
              </a:rPr>
              <a:t>Problem</a:t>
            </a:r>
            <a:endParaRPr sz="8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19011" y="3328767"/>
            <a:ext cx="2368550" cy="2749550"/>
            <a:chOff x="5319011" y="3328767"/>
            <a:chExt cx="2368550" cy="27495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78423" y="4069079"/>
              <a:ext cx="2008631" cy="20086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7523" y="4119962"/>
              <a:ext cx="1905000" cy="1905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19011" y="3328767"/>
              <a:ext cx="2303523" cy="267444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7731" rIns="0" bIns="0" rtlCol="0">
            <a:spAutoFit/>
          </a:bodyPr>
          <a:lstStyle/>
          <a:p>
            <a:pPr marL="1849755">
              <a:lnSpc>
                <a:spcPct val="100000"/>
              </a:lnSpc>
              <a:spcBef>
                <a:spcPts val="100"/>
              </a:spcBef>
            </a:pPr>
            <a:r>
              <a:rPr sz="8000" b="0" spc="95" dirty="0">
                <a:solidFill>
                  <a:srgbClr val="000000"/>
                </a:solidFill>
                <a:latin typeface="Arial"/>
                <a:cs typeface="Arial"/>
              </a:rPr>
              <a:t>Aperture</a:t>
            </a:r>
            <a:r>
              <a:rPr sz="8000" b="0" spc="6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8000" b="0" spc="-10" dirty="0">
                <a:solidFill>
                  <a:srgbClr val="000000"/>
                </a:solidFill>
                <a:latin typeface="Arial"/>
                <a:cs typeface="Arial"/>
              </a:rPr>
              <a:t>Problem</a:t>
            </a:r>
            <a:endParaRPr sz="8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59935" y="3151632"/>
            <a:ext cx="4331335" cy="4072254"/>
            <a:chOff x="4059935" y="3151632"/>
            <a:chExt cx="4331335" cy="407225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78423" y="4069080"/>
              <a:ext cx="2008631" cy="20086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7523" y="4119962"/>
              <a:ext cx="1905000" cy="1905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19011" y="3963882"/>
              <a:ext cx="2303523" cy="267444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59935" y="3151632"/>
              <a:ext cx="4331208" cy="4072127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7731" rIns="0" bIns="0" rtlCol="0">
            <a:spAutoFit/>
          </a:bodyPr>
          <a:lstStyle/>
          <a:p>
            <a:pPr marL="1849755">
              <a:lnSpc>
                <a:spcPct val="100000"/>
              </a:lnSpc>
              <a:spcBef>
                <a:spcPts val="100"/>
              </a:spcBef>
            </a:pPr>
            <a:r>
              <a:rPr sz="8000" b="0" spc="95" dirty="0">
                <a:solidFill>
                  <a:srgbClr val="000000"/>
                </a:solidFill>
                <a:latin typeface="Arial"/>
                <a:cs typeface="Arial"/>
              </a:rPr>
              <a:t>Aperture</a:t>
            </a:r>
            <a:r>
              <a:rPr sz="8000" b="0" spc="6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8000" b="0" spc="-10" dirty="0">
                <a:solidFill>
                  <a:srgbClr val="000000"/>
                </a:solidFill>
                <a:latin typeface="Arial"/>
                <a:cs typeface="Arial"/>
              </a:rPr>
              <a:t>Problem</a:t>
            </a:r>
            <a:endParaRPr sz="8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59935" y="3151632"/>
            <a:ext cx="4331335" cy="4072254"/>
            <a:chOff x="4059935" y="3151632"/>
            <a:chExt cx="4331335" cy="407225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78423" y="4069080"/>
              <a:ext cx="2008631" cy="20086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7523" y="4119962"/>
              <a:ext cx="1905000" cy="1905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19011" y="3328767"/>
              <a:ext cx="2303523" cy="267444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59935" y="3151632"/>
              <a:ext cx="4331208" cy="4072127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7731" rIns="0" bIns="0" rtlCol="0">
            <a:spAutoFit/>
          </a:bodyPr>
          <a:lstStyle/>
          <a:p>
            <a:pPr marL="1849755">
              <a:lnSpc>
                <a:spcPct val="100000"/>
              </a:lnSpc>
              <a:spcBef>
                <a:spcPts val="100"/>
              </a:spcBef>
            </a:pPr>
            <a:r>
              <a:rPr sz="8000" b="0" spc="95" dirty="0">
                <a:solidFill>
                  <a:srgbClr val="000000"/>
                </a:solidFill>
                <a:latin typeface="Arial"/>
                <a:cs typeface="Arial"/>
              </a:rPr>
              <a:t>Aperture</a:t>
            </a:r>
            <a:r>
              <a:rPr sz="8000" b="0" spc="6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8000" b="0" spc="-10" dirty="0">
                <a:solidFill>
                  <a:srgbClr val="000000"/>
                </a:solidFill>
                <a:latin typeface="Arial"/>
                <a:cs typeface="Arial"/>
              </a:rPr>
              <a:t>Problem</a:t>
            </a:r>
            <a:endParaRPr sz="8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61165" y="3157146"/>
            <a:ext cx="4328795" cy="4064000"/>
            <a:chOff x="4061165" y="3157146"/>
            <a:chExt cx="4328795" cy="4064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78423" y="4069079"/>
              <a:ext cx="2008631" cy="20086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7523" y="4119962"/>
              <a:ext cx="1905000" cy="1905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15412" y="4734628"/>
              <a:ext cx="2140620" cy="225630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61165" y="3157146"/>
              <a:ext cx="4328594" cy="406400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593323" y="7948676"/>
            <a:ext cx="8154034" cy="112014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94765" marR="5080" indent="-1282700">
              <a:lnSpc>
                <a:spcPts val="4300"/>
              </a:lnSpc>
              <a:spcBef>
                <a:spcPts val="215"/>
              </a:spcBef>
            </a:pP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Want</a:t>
            </a:r>
            <a:r>
              <a:rPr b="0" spc="-6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patches</a:t>
            </a:r>
            <a:r>
              <a:rPr b="0" spc="-5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with</a:t>
            </a:r>
            <a:r>
              <a:rPr b="0" spc="-5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different</a:t>
            </a:r>
            <a:r>
              <a:rPr b="0" spc="-5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gradients</a:t>
            </a:r>
            <a:r>
              <a:rPr b="0" spc="-5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spc="-25" dirty="0">
                <a:solidFill>
                  <a:srgbClr val="000000"/>
                </a:solidFill>
                <a:latin typeface="Helvetica Light"/>
                <a:cs typeface="Helvetica Light"/>
              </a:rPr>
              <a:t>to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the</a:t>
            </a:r>
            <a:r>
              <a:rPr b="0" spc="-4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avoid</a:t>
            </a:r>
            <a:r>
              <a:rPr b="0" spc="-4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aperture</a:t>
            </a:r>
            <a:r>
              <a:rPr b="0" spc="-4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problem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61165" y="3157146"/>
            <a:ext cx="4328795" cy="4064000"/>
            <a:chOff x="4061165" y="3157146"/>
            <a:chExt cx="4328795" cy="4064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78423" y="4069079"/>
              <a:ext cx="2008631" cy="20086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7523" y="4119962"/>
              <a:ext cx="1905000" cy="1905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55213" y="4510387"/>
              <a:ext cx="2140620" cy="225630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61165" y="3157146"/>
              <a:ext cx="4328594" cy="406400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593323" y="7948676"/>
            <a:ext cx="8154034" cy="112014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94765" marR="5080" indent="-1282700">
              <a:lnSpc>
                <a:spcPts val="4300"/>
              </a:lnSpc>
              <a:spcBef>
                <a:spcPts val="215"/>
              </a:spcBef>
            </a:pP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Want</a:t>
            </a:r>
            <a:r>
              <a:rPr b="0" spc="-6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patches</a:t>
            </a:r>
            <a:r>
              <a:rPr b="0" spc="-5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with</a:t>
            </a:r>
            <a:r>
              <a:rPr b="0" spc="-5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different</a:t>
            </a:r>
            <a:r>
              <a:rPr b="0" spc="-5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gradients</a:t>
            </a:r>
            <a:r>
              <a:rPr b="0" spc="-5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spc="-25" dirty="0">
                <a:solidFill>
                  <a:srgbClr val="000000"/>
                </a:solidFill>
                <a:latin typeface="Helvetica Light"/>
                <a:cs typeface="Helvetica Light"/>
              </a:rPr>
              <a:t>to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the</a:t>
            </a:r>
            <a:r>
              <a:rPr b="0" spc="-4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avoid</a:t>
            </a:r>
            <a:r>
              <a:rPr b="0" spc="-4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aperture</a:t>
            </a:r>
            <a:r>
              <a:rPr b="0" spc="-4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problem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68567" y="2118360"/>
            <a:ext cx="737870" cy="737870"/>
            <a:chOff x="6068567" y="2118360"/>
            <a:chExt cx="737870" cy="7378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68567" y="2118360"/>
              <a:ext cx="737615" cy="73761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09072" y="2132924"/>
              <a:ext cx="657090" cy="657090"/>
            </a:xfrm>
            <a:prstGeom prst="rect">
              <a:avLst/>
            </a:prstGeom>
          </p:spPr>
        </p:pic>
      </p:grp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151563" y="1466850"/>
          <a:ext cx="1775460" cy="1774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38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496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96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2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2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2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2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96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3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3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3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3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96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4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4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4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4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96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5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5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5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5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002964" y="1466850"/>
          <a:ext cx="1775460" cy="1774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38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496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-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-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-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-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96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-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96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-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2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2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2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96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-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3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3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3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96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-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4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4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00" spc="-50" dirty="0">
                          <a:latin typeface="Helvetica Light"/>
                          <a:cs typeface="Helvetica Light"/>
                        </a:rPr>
                        <a:t>4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3120644" y="1435112"/>
            <a:ext cx="1974214" cy="2021205"/>
          </a:xfrm>
          <a:custGeom>
            <a:avLst/>
            <a:gdLst/>
            <a:ahLst/>
            <a:cxnLst/>
            <a:rect l="l" t="t" r="r" b="b"/>
            <a:pathLst>
              <a:path w="1974214" h="2021204">
                <a:moveTo>
                  <a:pt x="1973668" y="38100"/>
                </a:moveTo>
                <a:lnTo>
                  <a:pt x="1948268" y="25400"/>
                </a:lnTo>
                <a:lnTo>
                  <a:pt x="1897468" y="0"/>
                </a:lnTo>
                <a:lnTo>
                  <a:pt x="1897468" y="25400"/>
                </a:lnTo>
                <a:lnTo>
                  <a:pt x="25400" y="25387"/>
                </a:lnTo>
                <a:lnTo>
                  <a:pt x="25400" y="31737"/>
                </a:lnTo>
                <a:lnTo>
                  <a:pt x="25400" y="50787"/>
                </a:lnTo>
                <a:lnTo>
                  <a:pt x="25400" y="1944776"/>
                </a:lnTo>
                <a:lnTo>
                  <a:pt x="0" y="1944776"/>
                </a:lnTo>
                <a:lnTo>
                  <a:pt x="38100" y="2020976"/>
                </a:lnTo>
                <a:lnTo>
                  <a:pt x="69850" y="1957489"/>
                </a:lnTo>
                <a:lnTo>
                  <a:pt x="76200" y="1944776"/>
                </a:lnTo>
                <a:lnTo>
                  <a:pt x="50800" y="1944776"/>
                </a:lnTo>
                <a:lnTo>
                  <a:pt x="50800" y="50800"/>
                </a:lnTo>
                <a:lnTo>
                  <a:pt x="1897468" y="50800"/>
                </a:lnTo>
                <a:lnTo>
                  <a:pt x="1897468" y="76200"/>
                </a:lnTo>
                <a:lnTo>
                  <a:pt x="1948268" y="50800"/>
                </a:lnTo>
                <a:lnTo>
                  <a:pt x="1910168" y="50800"/>
                </a:lnTo>
                <a:lnTo>
                  <a:pt x="1948268" y="50787"/>
                </a:lnTo>
                <a:lnTo>
                  <a:pt x="1973668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871820" y="3208020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latin typeface="Helvetica"/>
                <a:cs typeface="Helvetica"/>
              </a:rPr>
              <a:t>y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81724" y="1339595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latin typeface="Helvetica"/>
                <a:cs typeface="Helvetica"/>
              </a:rPr>
              <a:t>x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959344" y="1435112"/>
            <a:ext cx="1974214" cy="2021205"/>
          </a:xfrm>
          <a:custGeom>
            <a:avLst/>
            <a:gdLst/>
            <a:ahLst/>
            <a:cxnLst/>
            <a:rect l="l" t="t" r="r" b="b"/>
            <a:pathLst>
              <a:path w="1974215" h="2021204">
                <a:moveTo>
                  <a:pt x="1973668" y="38100"/>
                </a:moveTo>
                <a:lnTo>
                  <a:pt x="1948268" y="25400"/>
                </a:lnTo>
                <a:lnTo>
                  <a:pt x="1897468" y="0"/>
                </a:lnTo>
                <a:lnTo>
                  <a:pt x="1897468" y="25400"/>
                </a:lnTo>
                <a:lnTo>
                  <a:pt x="25400" y="25387"/>
                </a:lnTo>
                <a:lnTo>
                  <a:pt x="25400" y="31737"/>
                </a:lnTo>
                <a:lnTo>
                  <a:pt x="25400" y="50787"/>
                </a:lnTo>
                <a:lnTo>
                  <a:pt x="25400" y="1944776"/>
                </a:lnTo>
                <a:lnTo>
                  <a:pt x="0" y="1944776"/>
                </a:lnTo>
                <a:lnTo>
                  <a:pt x="38100" y="2020976"/>
                </a:lnTo>
                <a:lnTo>
                  <a:pt x="69850" y="1957489"/>
                </a:lnTo>
                <a:lnTo>
                  <a:pt x="76200" y="1944776"/>
                </a:lnTo>
                <a:lnTo>
                  <a:pt x="50800" y="1944776"/>
                </a:lnTo>
                <a:lnTo>
                  <a:pt x="50800" y="50800"/>
                </a:lnTo>
                <a:lnTo>
                  <a:pt x="1897468" y="50800"/>
                </a:lnTo>
                <a:lnTo>
                  <a:pt x="1897468" y="76200"/>
                </a:lnTo>
                <a:lnTo>
                  <a:pt x="1948268" y="50800"/>
                </a:lnTo>
                <a:lnTo>
                  <a:pt x="1910168" y="50800"/>
                </a:lnTo>
                <a:lnTo>
                  <a:pt x="1948268" y="50787"/>
                </a:lnTo>
                <a:lnTo>
                  <a:pt x="1973668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710521" y="3208020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latin typeface="Helvetica"/>
                <a:cs typeface="Helvetica"/>
              </a:rPr>
              <a:t>y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020424" y="1339595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latin typeface="Helvetica"/>
                <a:cs typeface="Helvetica"/>
              </a:rPr>
              <a:t>x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09561" y="1617980"/>
            <a:ext cx="23653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Helvetica Light"/>
                <a:cs typeface="Helvetica Light"/>
              </a:rPr>
              <a:t>optical</a:t>
            </a:r>
            <a:r>
              <a:rPr sz="2400" spc="-40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flow:</a:t>
            </a:r>
            <a:r>
              <a:rPr sz="2400" spc="-45" dirty="0">
                <a:latin typeface="Helvetica Light"/>
                <a:cs typeface="Helvetica Light"/>
              </a:rPr>
              <a:t> </a:t>
            </a:r>
            <a:r>
              <a:rPr sz="2400" spc="-20" dirty="0">
                <a:latin typeface="Helvetica Light"/>
                <a:cs typeface="Helvetica Light"/>
              </a:rPr>
              <a:t>(1,1)</a:t>
            </a:r>
            <a:endParaRPr sz="2400">
              <a:latin typeface="Helvetica Light"/>
              <a:cs typeface="Helvetica Ligh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352209" y="795019"/>
            <a:ext cx="13608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0" dirty="0">
                <a:solidFill>
                  <a:srgbClr val="000000"/>
                </a:solidFill>
                <a:latin typeface="Helvetica Light"/>
                <a:cs typeface="Helvetica Light"/>
              </a:rPr>
              <a:t>H(x,y)</a:t>
            </a:r>
            <a:r>
              <a:rPr sz="2400" b="0" spc="-4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400" b="0" dirty="0">
                <a:solidFill>
                  <a:srgbClr val="000000"/>
                </a:solidFill>
                <a:latin typeface="Helvetica Light"/>
                <a:cs typeface="Helvetica Light"/>
              </a:rPr>
              <a:t>=</a:t>
            </a:r>
            <a:r>
              <a:rPr sz="2400" b="0" spc="-4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400" b="0" spc="-50" dirty="0">
                <a:solidFill>
                  <a:srgbClr val="000000"/>
                </a:solidFill>
                <a:latin typeface="Helvetica Light"/>
                <a:cs typeface="Helvetica Light"/>
              </a:rPr>
              <a:t>y</a:t>
            </a:r>
            <a:endParaRPr sz="2400">
              <a:latin typeface="Helvetica Light"/>
              <a:cs typeface="Helvetica Ligh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95348" y="795019"/>
            <a:ext cx="701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Helvetica Light"/>
                <a:cs typeface="Helvetica Light"/>
              </a:rPr>
              <a:t>I(x,y)</a:t>
            </a:r>
            <a:endParaRPr sz="2400">
              <a:latin typeface="Helvetica Light"/>
              <a:cs typeface="Helvetica Light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72050" y="6682467"/>
            <a:ext cx="5158947" cy="381001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22411" y="4162393"/>
            <a:ext cx="3430413" cy="431801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73065" y="6113064"/>
            <a:ext cx="1754605" cy="381001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33907" y="5543660"/>
            <a:ext cx="1832919" cy="381001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177521" y="5898937"/>
            <a:ext cx="1201615" cy="381001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2058987" y="7591044"/>
            <a:ext cx="8887460" cy="9982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3829"/>
              </a:lnSpc>
              <a:spcBef>
                <a:spcPts val="100"/>
              </a:spcBef>
            </a:pPr>
            <a:r>
              <a:rPr sz="3200" dirty="0">
                <a:latin typeface="Helvetica Light"/>
                <a:cs typeface="Helvetica Light"/>
              </a:rPr>
              <a:t>We</a:t>
            </a:r>
            <a:r>
              <a:rPr sz="3200" spc="-30" dirty="0">
                <a:latin typeface="Helvetica Light"/>
                <a:cs typeface="Helvetica Light"/>
              </a:rPr>
              <a:t> </a:t>
            </a:r>
            <a:r>
              <a:rPr sz="3200" dirty="0">
                <a:latin typeface="Helvetica Light"/>
                <a:cs typeface="Helvetica Light"/>
              </a:rPr>
              <a:t>recover</a:t>
            </a:r>
            <a:r>
              <a:rPr sz="3200" spc="-25" dirty="0">
                <a:latin typeface="Helvetica Light"/>
                <a:cs typeface="Helvetica Light"/>
              </a:rPr>
              <a:t> </a:t>
            </a:r>
            <a:r>
              <a:rPr sz="3200" dirty="0">
                <a:latin typeface="Helvetica Light"/>
                <a:cs typeface="Helvetica Light"/>
              </a:rPr>
              <a:t>the</a:t>
            </a:r>
            <a:r>
              <a:rPr sz="3200" spc="-30" dirty="0">
                <a:latin typeface="Helvetica Light"/>
                <a:cs typeface="Helvetica Light"/>
              </a:rPr>
              <a:t> </a:t>
            </a:r>
            <a:r>
              <a:rPr sz="3200" dirty="0">
                <a:latin typeface="Helvetica Light"/>
                <a:cs typeface="Helvetica Light"/>
              </a:rPr>
              <a:t>v</a:t>
            </a:r>
            <a:r>
              <a:rPr sz="3200" spc="-20" dirty="0">
                <a:latin typeface="Helvetica Light"/>
                <a:cs typeface="Helvetica Light"/>
              </a:rPr>
              <a:t> </a:t>
            </a:r>
            <a:r>
              <a:rPr sz="3200" dirty="0">
                <a:latin typeface="Helvetica Light"/>
                <a:cs typeface="Helvetica Light"/>
              </a:rPr>
              <a:t>of</a:t>
            </a:r>
            <a:r>
              <a:rPr sz="3200" spc="-25" dirty="0">
                <a:latin typeface="Helvetica Light"/>
                <a:cs typeface="Helvetica Light"/>
              </a:rPr>
              <a:t> </a:t>
            </a:r>
            <a:r>
              <a:rPr sz="3200" dirty="0">
                <a:latin typeface="Helvetica Light"/>
                <a:cs typeface="Helvetica Light"/>
              </a:rPr>
              <a:t>the</a:t>
            </a:r>
            <a:r>
              <a:rPr sz="3200" spc="-25" dirty="0">
                <a:latin typeface="Helvetica Light"/>
                <a:cs typeface="Helvetica Light"/>
              </a:rPr>
              <a:t> </a:t>
            </a:r>
            <a:r>
              <a:rPr sz="3200" dirty="0">
                <a:latin typeface="Helvetica Light"/>
                <a:cs typeface="Helvetica Light"/>
              </a:rPr>
              <a:t>optical</a:t>
            </a:r>
            <a:r>
              <a:rPr sz="3200" spc="-20" dirty="0">
                <a:latin typeface="Helvetica Light"/>
                <a:cs typeface="Helvetica Light"/>
              </a:rPr>
              <a:t> </a:t>
            </a:r>
            <a:r>
              <a:rPr sz="3200" dirty="0">
                <a:latin typeface="Helvetica Light"/>
                <a:cs typeface="Helvetica Light"/>
              </a:rPr>
              <a:t>flow</a:t>
            </a:r>
            <a:r>
              <a:rPr sz="3200" spc="-20" dirty="0">
                <a:latin typeface="Helvetica Light"/>
                <a:cs typeface="Helvetica Light"/>
              </a:rPr>
              <a:t> </a:t>
            </a:r>
            <a:r>
              <a:rPr sz="3200" dirty="0">
                <a:latin typeface="Helvetica Light"/>
                <a:cs typeface="Helvetica Light"/>
              </a:rPr>
              <a:t>but</a:t>
            </a:r>
            <a:r>
              <a:rPr sz="3200" spc="-20" dirty="0">
                <a:latin typeface="Helvetica Light"/>
                <a:cs typeface="Helvetica Light"/>
              </a:rPr>
              <a:t> </a:t>
            </a:r>
            <a:r>
              <a:rPr sz="3200" dirty="0">
                <a:latin typeface="Helvetica Light"/>
                <a:cs typeface="Helvetica Light"/>
              </a:rPr>
              <a:t>not</a:t>
            </a:r>
            <a:r>
              <a:rPr sz="3200" spc="-25" dirty="0">
                <a:latin typeface="Helvetica Light"/>
                <a:cs typeface="Helvetica Light"/>
              </a:rPr>
              <a:t> </a:t>
            </a:r>
            <a:r>
              <a:rPr sz="3200" dirty="0">
                <a:latin typeface="Helvetica Light"/>
                <a:cs typeface="Helvetica Light"/>
              </a:rPr>
              <a:t>the</a:t>
            </a:r>
            <a:r>
              <a:rPr sz="3200" spc="-25" dirty="0">
                <a:latin typeface="Helvetica Light"/>
                <a:cs typeface="Helvetica Light"/>
              </a:rPr>
              <a:t> u.</a:t>
            </a:r>
            <a:endParaRPr sz="3200">
              <a:latin typeface="Helvetica Light"/>
              <a:cs typeface="Helvetica Light"/>
            </a:endParaRPr>
          </a:p>
          <a:p>
            <a:pPr algn="ctr">
              <a:lnSpc>
                <a:spcPts val="3829"/>
              </a:lnSpc>
            </a:pPr>
            <a:r>
              <a:rPr sz="3200" b="1" i="1" dirty="0">
                <a:latin typeface="Helvetica"/>
                <a:cs typeface="Helvetica"/>
              </a:rPr>
              <a:t>This</a:t>
            </a:r>
            <a:r>
              <a:rPr sz="3200" b="1" i="1" spc="-40" dirty="0">
                <a:latin typeface="Helvetica"/>
                <a:cs typeface="Helvetica"/>
              </a:rPr>
              <a:t> </a:t>
            </a:r>
            <a:r>
              <a:rPr sz="3200" b="1" i="1" dirty="0">
                <a:latin typeface="Helvetica"/>
                <a:cs typeface="Helvetica"/>
              </a:rPr>
              <a:t>is</a:t>
            </a:r>
            <a:r>
              <a:rPr sz="3200" b="1" i="1" spc="-30" dirty="0">
                <a:latin typeface="Helvetica"/>
                <a:cs typeface="Helvetica"/>
              </a:rPr>
              <a:t> </a:t>
            </a:r>
            <a:r>
              <a:rPr sz="3200" b="1" i="1" dirty="0">
                <a:latin typeface="Helvetica"/>
                <a:cs typeface="Helvetica"/>
              </a:rPr>
              <a:t>the</a:t>
            </a:r>
            <a:r>
              <a:rPr sz="3200" b="1" i="1" spc="-30" dirty="0">
                <a:latin typeface="Helvetica"/>
                <a:cs typeface="Helvetica"/>
              </a:rPr>
              <a:t> </a:t>
            </a:r>
            <a:r>
              <a:rPr sz="3200" b="1" i="1" dirty="0">
                <a:latin typeface="Helvetica"/>
                <a:cs typeface="Helvetica"/>
              </a:rPr>
              <a:t>aperture</a:t>
            </a:r>
            <a:r>
              <a:rPr sz="3200" b="1" i="1" spc="-30" dirty="0">
                <a:latin typeface="Helvetica"/>
                <a:cs typeface="Helvetica"/>
              </a:rPr>
              <a:t> </a:t>
            </a:r>
            <a:r>
              <a:rPr sz="3200" b="1" i="1" spc="-10" dirty="0">
                <a:latin typeface="Helvetica"/>
                <a:cs typeface="Helvetica"/>
              </a:rPr>
              <a:t>problem.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29488" y="4818379"/>
            <a:ext cx="28009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Helvetica"/>
                <a:cs typeface="Helvetica"/>
              </a:rPr>
              <a:t>Compute</a:t>
            </a:r>
            <a:r>
              <a:rPr sz="2400" b="1" spc="-65" dirty="0">
                <a:latin typeface="Helvetica"/>
                <a:cs typeface="Helvetica"/>
              </a:rPr>
              <a:t> </a:t>
            </a:r>
            <a:r>
              <a:rPr sz="2400" b="1" spc="-10" dirty="0">
                <a:latin typeface="Helvetica"/>
                <a:cs typeface="Helvetica"/>
              </a:rPr>
              <a:t>gradients</a:t>
            </a:r>
            <a:endParaRPr sz="2400">
              <a:latin typeface="Helvetica"/>
              <a:cs typeface="Helvetic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605709" y="4818379"/>
            <a:ext cx="1343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Helvetica"/>
                <a:cs typeface="Helvetica"/>
              </a:rPr>
              <a:t>Solution:</a:t>
            </a:r>
            <a:endParaRPr sz="2400">
              <a:latin typeface="Helvetica"/>
              <a:cs typeface="Helvetic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275576" y="5742432"/>
            <a:ext cx="993775" cy="744220"/>
            <a:chOff x="7275576" y="5742432"/>
            <a:chExt cx="993775" cy="744220"/>
          </a:xfrm>
        </p:grpSpPr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75576" y="5742432"/>
              <a:ext cx="993648" cy="74371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15234" y="5757586"/>
              <a:ext cx="914401" cy="66370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6387" y="3567684"/>
            <a:ext cx="9853930" cy="2463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22725" marR="5080" indent="-4010025">
              <a:lnSpc>
                <a:spcPct val="100000"/>
              </a:lnSpc>
              <a:spcBef>
                <a:spcPts val="100"/>
              </a:spcBef>
            </a:pPr>
            <a:r>
              <a:rPr sz="8000" b="0" spc="-45" dirty="0">
                <a:solidFill>
                  <a:srgbClr val="000000"/>
                </a:solidFill>
                <a:latin typeface="Helvetica Light"/>
                <a:cs typeface="Helvetica Light"/>
              </a:rPr>
              <a:t>Horn-</a:t>
            </a:r>
            <a:r>
              <a:rPr sz="8000" b="0" dirty="0">
                <a:solidFill>
                  <a:srgbClr val="000000"/>
                </a:solidFill>
                <a:latin typeface="Helvetica Light"/>
                <a:cs typeface="Helvetica Light"/>
              </a:rPr>
              <a:t>Schunck</a:t>
            </a:r>
            <a:r>
              <a:rPr sz="8000" b="0" spc="-29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8000"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optical </a:t>
            </a:r>
            <a:r>
              <a:rPr sz="8000" b="0" spc="-20" dirty="0">
                <a:solidFill>
                  <a:srgbClr val="000000"/>
                </a:solidFill>
                <a:latin typeface="Helvetica Light"/>
                <a:cs typeface="Helvetica Light"/>
              </a:rPr>
              <a:t>flow</a:t>
            </a:r>
            <a:endParaRPr sz="8000">
              <a:latin typeface="Helvetica Light"/>
              <a:cs typeface="Helvetica Light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5601" y="1968500"/>
            <a:ext cx="4192270" cy="112014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indent="457200">
              <a:lnSpc>
                <a:spcPts val="4300"/>
              </a:lnSpc>
              <a:spcBef>
                <a:spcPts val="215"/>
              </a:spcBef>
            </a:pPr>
            <a:r>
              <a:rPr spc="-30" dirty="0">
                <a:solidFill>
                  <a:srgbClr val="000000"/>
                </a:solidFill>
              </a:rPr>
              <a:t>Horn-</a:t>
            </a:r>
            <a:r>
              <a:rPr spc="-10" dirty="0">
                <a:solidFill>
                  <a:srgbClr val="000000"/>
                </a:solidFill>
              </a:rPr>
              <a:t>Schunck </a:t>
            </a:r>
            <a:r>
              <a:rPr dirty="0">
                <a:solidFill>
                  <a:srgbClr val="000000"/>
                </a:solidFill>
              </a:rPr>
              <a:t>Optical</a:t>
            </a:r>
            <a:r>
              <a:rPr spc="-10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Flow</a:t>
            </a:r>
            <a:r>
              <a:rPr spc="-9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(1981)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41188" y="1968500"/>
            <a:ext cx="4192270" cy="112014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indent="520700">
              <a:lnSpc>
                <a:spcPts val="4300"/>
              </a:lnSpc>
              <a:spcBef>
                <a:spcPts val="215"/>
              </a:spcBef>
            </a:pPr>
            <a:r>
              <a:rPr sz="3600" b="1" spc="-10" dirty="0">
                <a:latin typeface="Helvetica"/>
                <a:cs typeface="Helvetica"/>
              </a:rPr>
              <a:t>Lucas-Kanade </a:t>
            </a:r>
            <a:r>
              <a:rPr sz="3600" b="1" dirty="0">
                <a:latin typeface="Helvetica"/>
                <a:cs typeface="Helvetica"/>
              </a:rPr>
              <a:t>Optical</a:t>
            </a:r>
            <a:r>
              <a:rPr sz="3600" b="1" spc="-100" dirty="0">
                <a:latin typeface="Helvetica"/>
                <a:cs typeface="Helvetica"/>
              </a:rPr>
              <a:t> </a:t>
            </a:r>
            <a:r>
              <a:rPr sz="3600" b="1" dirty="0">
                <a:latin typeface="Helvetica"/>
                <a:cs typeface="Helvetica"/>
              </a:rPr>
              <a:t>Flow</a:t>
            </a:r>
            <a:r>
              <a:rPr sz="3600" b="1" spc="-95" dirty="0">
                <a:latin typeface="Helvetica"/>
                <a:cs typeface="Helvetica"/>
              </a:rPr>
              <a:t> </a:t>
            </a:r>
            <a:r>
              <a:rPr sz="3600" b="1" spc="-10" dirty="0">
                <a:latin typeface="Helvetica"/>
                <a:cs typeface="Helvetica"/>
              </a:rPr>
              <a:t>(1981)</a:t>
            </a:r>
            <a:endParaRPr sz="3600">
              <a:latin typeface="Helvetica"/>
              <a:cs typeface="Helvetic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15801" y="4513579"/>
            <a:ext cx="4041775" cy="276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0365C0"/>
                </a:solidFill>
                <a:latin typeface="Helvetica"/>
                <a:cs typeface="Helvetica"/>
              </a:rPr>
              <a:t>‘constant’</a:t>
            </a:r>
            <a:r>
              <a:rPr sz="3600" b="1" spc="-4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b="1" spc="-20" dirty="0">
                <a:solidFill>
                  <a:srgbClr val="0365C0"/>
                </a:solidFill>
                <a:latin typeface="Helvetica"/>
                <a:cs typeface="Helvetica"/>
              </a:rPr>
              <a:t>flow</a:t>
            </a:r>
            <a:endParaRPr sz="3600">
              <a:latin typeface="Helvetica"/>
              <a:cs typeface="Helvetica"/>
            </a:endParaRPr>
          </a:p>
          <a:p>
            <a:pPr algn="ctr">
              <a:lnSpc>
                <a:spcPct val="100000"/>
              </a:lnSpc>
              <a:spcBef>
                <a:spcPts val="70"/>
              </a:spcBef>
            </a:pPr>
            <a:r>
              <a:rPr sz="2400" dirty="0">
                <a:latin typeface="Helvetica Light"/>
                <a:cs typeface="Helvetica Light"/>
              </a:rPr>
              <a:t>(flow</a:t>
            </a:r>
            <a:r>
              <a:rPr sz="2400" spc="-40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is</a:t>
            </a:r>
            <a:r>
              <a:rPr sz="2400" spc="-40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constant</a:t>
            </a:r>
            <a:r>
              <a:rPr sz="2400" spc="-45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for</a:t>
            </a:r>
            <a:r>
              <a:rPr sz="2400" spc="-40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all</a:t>
            </a:r>
            <a:r>
              <a:rPr sz="2400" spc="-35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pixels)</a:t>
            </a:r>
            <a:endParaRPr sz="2400">
              <a:latin typeface="Helvetica Light"/>
              <a:cs typeface="Helvetica Light"/>
            </a:endParaRPr>
          </a:p>
          <a:p>
            <a:pPr>
              <a:lnSpc>
                <a:spcPct val="100000"/>
              </a:lnSpc>
            </a:pPr>
            <a:endParaRPr sz="2400">
              <a:latin typeface="Helvetica Light"/>
              <a:cs typeface="Helvetica Light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Helvetica Light"/>
              <a:cs typeface="Helvetica Light"/>
            </a:endParaRPr>
          </a:p>
          <a:p>
            <a:pPr marL="699770" marR="692785" algn="ctr">
              <a:lnSpc>
                <a:spcPts val="4300"/>
              </a:lnSpc>
            </a:pPr>
            <a:r>
              <a:rPr sz="3600" dirty="0">
                <a:latin typeface="Helvetica Light"/>
                <a:cs typeface="Helvetica Light"/>
              </a:rPr>
              <a:t>local</a:t>
            </a:r>
            <a:r>
              <a:rPr sz="3600" spc="-25" dirty="0">
                <a:latin typeface="Helvetica Light"/>
                <a:cs typeface="Helvetica Light"/>
              </a:rPr>
              <a:t> </a:t>
            </a:r>
            <a:r>
              <a:rPr sz="3600" spc="-10" dirty="0">
                <a:latin typeface="Helvetica Light"/>
                <a:cs typeface="Helvetica Light"/>
              </a:rPr>
              <a:t>method (sparse)</a:t>
            </a:r>
            <a:endParaRPr sz="3600">
              <a:latin typeface="Helvetica Light"/>
              <a:cs typeface="Helvetica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63676" y="4513579"/>
            <a:ext cx="4514850" cy="276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0365C0"/>
                </a:solidFill>
                <a:latin typeface="Helvetica"/>
                <a:cs typeface="Helvetica"/>
              </a:rPr>
              <a:t>‘smooth’</a:t>
            </a:r>
            <a:r>
              <a:rPr sz="3600" b="1" spc="-7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b="1" spc="-20" dirty="0">
                <a:solidFill>
                  <a:srgbClr val="0365C0"/>
                </a:solidFill>
                <a:latin typeface="Helvetica"/>
                <a:cs typeface="Helvetica"/>
              </a:rPr>
              <a:t>flow</a:t>
            </a:r>
            <a:endParaRPr sz="3600">
              <a:latin typeface="Helvetica"/>
              <a:cs typeface="Helvetica"/>
            </a:endParaRPr>
          </a:p>
          <a:p>
            <a:pPr algn="ctr">
              <a:lnSpc>
                <a:spcPct val="100000"/>
              </a:lnSpc>
              <a:spcBef>
                <a:spcPts val="70"/>
              </a:spcBef>
            </a:pPr>
            <a:r>
              <a:rPr sz="2400" dirty="0">
                <a:latin typeface="Helvetica Light"/>
                <a:cs typeface="Helvetica Light"/>
              </a:rPr>
              <a:t>(flow</a:t>
            </a:r>
            <a:r>
              <a:rPr sz="2400" spc="-40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can</a:t>
            </a:r>
            <a:r>
              <a:rPr sz="2400" spc="-45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vary</a:t>
            </a:r>
            <a:r>
              <a:rPr sz="2400" spc="-40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from</a:t>
            </a:r>
            <a:r>
              <a:rPr sz="2400" spc="-45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pixel</a:t>
            </a:r>
            <a:r>
              <a:rPr sz="2400" spc="-40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to</a:t>
            </a:r>
            <a:r>
              <a:rPr sz="2400" spc="-40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pixel)</a:t>
            </a:r>
            <a:endParaRPr sz="2400">
              <a:latin typeface="Helvetica Light"/>
              <a:cs typeface="Helvetica Light"/>
            </a:endParaRPr>
          </a:p>
          <a:p>
            <a:pPr>
              <a:lnSpc>
                <a:spcPct val="100000"/>
              </a:lnSpc>
            </a:pPr>
            <a:endParaRPr sz="2400">
              <a:latin typeface="Helvetica Light"/>
              <a:cs typeface="Helvetica Light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Helvetica Light"/>
              <a:cs typeface="Helvetica Light"/>
            </a:endParaRPr>
          </a:p>
          <a:p>
            <a:pPr marL="783590" marR="777240" algn="ctr">
              <a:lnSpc>
                <a:spcPts val="4300"/>
              </a:lnSpc>
            </a:pPr>
            <a:r>
              <a:rPr sz="3600" dirty="0">
                <a:latin typeface="Helvetica Light"/>
                <a:cs typeface="Helvetica Light"/>
              </a:rPr>
              <a:t>global</a:t>
            </a:r>
            <a:r>
              <a:rPr sz="3600" spc="-20" dirty="0">
                <a:latin typeface="Helvetica Light"/>
                <a:cs typeface="Helvetica Light"/>
              </a:rPr>
              <a:t> </a:t>
            </a:r>
            <a:r>
              <a:rPr sz="3600" spc="-10" dirty="0">
                <a:latin typeface="Helvetica Light"/>
                <a:cs typeface="Helvetica Light"/>
              </a:rPr>
              <a:t>method (dense)</a:t>
            </a:r>
            <a:endParaRPr sz="3600">
              <a:latin typeface="Helvetica Light"/>
              <a:cs typeface="Helvetica Light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8072" y="2316479"/>
            <a:ext cx="10329672" cy="68732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3722" rIns="0" bIns="0" rtlCol="0">
            <a:spAutoFit/>
          </a:bodyPr>
          <a:lstStyle/>
          <a:p>
            <a:pPr marL="3166110">
              <a:lnSpc>
                <a:spcPct val="100000"/>
              </a:lnSpc>
              <a:spcBef>
                <a:spcPts val="100"/>
              </a:spcBef>
            </a:pPr>
            <a:r>
              <a:rPr sz="8000"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Smoothness</a:t>
            </a:r>
            <a:endParaRPr sz="8000">
              <a:latin typeface="Helvetica Light"/>
              <a:cs typeface="Helvetica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76500" y="4001515"/>
            <a:ext cx="8051800" cy="1680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Helvetica"/>
                <a:cs typeface="Helvetica"/>
              </a:rPr>
              <a:t>most</a:t>
            </a:r>
            <a:r>
              <a:rPr sz="3600" b="1" spc="-20" dirty="0">
                <a:latin typeface="Helvetica"/>
                <a:cs typeface="Helvetica"/>
              </a:rPr>
              <a:t> </a:t>
            </a:r>
            <a:r>
              <a:rPr sz="3600" b="1" dirty="0">
                <a:latin typeface="Helvetica"/>
                <a:cs typeface="Helvetica"/>
              </a:rPr>
              <a:t>objects</a:t>
            </a:r>
            <a:r>
              <a:rPr sz="3600" b="1" spc="-20" dirty="0">
                <a:latin typeface="Helvetica"/>
                <a:cs typeface="Helvetica"/>
              </a:rPr>
              <a:t> </a:t>
            </a:r>
            <a:r>
              <a:rPr sz="3600" b="1" dirty="0">
                <a:latin typeface="Helvetica"/>
                <a:cs typeface="Helvetica"/>
              </a:rPr>
              <a:t>in</a:t>
            </a:r>
            <a:r>
              <a:rPr sz="3600" b="1" spc="-15" dirty="0">
                <a:latin typeface="Helvetica"/>
                <a:cs typeface="Helvetica"/>
              </a:rPr>
              <a:t> </a:t>
            </a:r>
            <a:r>
              <a:rPr sz="3600" b="1" dirty="0">
                <a:latin typeface="Helvetica"/>
                <a:cs typeface="Helvetica"/>
              </a:rPr>
              <a:t>the</a:t>
            </a:r>
            <a:r>
              <a:rPr sz="3600" b="1" spc="-20" dirty="0">
                <a:latin typeface="Helvetica"/>
                <a:cs typeface="Helvetica"/>
              </a:rPr>
              <a:t> </a:t>
            </a:r>
            <a:r>
              <a:rPr sz="3600" b="1" dirty="0">
                <a:latin typeface="Helvetica"/>
                <a:cs typeface="Helvetica"/>
              </a:rPr>
              <a:t>world</a:t>
            </a:r>
            <a:r>
              <a:rPr sz="3600" b="1" spc="-10" dirty="0">
                <a:latin typeface="Helvetica"/>
                <a:cs typeface="Helvetica"/>
              </a:rPr>
              <a:t> </a:t>
            </a:r>
            <a:r>
              <a:rPr sz="3600" b="1" dirty="0">
                <a:latin typeface="Helvetica"/>
                <a:cs typeface="Helvetica"/>
              </a:rPr>
              <a:t>are</a:t>
            </a:r>
            <a:r>
              <a:rPr sz="3600" b="1" spc="-20" dirty="0">
                <a:latin typeface="Helvetica"/>
                <a:cs typeface="Helvetica"/>
              </a:rPr>
              <a:t> </a:t>
            </a:r>
            <a:r>
              <a:rPr sz="3600" b="1" dirty="0">
                <a:latin typeface="Helvetica"/>
                <a:cs typeface="Helvetica"/>
              </a:rPr>
              <a:t>rigid</a:t>
            </a:r>
            <a:r>
              <a:rPr sz="3600" b="1" spc="-15" dirty="0">
                <a:latin typeface="Helvetica"/>
                <a:cs typeface="Helvetica"/>
              </a:rPr>
              <a:t> </a:t>
            </a:r>
            <a:r>
              <a:rPr sz="3600" b="1" spc="-25" dirty="0">
                <a:latin typeface="Helvetica"/>
                <a:cs typeface="Helvetica"/>
              </a:rPr>
              <a:t>or </a:t>
            </a:r>
            <a:r>
              <a:rPr sz="3600" b="1" dirty="0">
                <a:latin typeface="Helvetica"/>
                <a:cs typeface="Helvetica"/>
              </a:rPr>
              <a:t>deform</a:t>
            </a:r>
            <a:r>
              <a:rPr sz="3600" b="1" spc="-114" dirty="0">
                <a:latin typeface="Helvetica"/>
                <a:cs typeface="Helvetica"/>
              </a:rPr>
              <a:t> </a:t>
            </a:r>
            <a:r>
              <a:rPr sz="3600" b="1" spc="-10" dirty="0">
                <a:latin typeface="Helvetica"/>
                <a:cs typeface="Helvetica"/>
              </a:rPr>
              <a:t>elastically</a:t>
            </a:r>
            <a:endParaRPr sz="3600">
              <a:latin typeface="Helvetica"/>
              <a:cs typeface="Helvetica"/>
            </a:endParaRPr>
          </a:p>
          <a:p>
            <a:pPr algn="ctr">
              <a:lnSpc>
                <a:spcPct val="100000"/>
              </a:lnSpc>
              <a:spcBef>
                <a:spcPts val="70"/>
              </a:spcBef>
            </a:pPr>
            <a:r>
              <a:rPr sz="3600" b="1" dirty="0">
                <a:latin typeface="Helvetica"/>
                <a:cs typeface="Helvetica"/>
              </a:rPr>
              <a:t>moving</a:t>
            </a:r>
            <a:r>
              <a:rPr sz="3600" b="1" spc="-30" dirty="0">
                <a:latin typeface="Helvetica"/>
                <a:cs typeface="Helvetica"/>
              </a:rPr>
              <a:t> </a:t>
            </a:r>
            <a:r>
              <a:rPr sz="3600" b="1" dirty="0">
                <a:latin typeface="Helvetica"/>
                <a:cs typeface="Helvetica"/>
              </a:rPr>
              <a:t>together</a:t>
            </a:r>
            <a:r>
              <a:rPr sz="3600" b="1" spc="-20" dirty="0">
                <a:latin typeface="Helvetica"/>
                <a:cs typeface="Helvetica"/>
              </a:rPr>
              <a:t> </a:t>
            </a:r>
            <a:r>
              <a:rPr sz="3600" b="1" spc="-10" dirty="0">
                <a:latin typeface="Helvetica"/>
                <a:cs typeface="Helvetica"/>
              </a:rPr>
              <a:t>coherently</a:t>
            </a:r>
            <a:endParaRPr sz="3600">
              <a:latin typeface="Helvetica"/>
              <a:cs typeface="Helvetic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17700" y="7198867"/>
            <a:ext cx="91706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Helvetica"/>
                <a:cs typeface="Helvetica"/>
              </a:rPr>
              <a:t>we</a:t>
            </a:r>
            <a:r>
              <a:rPr sz="3600" b="1" spc="-45" dirty="0">
                <a:latin typeface="Helvetica"/>
                <a:cs typeface="Helvetica"/>
              </a:rPr>
              <a:t> </a:t>
            </a:r>
            <a:r>
              <a:rPr sz="3600" b="1" dirty="0">
                <a:latin typeface="Helvetica"/>
                <a:cs typeface="Helvetica"/>
              </a:rPr>
              <a:t>expect</a:t>
            </a:r>
            <a:r>
              <a:rPr sz="3600" b="1" spc="-40" dirty="0">
                <a:latin typeface="Helvetica"/>
                <a:cs typeface="Helvetica"/>
              </a:rPr>
              <a:t> </a:t>
            </a:r>
            <a:r>
              <a:rPr sz="3600" b="1" dirty="0">
                <a:latin typeface="Helvetica"/>
                <a:cs typeface="Helvetica"/>
              </a:rPr>
              <a:t>optical</a:t>
            </a:r>
            <a:r>
              <a:rPr sz="3600" b="1" spc="-40" dirty="0">
                <a:latin typeface="Helvetica"/>
                <a:cs typeface="Helvetica"/>
              </a:rPr>
              <a:t> </a:t>
            </a:r>
            <a:r>
              <a:rPr sz="3600" b="1" dirty="0">
                <a:latin typeface="Helvetica"/>
                <a:cs typeface="Helvetica"/>
              </a:rPr>
              <a:t>flow</a:t>
            </a:r>
            <a:r>
              <a:rPr sz="3600" b="1" spc="-45" dirty="0">
                <a:latin typeface="Helvetica"/>
                <a:cs typeface="Helvetica"/>
              </a:rPr>
              <a:t> </a:t>
            </a:r>
            <a:r>
              <a:rPr sz="3600" b="1" dirty="0">
                <a:latin typeface="Helvetica"/>
                <a:cs typeface="Helvetica"/>
              </a:rPr>
              <a:t>fields</a:t>
            </a:r>
            <a:r>
              <a:rPr sz="3600" b="1" spc="-40" dirty="0">
                <a:latin typeface="Helvetica"/>
                <a:cs typeface="Helvetica"/>
              </a:rPr>
              <a:t> </a:t>
            </a:r>
            <a:r>
              <a:rPr sz="3600" b="1" dirty="0">
                <a:latin typeface="Helvetica"/>
                <a:cs typeface="Helvetica"/>
              </a:rPr>
              <a:t>to</a:t>
            </a:r>
            <a:r>
              <a:rPr sz="3600" b="1" spc="-45" dirty="0">
                <a:latin typeface="Helvetica"/>
                <a:cs typeface="Helvetica"/>
              </a:rPr>
              <a:t> </a:t>
            </a:r>
            <a:r>
              <a:rPr sz="3600" b="1" dirty="0">
                <a:latin typeface="Helvetica"/>
                <a:cs typeface="Helvetica"/>
              </a:rPr>
              <a:t>be</a:t>
            </a:r>
            <a:r>
              <a:rPr sz="3600" b="1" spc="-40" dirty="0">
                <a:latin typeface="Helvetica"/>
                <a:cs typeface="Helvetica"/>
              </a:rPr>
              <a:t> </a:t>
            </a:r>
            <a:r>
              <a:rPr sz="3600" b="1" spc="-10" dirty="0">
                <a:latin typeface="Helvetica"/>
                <a:cs typeface="Helvetica"/>
              </a:rPr>
              <a:t>smooth</a:t>
            </a:r>
            <a:endParaRPr sz="36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0632" rIns="0" bIns="0" rtlCol="0">
            <a:spAutoFit/>
          </a:bodyPr>
          <a:lstStyle/>
          <a:p>
            <a:pPr marL="3956685">
              <a:lnSpc>
                <a:spcPct val="100000"/>
              </a:lnSpc>
              <a:spcBef>
                <a:spcPts val="1485"/>
              </a:spcBef>
            </a:pPr>
            <a:r>
              <a:rPr sz="8000" b="0" dirty="0">
                <a:solidFill>
                  <a:srgbClr val="000000"/>
                </a:solidFill>
                <a:latin typeface="Helvetica Light"/>
                <a:cs typeface="Helvetica Light"/>
              </a:rPr>
              <a:t>Key</a:t>
            </a:r>
            <a:r>
              <a:rPr sz="8000" b="0" spc="-10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8000" b="0" spc="-20" dirty="0">
                <a:solidFill>
                  <a:srgbClr val="000000"/>
                </a:solidFill>
                <a:latin typeface="Helvetica Light"/>
                <a:cs typeface="Helvetica Light"/>
              </a:rPr>
              <a:t>idea</a:t>
            </a:r>
            <a:endParaRPr sz="8000">
              <a:latin typeface="Helvetica Light"/>
              <a:cs typeface="Helvetica Light"/>
            </a:endParaRPr>
          </a:p>
          <a:p>
            <a:pPr marL="3902075">
              <a:lnSpc>
                <a:spcPct val="100000"/>
              </a:lnSpc>
              <a:spcBef>
                <a:spcPts val="415"/>
              </a:spcBef>
            </a:pPr>
            <a:r>
              <a:rPr sz="2400" b="0" dirty="0">
                <a:solidFill>
                  <a:srgbClr val="000000"/>
                </a:solidFill>
                <a:latin typeface="Helvetica Light"/>
                <a:cs typeface="Helvetica Light"/>
              </a:rPr>
              <a:t>(of</a:t>
            </a:r>
            <a:r>
              <a:rPr sz="2400" b="0" spc="-5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400" b="0" spc="-20" dirty="0">
                <a:solidFill>
                  <a:srgbClr val="000000"/>
                </a:solidFill>
                <a:latin typeface="Helvetica Light"/>
                <a:cs typeface="Helvetica Light"/>
              </a:rPr>
              <a:t>Horn-</a:t>
            </a:r>
            <a:r>
              <a:rPr sz="2400" b="0" dirty="0">
                <a:solidFill>
                  <a:srgbClr val="000000"/>
                </a:solidFill>
                <a:latin typeface="Helvetica Light"/>
                <a:cs typeface="Helvetica Light"/>
              </a:rPr>
              <a:t>Schunck</a:t>
            </a:r>
            <a:r>
              <a:rPr sz="2400" b="0" spc="-4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400" b="0" dirty="0">
                <a:solidFill>
                  <a:srgbClr val="000000"/>
                </a:solidFill>
                <a:latin typeface="Helvetica Light"/>
                <a:cs typeface="Helvetica Light"/>
              </a:rPr>
              <a:t>optical</a:t>
            </a:r>
            <a:r>
              <a:rPr sz="2400" b="0" spc="-3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flow)</a:t>
            </a:r>
            <a:endParaRPr sz="2400">
              <a:latin typeface="Helvetica Light"/>
              <a:cs typeface="Helvetica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4995">
              <a:lnSpc>
                <a:spcPts val="5030"/>
              </a:lnSpc>
              <a:spcBef>
                <a:spcPts val="100"/>
              </a:spcBef>
            </a:pPr>
            <a:r>
              <a:rPr spc="-10" dirty="0"/>
              <a:t>Enforce</a:t>
            </a:r>
          </a:p>
          <a:p>
            <a:pPr algn="ctr">
              <a:lnSpc>
                <a:spcPts val="5030"/>
              </a:lnSpc>
            </a:pPr>
            <a:r>
              <a:rPr b="1" dirty="0">
                <a:solidFill>
                  <a:srgbClr val="0433FF"/>
                </a:solidFill>
                <a:latin typeface="Helvetica"/>
                <a:cs typeface="Helvetica"/>
              </a:rPr>
              <a:t>brightness</a:t>
            </a:r>
            <a:r>
              <a:rPr b="1" spc="-90" dirty="0">
                <a:solidFill>
                  <a:srgbClr val="0433FF"/>
                </a:solidFill>
                <a:latin typeface="Helvetica"/>
                <a:cs typeface="Helvetica"/>
              </a:rPr>
              <a:t> </a:t>
            </a:r>
            <a:r>
              <a:rPr b="1" spc="-10" dirty="0">
                <a:solidFill>
                  <a:srgbClr val="0433FF"/>
                </a:solidFill>
                <a:latin typeface="Helvetica"/>
                <a:cs typeface="Helvetica"/>
              </a:rPr>
              <a:t>constancy</a:t>
            </a:r>
          </a:p>
          <a:p>
            <a:pPr marL="1791335">
              <a:lnSpc>
                <a:spcPts val="5015"/>
              </a:lnSpc>
              <a:spcBef>
                <a:spcPts val="4655"/>
              </a:spcBef>
            </a:pPr>
            <a:r>
              <a:rPr spc="-10" dirty="0"/>
              <a:t>Enforce</a:t>
            </a:r>
          </a:p>
          <a:p>
            <a:pPr marL="635" algn="ctr">
              <a:lnSpc>
                <a:spcPts val="5015"/>
              </a:lnSpc>
            </a:pPr>
            <a:r>
              <a:rPr b="1" dirty="0">
                <a:solidFill>
                  <a:srgbClr val="00C400"/>
                </a:solidFill>
                <a:latin typeface="Helvetica"/>
                <a:cs typeface="Helvetica"/>
              </a:rPr>
              <a:t>smooth</a:t>
            </a:r>
            <a:r>
              <a:rPr b="1" spc="-70" dirty="0">
                <a:solidFill>
                  <a:srgbClr val="00C400"/>
                </a:solidFill>
                <a:latin typeface="Helvetica"/>
                <a:cs typeface="Helvetica"/>
              </a:rPr>
              <a:t> </a:t>
            </a:r>
            <a:r>
              <a:rPr b="1" dirty="0">
                <a:solidFill>
                  <a:srgbClr val="00C400"/>
                </a:solidFill>
                <a:latin typeface="Helvetica"/>
                <a:cs typeface="Helvetica"/>
              </a:rPr>
              <a:t>flow</a:t>
            </a:r>
            <a:r>
              <a:rPr b="1" spc="-70" dirty="0">
                <a:solidFill>
                  <a:srgbClr val="00C400"/>
                </a:solidFill>
                <a:latin typeface="Helvetica"/>
                <a:cs typeface="Helvetica"/>
              </a:rPr>
              <a:t> </a:t>
            </a:r>
            <a:r>
              <a:rPr b="1" spc="-10" dirty="0">
                <a:solidFill>
                  <a:srgbClr val="00C400"/>
                </a:solidFill>
                <a:latin typeface="Helvetica"/>
                <a:cs typeface="Helvetica"/>
              </a:rPr>
              <a:t>field</a:t>
            </a:r>
          </a:p>
          <a:p>
            <a:pPr>
              <a:lnSpc>
                <a:spcPct val="100000"/>
              </a:lnSpc>
              <a:spcBef>
                <a:spcPts val="3235"/>
              </a:spcBef>
            </a:pPr>
            <a:endParaRPr b="1" spc="-10" dirty="0">
              <a:solidFill>
                <a:srgbClr val="00C400"/>
              </a:solidFill>
              <a:latin typeface="Helvetica"/>
              <a:cs typeface="Helvetica"/>
            </a:endParaRPr>
          </a:p>
          <a:p>
            <a:pPr algn="ctr">
              <a:lnSpc>
                <a:spcPct val="100000"/>
              </a:lnSpc>
            </a:pPr>
            <a:r>
              <a:rPr dirty="0"/>
              <a:t>to</a:t>
            </a:r>
            <a:r>
              <a:rPr spc="-70" dirty="0"/>
              <a:t> </a:t>
            </a:r>
            <a:r>
              <a:rPr dirty="0"/>
              <a:t>compute</a:t>
            </a:r>
            <a:r>
              <a:rPr spc="-65" dirty="0"/>
              <a:t> </a:t>
            </a:r>
            <a:r>
              <a:rPr dirty="0"/>
              <a:t>optical</a:t>
            </a:r>
            <a:r>
              <a:rPr spc="-70" dirty="0"/>
              <a:t> </a:t>
            </a:r>
            <a:r>
              <a:rPr spc="-20" dirty="0"/>
              <a:t>flow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0632" rIns="0" bIns="0" rtlCol="0">
            <a:spAutoFit/>
          </a:bodyPr>
          <a:lstStyle/>
          <a:p>
            <a:pPr marL="3956685">
              <a:lnSpc>
                <a:spcPct val="100000"/>
              </a:lnSpc>
              <a:spcBef>
                <a:spcPts val="1485"/>
              </a:spcBef>
            </a:pPr>
            <a:r>
              <a:rPr sz="8000" b="0" dirty="0">
                <a:solidFill>
                  <a:srgbClr val="000000"/>
                </a:solidFill>
                <a:latin typeface="Helvetica Light"/>
                <a:cs typeface="Helvetica Light"/>
              </a:rPr>
              <a:t>Key</a:t>
            </a:r>
            <a:r>
              <a:rPr sz="8000" b="0" spc="-10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8000" b="0" spc="-20" dirty="0">
                <a:solidFill>
                  <a:srgbClr val="000000"/>
                </a:solidFill>
                <a:latin typeface="Helvetica Light"/>
                <a:cs typeface="Helvetica Light"/>
              </a:rPr>
              <a:t>idea</a:t>
            </a:r>
            <a:endParaRPr sz="8000">
              <a:latin typeface="Helvetica Light"/>
              <a:cs typeface="Helvetica Light"/>
            </a:endParaRPr>
          </a:p>
          <a:p>
            <a:pPr marL="3902075">
              <a:lnSpc>
                <a:spcPct val="100000"/>
              </a:lnSpc>
              <a:spcBef>
                <a:spcPts val="415"/>
              </a:spcBef>
            </a:pPr>
            <a:r>
              <a:rPr sz="2400" b="0" dirty="0">
                <a:solidFill>
                  <a:srgbClr val="000000"/>
                </a:solidFill>
                <a:latin typeface="Helvetica Light"/>
                <a:cs typeface="Helvetica Light"/>
              </a:rPr>
              <a:t>(of</a:t>
            </a:r>
            <a:r>
              <a:rPr sz="2400" b="0" spc="-5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400" b="0" spc="-20" dirty="0">
                <a:solidFill>
                  <a:srgbClr val="000000"/>
                </a:solidFill>
                <a:latin typeface="Helvetica Light"/>
                <a:cs typeface="Helvetica Light"/>
              </a:rPr>
              <a:t>Horn-</a:t>
            </a:r>
            <a:r>
              <a:rPr sz="2400" b="0" dirty="0">
                <a:solidFill>
                  <a:srgbClr val="000000"/>
                </a:solidFill>
                <a:latin typeface="Helvetica Light"/>
                <a:cs typeface="Helvetica Light"/>
              </a:rPr>
              <a:t>Schunck</a:t>
            </a:r>
            <a:r>
              <a:rPr sz="2400" b="0" spc="-4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400" b="0" dirty="0">
                <a:solidFill>
                  <a:srgbClr val="000000"/>
                </a:solidFill>
                <a:latin typeface="Helvetica Light"/>
                <a:cs typeface="Helvetica Light"/>
              </a:rPr>
              <a:t>optical</a:t>
            </a:r>
            <a:r>
              <a:rPr sz="2400" b="0" spc="-3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flow)</a:t>
            </a:r>
            <a:endParaRPr sz="2400">
              <a:latin typeface="Helvetica Light"/>
              <a:cs typeface="Helvetica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4995">
              <a:lnSpc>
                <a:spcPts val="5030"/>
              </a:lnSpc>
              <a:spcBef>
                <a:spcPts val="100"/>
              </a:spcBef>
            </a:pPr>
            <a:r>
              <a:rPr spc="-10" dirty="0"/>
              <a:t>Enforce</a:t>
            </a:r>
          </a:p>
          <a:p>
            <a:pPr algn="ctr">
              <a:lnSpc>
                <a:spcPts val="5030"/>
              </a:lnSpc>
            </a:pPr>
            <a:r>
              <a:rPr b="1" dirty="0">
                <a:solidFill>
                  <a:srgbClr val="0433FF"/>
                </a:solidFill>
                <a:latin typeface="Helvetica"/>
                <a:cs typeface="Helvetica"/>
              </a:rPr>
              <a:t>brightness</a:t>
            </a:r>
            <a:r>
              <a:rPr b="1" spc="-90" dirty="0">
                <a:solidFill>
                  <a:srgbClr val="0433FF"/>
                </a:solidFill>
                <a:latin typeface="Helvetica"/>
                <a:cs typeface="Helvetica"/>
              </a:rPr>
              <a:t> </a:t>
            </a:r>
            <a:r>
              <a:rPr b="1" spc="-10" dirty="0">
                <a:solidFill>
                  <a:srgbClr val="0433FF"/>
                </a:solidFill>
                <a:latin typeface="Helvetica"/>
                <a:cs typeface="Helvetica"/>
              </a:rPr>
              <a:t>constancy</a:t>
            </a:r>
          </a:p>
          <a:p>
            <a:pPr marL="1791335">
              <a:lnSpc>
                <a:spcPts val="5015"/>
              </a:lnSpc>
              <a:spcBef>
                <a:spcPts val="4655"/>
              </a:spcBef>
            </a:pPr>
            <a:r>
              <a:rPr spc="-10" dirty="0"/>
              <a:t>Enforce</a:t>
            </a:r>
          </a:p>
          <a:p>
            <a:pPr marL="635" algn="ctr">
              <a:lnSpc>
                <a:spcPts val="5015"/>
              </a:lnSpc>
            </a:pPr>
            <a:r>
              <a:rPr b="1" dirty="0">
                <a:solidFill>
                  <a:srgbClr val="00C400"/>
                </a:solidFill>
                <a:latin typeface="Helvetica"/>
                <a:cs typeface="Helvetica"/>
              </a:rPr>
              <a:t>smooth</a:t>
            </a:r>
            <a:r>
              <a:rPr b="1" spc="-70" dirty="0">
                <a:solidFill>
                  <a:srgbClr val="00C400"/>
                </a:solidFill>
                <a:latin typeface="Helvetica"/>
                <a:cs typeface="Helvetica"/>
              </a:rPr>
              <a:t> </a:t>
            </a:r>
            <a:r>
              <a:rPr b="1" dirty="0">
                <a:solidFill>
                  <a:srgbClr val="00C400"/>
                </a:solidFill>
                <a:latin typeface="Helvetica"/>
                <a:cs typeface="Helvetica"/>
              </a:rPr>
              <a:t>flow</a:t>
            </a:r>
            <a:r>
              <a:rPr b="1" spc="-70" dirty="0">
                <a:solidFill>
                  <a:srgbClr val="00C400"/>
                </a:solidFill>
                <a:latin typeface="Helvetica"/>
                <a:cs typeface="Helvetica"/>
              </a:rPr>
              <a:t> </a:t>
            </a:r>
            <a:r>
              <a:rPr b="1" spc="-10" dirty="0">
                <a:solidFill>
                  <a:srgbClr val="00C400"/>
                </a:solidFill>
                <a:latin typeface="Helvetica"/>
                <a:cs typeface="Helvetica"/>
              </a:rPr>
              <a:t>field</a:t>
            </a:r>
          </a:p>
          <a:p>
            <a:pPr>
              <a:lnSpc>
                <a:spcPct val="100000"/>
              </a:lnSpc>
              <a:spcBef>
                <a:spcPts val="3235"/>
              </a:spcBef>
            </a:pPr>
            <a:endParaRPr b="1" spc="-10" dirty="0">
              <a:solidFill>
                <a:srgbClr val="00C400"/>
              </a:solidFill>
              <a:latin typeface="Helvetica"/>
              <a:cs typeface="Helvetica"/>
            </a:endParaRPr>
          </a:p>
          <a:p>
            <a:pPr algn="ctr">
              <a:lnSpc>
                <a:spcPct val="100000"/>
              </a:lnSpc>
            </a:pPr>
            <a:r>
              <a:rPr dirty="0"/>
              <a:t>to</a:t>
            </a:r>
            <a:r>
              <a:rPr spc="-70" dirty="0"/>
              <a:t> </a:t>
            </a:r>
            <a:r>
              <a:rPr dirty="0"/>
              <a:t>compute</a:t>
            </a:r>
            <a:r>
              <a:rPr spc="-65" dirty="0"/>
              <a:t> </a:t>
            </a:r>
            <a:r>
              <a:rPr dirty="0"/>
              <a:t>optical</a:t>
            </a:r>
            <a:r>
              <a:rPr spc="-70" dirty="0"/>
              <a:t> </a:t>
            </a:r>
            <a:r>
              <a:rPr spc="-20" dirty="0"/>
              <a:t>flow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108960" y="3048000"/>
            <a:ext cx="6788150" cy="2039620"/>
            <a:chOff x="3108960" y="3048000"/>
            <a:chExt cx="6788150" cy="20396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08960" y="3048000"/>
              <a:ext cx="6787896" cy="203911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47960" y="3063471"/>
              <a:ext cx="6708880" cy="195786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1895" rIns="0" bIns="0" rtlCol="0">
            <a:spAutoFit/>
          </a:bodyPr>
          <a:lstStyle/>
          <a:p>
            <a:pPr marL="117475" algn="ctr">
              <a:lnSpc>
                <a:spcPct val="100000"/>
              </a:lnSpc>
              <a:spcBef>
                <a:spcPts val="100"/>
              </a:spcBef>
            </a:pPr>
            <a:r>
              <a:rPr sz="6700"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Enforce</a:t>
            </a:r>
            <a:endParaRPr sz="6700">
              <a:latin typeface="Helvetica Light"/>
              <a:cs typeface="Helvetica Light"/>
            </a:endParaRPr>
          </a:p>
          <a:p>
            <a:pPr marL="117475" algn="ctr">
              <a:lnSpc>
                <a:spcPct val="100000"/>
              </a:lnSpc>
              <a:spcBef>
                <a:spcPts val="70"/>
              </a:spcBef>
            </a:pPr>
            <a:r>
              <a:rPr sz="6700" dirty="0">
                <a:solidFill>
                  <a:srgbClr val="0365C0"/>
                </a:solidFill>
              </a:rPr>
              <a:t>brightness</a:t>
            </a:r>
            <a:r>
              <a:rPr sz="6700" spc="30" dirty="0">
                <a:solidFill>
                  <a:srgbClr val="0365C0"/>
                </a:solidFill>
              </a:rPr>
              <a:t> </a:t>
            </a:r>
            <a:r>
              <a:rPr sz="6700" spc="-10" dirty="0">
                <a:solidFill>
                  <a:srgbClr val="0365C0"/>
                </a:solidFill>
              </a:rPr>
              <a:t>constancy</a:t>
            </a:r>
            <a:endParaRPr sz="6700"/>
          </a:p>
        </p:txBody>
      </p:sp>
      <p:grpSp>
        <p:nvGrpSpPr>
          <p:cNvPr id="3" name="object 3"/>
          <p:cNvGrpSpPr/>
          <p:nvPr/>
        </p:nvGrpSpPr>
        <p:grpSpPr>
          <a:xfrm>
            <a:off x="3637408" y="3664642"/>
            <a:ext cx="5730240" cy="1235075"/>
            <a:chOff x="3637408" y="3664642"/>
            <a:chExt cx="5730240" cy="12350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37843" y="4038414"/>
              <a:ext cx="4910776" cy="61814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669158" y="3696392"/>
              <a:ext cx="5666740" cy="1171575"/>
            </a:xfrm>
            <a:custGeom>
              <a:avLst/>
              <a:gdLst/>
              <a:ahLst/>
              <a:cxnLst/>
              <a:rect l="l" t="t" r="r" b="b"/>
              <a:pathLst>
                <a:path w="5666740" h="1171575">
                  <a:moveTo>
                    <a:pt x="0" y="0"/>
                  </a:moveTo>
                  <a:lnTo>
                    <a:pt x="5666485" y="0"/>
                  </a:lnTo>
                  <a:lnTo>
                    <a:pt x="5666485" y="1171296"/>
                  </a:lnTo>
                  <a:lnTo>
                    <a:pt x="0" y="1171296"/>
                  </a:lnTo>
                  <a:lnTo>
                    <a:pt x="0" y="0"/>
                  </a:lnTo>
                  <a:close/>
                </a:path>
              </a:pathLst>
            </a:custGeom>
            <a:ln w="635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40820" y="6627709"/>
            <a:ext cx="7212731" cy="177056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172385" y="5726684"/>
            <a:ext cx="31502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Helvetica Light"/>
                <a:cs typeface="Helvetica Light"/>
              </a:rPr>
              <a:t>For</a:t>
            </a:r>
            <a:r>
              <a:rPr sz="3600" spc="-2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every</a:t>
            </a:r>
            <a:r>
              <a:rPr sz="3600" spc="-25" dirty="0">
                <a:latin typeface="Helvetica Light"/>
                <a:cs typeface="Helvetica Light"/>
              </a:rPr>
              <a:t> </a:t>
            </a:r>
            <a:r>
              <a:rPr sz="3600" spc="-10" dirty="0">
                <a:latin typeface="Helvetica Light"/>
                <a:cs typeface="Helvetica Light"/>
              </a:rPr>
              <a:t>pixel,</a:t>
            </a:r>
            <a:endParaRPr sz="3600">
              <a:latin typeface="Helvetica Light"/>
              <a:cs typeface="Helvetica Light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37408" y="3664642"/>
            <a:ext cx="5730240" cy="1235075"/>
            <a:chOff x="3637408" y="3664642"/>
            <a:chExt cx="5730240" cy="12350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37843" y="4038414"/>
              <a:ext cx="4910776" cy="61814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669158" y="3696392"/>
              <a:ext cx="5666740" cy="1171575"/>
            </a:xfrm>
            <a:custGeom>
              <a:avLst/>
              <a:gdLst/>
              <a:ahLst/>
              <a:cxnLst/>
              <a:rect l="l" t="t" r="r" b="b"/>
              <a:pathLst>
                <a:path w="5666740" h="1171575">
                  <a:moveTo>
                    <a:pt x="0" y="0"/>
                  </a:moveTo>
                  <a:lnTo>
                    <a:pt x="5666485" y="0"/>
                  </a:lnTo>
                  <a:lnTo>
                    <a:pt x="5666485" y="1171296"/>
                  </a:lnTo>
                  <a:lnTo>
                    <a:pt x="0" y="1171296"/>
                  </a:lnTo>
                  <a:lnTo>
                    <a:pt x="0" y="0"/>
                  </a:lnTo>
                  <a:close/>
                </a:path>
              </a:pathLst>
            </a:custGeom>
            <a:ln w="635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3140820" y="6627709"/>
            <a:ext cx="7212965" cy="2357120"/>
            <a:chOff x="3140820" y="6627709"/>
            <a:chExt cx="7212965" cy="235712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40820" y="6627709"/>
              <a:ext cx="7212731" cy="177056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14821" y="8021001"/>
              <a:ext cx="1473508" cy="963751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172385" y="5726684"/>
            <a:ext cx="31502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Helvetica Light"/>
                <a:cs typeface="Helvetica Light"/>
              </a:rPr>
              <a:t>For</a:t>
            </a:r>
            <a:r>
              <a:rPr sz="3600" spc="-2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every</a:t>
            </a:r>
            <a:r>
              <a:rPr sz="3600" spc="-25" dirty="0">
                <a:latin typeface="Helvetica Light"/>
                <a:cs typeface="Helvetica Light"/>
              </a:rPr>
              <a:t> </a:t>
            </a:r>
            <a:r>
              <a:rPr sz="3600" spc="-10" dirty="0">
                <a:latin typeface="Helvetica Light"/>
                <a:cs typeface="Helvetica Light"/>
              </a:rPr>
              <a:t>pixel,</a:t>
            </a:r>
            <a:endParaRPr sz="3600">
              <a:latin typeface="Helvetica Light"/>
              <a:cs typeface="Helvetica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06124" y="8814307"/>
            <a:ext cx="1638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Helvetica Light"/>
                <a:cs typeface="Helvetica Light"/>
              </a:rPr>
              <a:t>lazy</a:t>
            </a:r>
            <a:r>
              <a:rPr sz="1800" spc="-30" dirty="0">
                <a:latin typeface="Helvetica Light"/>
                <a:cs typeface="Helvetica Light"/>
              </a:rPr>
              <a:t> </a:t>
            </a:r>
            <a:r>
              <a:rPr sz="1800" dirty="0">
                <a:latin typeface="Helvetica Light"/>
                <a:cs typeface="Helvetica Light"/>
              </a:rPr>
              <a:t>notation</a:t>
            </a:r>
            <a:r>
              <a:rPr sz="1800" spc="-25" dirty="0">
                <a:latin typeface="Helvetica Light"/>
                <a:cs typeface="Helvetica Light"/>
              </a:rPr>
              <a:t> for</a:t>
            </a:r>
            <a:endParaRPr sz="1800">
              <a:latin typeface="Helvetica Light"/>
              <a:cs typeface="Helvetica Ligh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16173" y="8836417"/>
            <a:ext cx="774181" cy="278104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1895" rIns="0" bIns="0" rtlCol="0">
            <a:spAutoFit/>
          </a:bodyPr>
          <a:lstStyle/>
          <a:p>
            <a:pPr marL="117475" algn="ctr">
              <a:lnSpc>
                <a:spcPct val="100000"/>
              </a:lnSpc>
              <a:spcBef>
                <a:spcPts val="100"/>
              </a:spcBef>
            </a:pPr>
            <a:r>
              <a:rPr sz="6700"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Enforce</a:t>
            </a:r>
            <a:endParaRPr sz="6700">
              <a:latin typeface="Helvetica Light"/>
              <a:cs typeface="Helvetica Light"/>
            </a:endParaRPr>
          </a:p>
          <a:p>
            <a:pPr marL="117475" algn="ctr">
              <a:lnSpc>
                <a:spcPct val="100000"/>
              </a:lnSpc>
              <a:spcBef>
                <a:spcPts val="70"/>
              </a:spcBef>
            </a:pPr>
            <a:r>
              <a:rPr sz="6700" dirty="0">
                <a:solidFill>
                  <a:srgbClr val="0365C0"/>
                </a:solidFill>
              </a:rPr>
              <a:t>brightness</a:t>
            </a:r>
            <a:r>
              <a:rPr sz="6700" spc="30" dirty="0">
                <a:solidFill>
                  <a:srgbClr val="0365C0"/>
                </a:solidFill>
              </a:rPr>
              <a:t> </a:t>
            </a:r>
            <a:r>
              <a:rPr sz="6700" spc="-10" dirty="0">
                <a:solidFill>
                  <a:srgbClr val="0365C0"/>
                </a:solidFill>
              </a:rPr>
              <a:t>constancy</a:t>
            </a:r>
            <a:endParaRPr sz="670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A425F-16BC-C0B2-91F7-14409B9B1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306CE2DD-C5E4-DF07-5207-180F6223EE77}"/>
              </a:ext>
            </a:extLst>
          </p:cNvPr>
          <p:cNvGrpSpPr/>
          <p:nvPr/>
        </p:nvGrpSpPr>
        <p:grpSpPr>
          <a:xfrm>
            <a:off x="3637408" y="3664642"/>
            <a:ext cx="5730240" cy="1235075"/>
            <a:chOff x="3637408" y="3664642"/>
            <a:chExt cx="5730240" cy="1235075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1283A132-D725-EDF0-7B26-64CAA826131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37843" y="4038414"/>
              <a:ext cx="4910776" cy="618141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F8E5458-6330-7236-8805-ADFC19349D3E}"/>
                </a:ext>
              </a:extLst>
            </p:cNvPr>
            <p:cNvSpPr/>
            <p:nvPr/>
          </p:nvSpPr>
          <p:spPr>
            <a:xfrm>
              <a:off x="3669158" y="3696392"/>
              <a:ext cx="5666740" cy="1171575"/>
            </a:xfrm>
            <a:custGeom>
              <a:avLst/>
              <a:gdLst/>
              <a:ahLst/>
              <a:cxnLst/>
              <a:rect l="l" t="t" r="r" b="b"/>
              <a:pathLst>
                <a:path w="5666740" h="1171575">
                  <a:moveTo>
                    <a:pt x="0" y="0"/>
                  </a:moveTo>
                  <a:lnTo>
                    <a:pt x="5666485" y="0"/>
                  </a:lnTo>
                  <a:lnTo>
                    <a:pt x="5666485" y="1171296"/>
                  </a:lnTo>
                  <a:lnTo>
                    <a:pt x="0" y="1171296"/>
                  </a:lnTo>
                  <a:lnTo>
                    <a:pt x="0" y="0"/>
                  </a:lnTo>
                  <a:close/>
                </a:path>
              </a:pathLst>
            </a:custGeom>
            <a:ln w="635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>
            <a:extLst>
              <a:ext uri="{FF2B5EF4-FFF2-40B4-BE49-F238E27FC236}">
                <a16:creationId xmlns:a16="http://schemas.microsoft.com/office/drawing/2014/main" id="{EC1ECB68-C0D9-94D6-047F-4DA400B451F0}"/>
              </a:ext>
            </a:extLst>
          </p:cNvPr>
          <p:cNvGrpSpPr/>
          <p:nvPr/>
        </p:nvGrpSpPr>
        <p:grpSpPr>
          <a:xfrm>
            <a:off x="3140820" y="6627709"/>
            <a:ext cx="7212965" cy="2357120"/>
            <a:chOff x="3140820" y="6627709"/>
            <a:chExt cx="7212965" cy="2357120"/>
          </a:xfrm>
        </p:grpSpPr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640E9384-933F-9189-6351-AE59E22CF43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40820" y="6627709"/>
              <a:ext cx="7212731" cy="1770567"/>
            </a:xfrm>
            <a:prstGeom prst="rect">
              <a:avLst/>
            </a:prstGeom>
          </p:spPr>
        </p:pic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F6908A5B-E093-2EB8-A78E-A5F548D9F97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14821" y="8021001"/>
              <a:ext cx="1473508" cy="963751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2EC0569B-14B9-6F36-A945-278B67DD4BAE}"/>
              </a:ext>
            </a:extLst>
          </p:cNvPr>
          <p:cNvSpPr txBox="1"/>
          <p:nvPr/>
        </p:nvSpPr>
        <p:spPr>
          <a:xfrm>
            <a:off x="5172385" y="5726684"/>
            <a:ext cx="31502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Helvetica Light"/>
                <a:cs typeface="Helvetica Light"/>
              </a:rPr>
              <a:t>For</a:t>
            </a:r>
            <a:r>
              <a:rPr sz="3600" spc="-2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every</a:t>
            </a:r>
            <a:r>
              <a:rPr sz="3600" spc="-25" dirty="0">
                <a:latin typeface="Helvetica Light"/>
                <a:cs typeface="Helvetica Light"/>
              </a:rPr>
              <a:t> </a:t>
            </a:r>
            <a:r>
              <a:rPr sz="3600" spc="-10" dirty="0">
                <a:latin typeface="Helvetica Light"/>
                <a:cs typeface="Helvetica Light"/>
              </a:rPr>
              <a:t>pixel,</a:t>
            </a:r>
            <a:endParaRPr sz="3600" dirty="0">
              <a:latin typeface="Helvetica Light"/>
              <a:cs typeface="Helvetica Light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FA23E459-69AF-514A-4371-028761BCE47D}"/>
              </a:ext>
            </a:extLst>
          </p:cNvPr>
          <p:cNvSpPr txBox="1"/>
          <p:nvPr/>
        </p:nvSpPr>
        <p:spPr>
          <a:xfrm>
            <a:off x="6606124" y="8814307"/>
            <a:ext cx="1638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Helvetica Light"/>
                <a:cs typeface="Helvetica Light"/>
              </a:rPr>
              <a:t>lazy</a:t>
            </a:r>
            <a:r>
              <a:rPr sz="1800" spc="-30" dirty="0">
                <a:latin typeface="Helvetica Light"/>
                <a:cs typeface="Helvetica Light"/>
              </a:rPr>
              <a:t> </a:t>
            </a:r>
            <a:r>
              <a:rPr sz="1800" dirty="0">
                <a:latin typeface="Helvetica Light"/>
                <a:cs typeface="Helvetica Light"/>
              </a:rPr>
              <a:t>notation</a:t>
            </a:r>
            <a:r>
              <a:rPr sz="1800" spc="-25" dirty="0">
                <a:latin typeface="Helvetica Light"/>
                <a:cs typeface="Helvetica Light"/>
              </a:rPr>
              <a:t> for</a:t>
            </a:r>
            <a:endParaRPr sz="1800">
              <a:latin typeface="Helvetica Light"/>
              <a:cs typeface="Helvetica Light"/>
            </a:endParaRPr>
          </a:p>
        </p:txBody>
      </p:sp>
      <p:pic>
        <p:nvPicPr>
          <p:cNvPr id="10" name="object 10">
            <a:extLst>
              <a:ext uri="{FF2B5EF4-FFF2-40B4-BE49-F238E27FC236}">
                <a16:creationId xmlns:a16="http://schemas.microsoft.com/office/drawing/2014/main" id="{09883BEA-6391-186A-B0C0-AEA256EC3F6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16173" y="8836417"/>
            <a:ext cx="774181" cy="278104"/>
          </a:xfrm>
          <a:prstGeom prst="rect">
            <a:avLst/>
          </a:prstGeom>
        </p:spPr>
      </p:pic>
      <p:sp>
        <p:nvSpPr>
          <p:cNvPr id="11" name="object 11">
            <a:extLst>
              <a:ext uri="{FF2B5EF4-FFF2-40B4-BE49-F238E27FC236}">
                <a16:creationId xmlns:a16="http://schemas.microsoft.com/office/drawing/2014/main" id="{EE8FC263-1A63-4D8C-5DD4-E9422C9A40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1895" rIns="0" bIns="0" rtlCol="0">
            <a:spAutoFit/>
          </a:bodyPr>
          <a:lstStyle/>
          <a:p>
            <a:pPr marL="117475" algn="ctr">
              <a:lnSpc>
                <a:spcPct val="100000"/>
              </a:lnSpc>
              <a:spcBef>
                <a:spcPts val="100"/>
              </a:spcBef>
            </a:pPr>
            <a:r>
              <a:rPr sz="6700"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Enforce</a:t>
            </a:r>
            <a:endParaRPr sz="6700">
              <a:latin typeface="Helvetica Light"/>
              <a:cs typeface="Helvetica Light"/>
            </a:endParaRPr>
          </a:p>
          <a:p>
            <a:pPr marL="117475" algn="ctr">
              <a:lnSpc>
                <a:spcPct val="100000"/>
              </a:lnSpc>
              <a:spcBef>
                <a:spcPts val="70"/>
              </a:spcBef>
            </a:pPr>
            <a:r>
              <a:rPr sz="6700" dirty="0">
                <a:solidFill>
                  <a:srgbClr val="0365C0"/>
                </a:solidFill>
              </a:rPr>
              <a:t>brightness</a:t>
            </a:r>
            <a:r>
              <a:rPr sz="6700" spc="30" dirty="0">
                <a:solidFill>
                  <a:srgbClr val="0365C0"/>
                </a:solidFill>
              </a:rPr>
              <a:t> </a:t>
            </a:r>
            <a:r>
              <a:rPr sz="6700" spc="-10" dirty="0">
                <a:solidFill>
                  <a:srgbClr val="0365C0"/>
                </a:solidFill>
              </a:rPr>
              <a:t>constancy</a:t>
            </a:r>
            <a:endParaRPr sz="6700"/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75C6DE15-C3E6-86EC-E59D-7912A954221E}"/>
              </a:ext>
            </a:extLst>
          </p:cNvPr>
          <p:cNvSpPr txBox="1"/>
          <p:nvPr/>
        </p:nvSpPr>
        <p:spPr>
          <a:xfrm>
            <a:off x="8803263" y="5096742"/>
            <a:ext cx="3962400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dirty="0">
                <a:solidFill>
                  <a:srgbClr val="FF0000"/>
                </a:solidFill>
                <a:latin typeface="Helvetica Light"/>
                <a:cs typeface="Helvetica Light"/>
              </a:rPr>
              <a:t>Note: differs from finding (</a:t>
            </a:r>
            <a:r>
              <a:rPr lang="en-US" sz="2800" dirty="0" err="1">
                <a:solidFill>
                  <a:srgbClr val="FF0000"/>
                </a:solidFill>
                <a:latin typeface="Helvetica Light"/>
                <a:cs typeface="Helvetica Light"/>
              </a:rPr>
              <a:t>u,v</a:t>
            </a:r>
            <a:r>
              <a:rPr lang="en-US" sz="2800" dirty="0">
                <a:solidFill>
                  <a:srgbClr val="FF0000"/>
                </a:solidFill>
                <a:latin typeface="Helvetica Light"/>
                <a:cs typeface="Helvetica Light"/>
              </a:rPr>
              <a:t>) over a block.</a:t>
            </a:r>
            <a:endParaRPr sz="2800" dirty="0">
              <a:solidFill>
                <a:srgbClr val="FF0000"/>
              </a:solidFill>
              <a:latin typeface="Helvetica Light"/>
              <a:cs typeface="Helvetica Ligh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CD2B8F3-4BCC-9720-8C5D-9B444166B368}"/>
                  </a:ext>
                </a:extLst>
              </p14:cNvPr>
              <p14:cNvContentPartPr/>
              <p14:nvPr/>
            </p14:nvContentPartPr>
            <p14:xfrm>
              <a:off x="7903702" y="6016549"/>
              <a:ext cx="1853640" cy="6530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CD2B8F3-4BCC-9720-8C5D-9B444166B36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885702" y="5998549"/>
                <a:ext cx="1889280" cy="68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839665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0632" rIns="0" bIns="0" rtlCol="0">
            <a:spAutoFit/>
          </a:bodyPr>
          <a:lstStyle/>
          <a:p>
            <a:pPr marL="3956685">
              <a:lnSpc>
                <a:spcPct val="100000"/>
              </a:lnSpc>
              <a:spcBef>
                <a:spcPts val="1485"/>
              </a:spcBef>
            </a:pPr>
            <a:r>
              <a:rPr sz="8000" b="0" dirty="0">
                <a:solidFill>
                  <a:srgbClr val="000000"/>
                </a:solidFill>
                <a:latin typeface="Helvetica Light"/>
                <a:cs typeface="Helvetica Light"/>
              </a:rPr>
              <a:t>Key</a:t>
            </a:r>
            <a:r>
              <a:rPr sz="8000" b="0" spc="-10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8000" b="0" spc="-20" dirty="0">
                <a:solidFill>
                  <a:srgbClr val="000000"/>
                </a:solidFill>
                <a:latin typeface="Helvetica Light"/>
                <a:cs typeface="Helvetica Light"/>
              </a:rPr>
              <a:t>idea</a:t>
            </a:r>
            <a:endParaRPr sz="8000">
              <a:latin typeface="Helvetica Light"/>
              <a:cs typeface="Helvetica Light"/>
            </a:endParaRPr>
          </a:p>
          <a:p>
            <a:pPr marL="3902075">
              <a:lnSpc>
                <a:spcPct val="100000"/>
              </a:lnSpc>
              <a:spcBef>
                <a:spcPts val="415"/>
              </a:spcBef>
            </a:pPr>
            <a:r>
              <a:rPr sz="2400" b="0" dirty="0">
                <a:solidFill>
                  <a:srgbClr val="000000"/>
                </a:solidFill>
                <a:latin typeface="Helvetica Light"/>
                <a:cs typeface="Helvetica Light"/>
              </a:rPr>
              <a:t>(of</a:t>
            </a:r>
            <a:r>
              <a:rPr sz="2400" b="0" spc="-5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400" b="0" spc="-20" dirty="0">
                <a:solidFill>
                  <a:srgbClr val="000000"/>
                </a:solidFill>
                <a:latin typeface="Helvetica Light"/>
                <a:cs typeface="Helvetica Light"/>
              </a:rPr>
              <a:t>Horn-</a:t>
            </a:r>
            <a:r>
              <a:rPr sz="2400" b="0" dirty="0">
                <a:solidFill>
                  <a:srgbClr val="000000"/>
                </a:solidFill>
                <a:latin typeface="Helvetica Light"/>
                <a:cs typeface="Helvetica Light"/>
              </a:rPr>
              <a:t>Schunck</a:t>
            </a:r>
            <a:r>
              <a:rPr sz="2400" b="0" spc="-4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400" b="0" dirty="0">
                <a:solidFill>
                  <a:srgbClr val="000000"/>
                </a:solidFill>
                <a:latin typeface="Helvetica Light"/>
                <a:cs typeface="Helvetica Light"/>
              </a:rPr>
              <a:t>optical</a:t>
            </a:r>
            <a:r>
              <a:rPr sz="2400" b="0" spc="-3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flow)</a:t>
            </a:r>
            <a:endParaRPr sz="2400">
              <a:latin typeface="Helvetica Light"/>
              <a:cs typeface="Helvetica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4995">
              <a:lnSpc>
                <a:spcPts val="5030"/>
              </a:lnSpc>
              <a:spcBef>
                <a:spcPts val="100"/>
              </a:spcBef>
            </a:pPr>
            <a:r>
              <a:rPr spc="-10" dirty="0"/>
              <a:t>Enforce</a:t>
            </a:r>
          </a:p>
          <a:p>
            <a:pPr algn="ctr">
              <a:lnSpc>
                <a:spcPts val="5030"/>
              </a:lnSpc>
            </a:pPr>
            <a:r>
              <a:rPr b="1" dirty="0">
                <a:solidFill>
                  <a:srgbClr val="0433FF"/>
                </a:solidFill>
                <a:latin typeface="Helvetica"/>
                <a:cs typeface="Helvetica"/>
              </a:rPr>
              <a:t>brightness</a:t>
            </a:r>
            <a:r>
              <a:rPr b="1" spc="-90" dirty="0">
                <a:solidFill>
                  <a:srgbClr val="0433FF"/>
                </a:solidFill>
                <a:latin typeface="Helvetica"/>
                <a:cs typeface="Helvetica"/>
              </a:rPr>
              <a:t> </a:t>
            </a:r>
            <a:r>
              <a:rPr b="1" spc="-10" dirty="0">
                <a:solidFill>
                  <a:srgbClr val="0433FF"/>
                </a:solidFill>
                <a:latin typeface="Helvetica"/>
                <a:cs typeface="Helvetica"/>
              </a:rPr>
              <a:t>constancy</a:t>
            </a:r>
          </a:p>
          <a:p>
            <a:pPr marL="1791335">
              <a:lnSpc>
                <a:spcPts val="5015"/>
              </a:lnSpc>
              <a:spcBef>
                <a:spcPts val="4655"/>
              </a:spcBef>
            </a:pPr>
            <a:r>
              <a:rPr spc="-10" dirty="0"/>
              <a:t>Enforce</a:t>
            </a:r>
          </a:p>
          <a:p>
            <a:pPr marL="635" algn="ctr">
              <a:lnSpc>
                <a:spcPts val="5015"/>
              </a:lnSpc>
            </a:pPr>
            <a:r>
              <a:rPr b="1" dirty="0">
                <a:solidFill>
                  <a:srgbClr val="00C400"/>
                </a:solidFill>
                <a:latin typeface="Helvetica"/>
                <a:cs typeface="Helvetica"/>
              </a:rPr>
              <a:t>smooth</a:t>
            </a:r>
            <a:r>
              <a:rPr b="1" spc="-70" dirty="0">
                <a:solidFill>
                  <a:srgbClr val="00C400"/>
                </a:solidFill>
                <a:latin typeface="Helvetica"/>
                <a:cs typeface="Helvetica"/>
              </a:rPr>
              <a:t> </a:t>
            </a:r>
            <a:r>
              <a:rPr b="1" dirty="0">
                <a:solidFill>
                  <a:srgbClr val="00C400"/>
                </a:solidFill>
                <a:latin typeface="Helvetica"/>
                <a:cs typeface="Helvetica"/>
              </a:rPr>
              <a:t>flow</a:t>
            </a:r>
            <a:r>
              <a:rPr b="1" spc="-70" dirty="0">
                <a:solidFill>
                  <a:srgbClr val="00C400"/>
                </a:solidFill>
                <a:latin typeface="Helvetica"/>
                <a:cs typeface="Helvetica"/>
              </a:rPr>
              <a:t> </a:t>
            </a:r>
            <a:r>
              <a:rPr b="1" spc="-10" dirty="0">
                <a:solidFill>
                  <a:srgbClr val="00C400"/>
                </a:solidFill>
                <a:latin typeface="Helvetica"/>
                <a:cs typeface="Helvetica"/>
              </a:rPr>
              <a:t>field</a:t>
            </a:r>
          </a:p>
          <a:p>
            <a:pPr>
              <a:lnSpc>
                <a:spcPct val="100000"/>
              </a:lnSpc>
              <a:spcBef>
                <a:spcPts val="3235"/>
              </a:spcBef>
            </a:pPr>
            <a:endParaRPr b="1" spc="-10" dirty="0">
              <a:solidFill>
                <a:srgbClr val="00C400"/>
              </a:solidFill>
              <a:latin typeface="Helvetica"/>
              <a:cs typeface="Helvetica"/>
            </a:endParaRPr>
          </a:p>
          <a:p>
            <a:pPr algn="ctr">
              <a:lnSpc>
                <a:spcPct val="100000"/>
              </a:lnSpc>
            </a:pPr>
            <a:r>
              <a:rPr dirty="0"/>
              <a:t>to</a:t>
            </a:r>
            <a:r>
              <a:rPr spc="-70" dirty="0"/>
              <a:t> </a:t>
            </a:r>
            <a:r>
              <a:rPr dirty="0"/>
              <a:t>compute</a:t>
            </a:r>
            <a:r>
              <a:rPr spc="-65" dirty="0"/>
              <a:t> </a:t>
            </a:r>
            <a:r>
              <a:rPr dirty="0"/>
              <a:t>optical</a:t>
            </a:r>
            <a:r>
              <a:rPr spc="-70" dirty="0"/>
              <a:t> </a:t>
            </a:r>
            <a:r>
              <a:rPr spc="-20" dirty="0"/>
              <a:t>flow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761232" y="4898135"/>
            <a:ext cx="5480685" cy="2036445"/>
            <a:chOff x="3761232" y="4898135"/>
            <a:chExt cx="5480685" cy="20364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61232" y="4898135"/>
              <a:ext cx="5480304" cy="203606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01552" y="4911125"/>
              <a:ext cx="5401696" cy="195786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7891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7200" b="0" dirty="0">
                <a:solidFill>
                  <a:srgbClr val="000000"/>
                </a:solidFill>
                <a:latin typeface="Helvetica Light"/>
                <a:cs typeface="Helvetica Light"/>
              </a:rPr>
              <a:t>Enforce</a:t>
            </a:r>
            <a:r>
              <a:rPr sz="7200" b="0" spc="-10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7200" dirty="0">
                <a:solidFill>
                  <a:srgbClr val="70BF41"/>
                </a:solidFill>
              </a:rPr>
              <a:t>smooth</a:t>
            </a:r>
            <a:r>
              <a:rPr sz="7200" spc="-110" dirty="0">
                <a:solidFill>
                  <a:srgbClr val="70BF41"/>
                </a:solidFill>
              </a:rPr>
              <a:t> </a:t>
            </a:r>
            <a:r>
              <a:rPr sz="7200" dirty="0">
                <a:solidFill>
                  <a:srgbClr val="70BF41"/>
                </a:solidFill>
              </a:rPr>
              <a:t>flow</a:t>
            </a:r>
            <a:r>
              <a:rPr sz="7200" spc="-110" dirty="0">
                <a:solidFill>
                  <a:srgbClr val="70BF41"/>
                </a:solidFill>
              </a:rPr>
              <a:t> </a:t>
            </a:r>
            <a:r>
              <a:rPr sz="7200" spc="-10" dirty="0">
                <a:solidFill>
                  <a:srgbClr val="70BF41"/>
                </a:solidFill>
              </a:rPr>
              <a:t>field</a:t>
            </a:r>
            <a:endParaRPr sz="7200">
              <a:latin typeface="Helvetica Light"/>
              <a:cs typeface="Helvetica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102864" y="2740151"/>
            <a:ext cx="1978660" cy="1978660"/>
            <a:chOff x="3102864" y="2740151"/>
            <a:chExt cx="1978660" cy="197866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02864" y="2740151"/>
              <a:ext cx="1978152" cy="197815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43568" y="2755107"/>
              <a:ext cx="1897592" cy="189759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46264" y="3532451"/>
              <a:ext cx="1092200" cy="342901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3102864" y="2740151"/>
            <a:ext cx="6953884" cy="4026535"/>
            <a:chOff x="3102864" y="2740151"/>
            <a:chExt cx="6953884" cy="4026535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02864" y="4791455"/>
              <a:ext cx="1978152" cy="197510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43568" y="4804303"/>
              <a:ext cx="1897592" cy="189759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96840" y="4791455"/>
              <a:ext cx="1975104" cy="197510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35820" y="4804303"/>
              <a:ext cx="1897592" cy="189759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22329" y="5515220"/>
              <a:ext cx="740071" cy="4757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35843" y="5549414"/>
              <a:ext cx="1297543" cy="40736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196840" y="2740151"/>
              <a:ext cx="1975104" cy="197815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35820" y="2755107"/>
              <a:ext cx="1897592" cy="189759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311123" y="4946031"/>
              <a:ext cx="3670935" cy="1502410"/>
            </a:xfrm>
            <a:custGeom>
              <a:avLst/>
              <a:gdLst/>
              <a:ahLst/>
              <a:cxnLst/>
              <a:rect l="l" t="t" r="r" b="b"/>
              <a:pathLst>
                <a:path w="3670934" h="1502410">
                  <a:moveTo>
                    <a:pt x="0" y="225280"/>
                  </a:moveTo>
                  <a:lnTo>
                    <a:pt x="4576" y="179878"/>
                  </a:lnTo>
                  <a:lnTo>
                    <a:pt x="17703" y="137590"/>
                  </a:lnTo>
                  <a:lnTo>
                    <a:pt x="38474" y="99323"/>
                  </a:lnTo>
                  <a:lnTo>
                    <a:pt x="65982" y="65982"/>
                  </a:lnTo>
                  <a:lnTo>
                    <a:pt x="99323" y="38474"/>
                  </a:lnTo>
                  <a:lnTo>
                    <a:pt x="137590" y="17703"/>
                  </a:lnTo>
                  <a:lnTo>
                    <a:pt x="179877" y="4576"/>
                  </a:lnTo>
                  <a:lnTo>
                    <a:pt x="225279" y="0"/>
                  </a:lnTo>
                  <a:lnTo>
                    <a:pt x="3445282" y="0"/>
                  </a:lnTo>
                  <a:lnTo>
                    <a:pt x="3490683" y="4576"/>
                  </a:lnTo>
                  <a:lnTo>
                    <a:pt x="3532970" y="17703"/>
                  </a:lnTo>
                  <a:lnTo>
                    <a:pt x="3571237" y="38474"/>
                  </a:lnTo>
                  <a:lnTo>
                    <a:pt x="3604578" y="65982"/>
                  </a:lnTo>
                  <a:lnTo>
                    <a:pt x="3632086" y="99323"/>
                  </a:lnTo>
                  <a:lnTo>
                    <a:pt x="3652857" y="137590"/>
                  </a:lnTo>
                  <a:lnTo>
                    <a:pt x="3665984" y="179878"/>
                  </a:lnTo>
                  <a:lnTo>
                    <a:pt x="3670561" y="225280"/>
                  </a:lnTo>
                  <a:lnTo>
                    <a:pt x="3670561" y="1276591"/>
                  </a:lnTo>
                  <a:lnTo>
                    <a:pt x="3665984" y="1321992"/>
                  </a:lnTo>
                  <a:lnTo>
                    <a:pt x="3652857" y="1364280"/>
                  </a:lnTo>
                  <a:lnTo>
                    <a:pt x="3632086" y="1402547"/>
                  </a:lnTo>
                  <a:lnTo>
                    <a:pt x="3604578" y="1435888"/>
                  </a:lnTo>
                  <a:lnTo>
                    <a:pt x="3571237" y="1463396"/>
                  </a:lnTo>
                  <a:lnTo>
                    <a:pt x="3532970" y="1484167"/>
                  </a:lnTo>
                  <a:lnTo>
                    <a:pt x="3490683" y="1497294"/>
                  </a:lnTo>
                  <a:lnTo>
                    <a:pt x="3445282" y="1501871"/>
                  </a:lnTo>
                  <a:lnTo>
                    <a:pt x="225279" y="1501871"/>
                  </a:lnTo>
                  <a:lnTo>
                    <a:pt x="179877" y="1497294"/>
                  </a:lnTo>
                  <a:lnTo>
                    <a:pt x="137590" y="1484167"/>
                  </a:lnTo>
                  <a:lnTo>
                    <a:pt x="99323" y="1463396"/>
                  </a:lnTo>
                  <a:lnTo>
                    <a:pt x="65982" y="1435888"/>
                  </a:lnTo>
                  <a:lnTo>
                    <a:pt x="38474" y="1402547"/>
                  </a:lnTo>
                  <a:lnTo>
                    <a:pt x="17703" y="1364280"/>
                  </a:lnTo>
                  <a:lnTo>
                    <a:pt x="4576" y="1321992"/>
                  </a:lnTo>
                  <a:lnTo>
                    <a:pt x="0" y="1276591"/>
                  </a:lnTo>
                  <a:lnTo>
                    <a:pt x="0" y="225280"/>
                  </a:lnTo>
                  <a:close/>
                </a:path>
              </a:pathLst>
            </a:custGeom>
            <a:ln w="50800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853052" y="3657034"/>
              <a:ext cx="4203156" cy="1674818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3102864" y="6839711"/>
            <a:ext cx="1978660" cy="1975485"/>
            <a:chOff x="3102864" y="6839711"/>
            <a:chExt cx="1978660" cy="1975485"/>
          </a:xfrm>
        </p:grpSpPr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102864" y="6839711"/>
              <a:ext cx="1978152" cy="197510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43568" y="6853501"/>
              <a:ext cx="1897592" cy="189759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539914" y="7630847"/>
              <a:ext cx="1104900" cy="342901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1011936" y="4791455"/>
            <a:ext cx="1975485" cy="1975485"/>
            <a:chOff x="1011936" y="4791455"/>
            <a:chExt cx="1975485" cy="1975485"/>
          </a:xfrm>
        </p:grpSpPr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11936" y="4791455"/>
              <a:ext cx="1975104" cy="197510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51317" y="4804303"/>
              <a:ext cx="1897590" cy="189759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43798" y="5549414"/>
              <a:ext cx="1312631" cy="407369"/>
            </a:xfrm>
            <a:prstGeom prst="rect">
              <a:avLst/>
            </a:prstGeom>
          </p:spPr>
        </p:pic>
      </p:grpSp>
      <p:pic>
        <p:nvPicPr>
          <p:cNvPr id="26" name="object 2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089971" y="5472820"/>
            <a:ext cx="4459530" cy="848699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1996864" y="8902700"/>
            <a:ext cx="4191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latin typeface="Helvetica Light"/>
                <a:cs typeface="Helvetica Light"/>
              </a:rPr>
              <a:t>u-</a:t>
            </a:r>
            <a:r>
              <a:rPr sz="3600" dirty="0">
                <a:latin typeface="Helvetica Light"/>
                <a:cs typeface="Helvetica Light"/>
              </a:rPr>
              <a:t>component</a:t>
            </a:r>
            <a:r>
              <a:rPr sz="3600" spc="-3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of</a:t>
            </a:r>
            <a:r>
              <a:rPr sz="3600" spc="-30" dirty="0">
                <a:latin typeface="Helvetica Light"/>
                <a:cs typeface="Helvetica Light"/>
              </a:rPr>
              <a:t> </a:t>
            </a:r>
            <a:r>
              <a:rPr sz="3600" spc="-20" dirty="0">
                <a:latin typeface="Helvetica Light"/>
                <a:cs typeface="Helvetica Light"/>
              </a:rPr>
              <a:t>flow</a:t>
            </a:r>
            <a:endParaRPr sz="3600">
              <a:latin typeface="Helvetica Light"/>
              <a:cs typeface="Helvetica Ligh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196840" y="6839711"/>
            <a:ext cx="1975485" cy="1975485"/>
            <a:chOff x="5196840" y="6839711"/>
            <a:chExt cx="1975485" cy="1975485"/>
          </a:xfrm>
        </p:grpSpPr>
        <p:pic>
          <p:nvPicPr>
            <p:cNvPr id="29" name="object 2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196840" y="6839711"/>
              <a:ext cx="1975104" cy="1975104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35820" y="6853501"/>
              <a:ext cx="1897592" cy="1897592"/>
            </a:xfrm>
            <a:prstGeom prst="rect">
              <a:avLst/>
            </a:prstGeom>
          </p:spPr>
        </p:pic>
      </p:grpSp>
      <p:grpSp>
        <p:nvGrpSpPr>
          <p:cNvPr id="31" name="object 31"/>
          <p:cNvGrpSpPr/>
          <p:nvPr/>
        </p:nvGrpSpPr>
        <p:grpSpPr>
          <a:xfrm>
            <a:off x="1011936" y="6839711"/>
            <a:ext cx="1975485" cy="1975485"/>
            <a:chOff x="1011936" y="6839711"/>
            <a:chExt cx="1975485" cy="1975485"/>
          </a:xfrm>
        </p:grpSpPr>
        <p:pic>
          <p:nvPicPr>
            <p:cNvPr id="32" name="object 3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11936" y="6839711"/>
              <a:ext cx="1975104" cy="197510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51317" y="6853501"/>
              <a:ext cx="1897590" cy="1897592"/>
            </a:xfrm>
            <a:prstGeom prst="rect">
              <a:avLst/>
            </a:prstGeom>
          </p:spPr>
        </p:pic>
      </p:grpSp>
      <p:grpSp>
        <p:nvGrpSpPr>
          <p:cNvPr id="34" name="object 34"/>
          <p:cNvGrpSpPr/>
          <p:nvPr/>
        </p:nvGrpSpPr>
        <p:grpSpPr>
          <a:xfrm>
            <a:off x="1011936" y="2740151"/>
            <a:ext cx="1975485" cy="1978660"/>
            <a:chOff x="1011936" y="2740151"/>
            <a:chExt cx="1975485" cy="1978660"/>
          </a:xfrm>
        </p:grpSpPr>
        <p:pic>
          <p:nvPicPr>
            <p:cNvPr id="35" name="object 3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11936" y="2740151"/>
              <a:ext cx="1975104" cy="197815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51317" y="2755107"/>
              <a:ext cx="1897590" cy="189759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733" y="1937542"/>
            <a:ext cx="5886115" cy="5878563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6687311" y="1923288"/>
            <a:ext cx="5931535" cy="5958840"/>
            <a:chOff x="6687311" y="1923288"/>
            <a:chExt cx="5931535" cy="595884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87311" y="1923288"/>
              <a:ext cx="5931408" cy="595883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25475" y="1937542"/>
              <a:ext cx="5852589" cy="5878513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540077" y="670052"/>
            <a:ext cx="820483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Which</a:t>
            </a:r>
            <a:r>
              <a:rPr sz="3600" i="1" spc="-5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flow</a:t>
            </a:r>
            <a:r>
              <a:rPr sz="3600" i="1" spc="-5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field</a:t>
            </a:r>
            <a:r>
              <a:rPr sz="3600" i="1" spc="-4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optimizes</a:t>
            </a:r>
            <a:r>
              <a:rPr sz="3600" i="1" spc="-4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the</a:t>
            </a:r>
            <a:r>
              <a:rPr sz="3600" i="1" spc="-4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spc="-10" dirty="0">
                <a:solidFill>
                  <a:srgbClr val="0365C0"/>
                </a:solidFill>
                <a:latin typeface="Helvetica"/>
                <a:cs typeface="Helvetica"/>
              </a:rPr>
              <a:t>objective?</a:t>
            </a:r>
            <a:endParaRPr sz="3600">
              <a:latin typeface="Helvetica"/>
              <a:cs typeface="Helvetic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69552" y="8222746"/>
            <a:ext cx="4200415" cy="126630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51562" y="8222746"/>
            <a:ext cx="4200415" cy="126630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347681" y="8075676"/>
            <a:ext cx="34290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spc="-50" dirty="0">
                <a:latin typeface="Helvetica Light"/>
                <a:cs typeface="Helvetica Light"/>
              </a:rPr>
              <a:t>?</a:t>
            </a:r>
            <a:endParaRPr sz="5000">
              <a:latin typeface="Helvetica Light"/>
              <a:cs typeface="Helvetica Ligh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208617" y="725337"/>
            <a:ext cx="3134902" cy="596608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733" y="1937542"/>
            <a:ext cx="5886115" cy="5878563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6687311" y="1923288"/>
            <a:ext cx="5931535" cy="5958840"/>
            <a:chOff x="6687311" y="1923288"/>
            <a:chExt cx="5931535" cy="595884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87311" y="1923288"/>
              <a:ext cx="5931408" cy="595883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25475" y="1937542"/>
              <a:ext cx="5852589" cy="5878513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9105669" y="7979156"/>
            <a:ext cx="1092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latin typeface="Helvetica Light"/>
                <a:cs typeface="Helvetica Light"/>
              </a:rPr>
              <a:t>small</a:t>
            </a:r>
            <a:endParaRPr sz="3600">
              <a:latin typeface="Helvetica Light"/>
              <a:cs typeface="Helvetica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26860" y="7979156"/>
            <a:ext cx="685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latin typeface="Helvetica Light"/>
                <a:cs typeface="Helvetica Light"/>
              </a:rPr>
              <a:t>big</a:t>
            </a:r>
            <a:endParaRPr sz="3600">
              <a:latin typeface="Helvetica Light"/>
              <a:cs typeface="Helvetica Ligh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929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i="1" dirty="0">
                <a:solidFill>
                  <a:srgbClr val="0365C0"/>
                </a:solidFill>
                <a:latin typeface="Helvetica"/>
                <a:cs typeface="Helvetica"/>
              </a:rPr>
              <a:t>Which</a:t>
            </a:r>
            <a:r>
              <a:rPr b="0" i="1" spc="-5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b="0" i="1" dirty="0">
                <a:solidFill>
                  <a:srgbClr val="0365C0"/>
                </a:solidFill>
                <a:latin typeface="Helvetica"/>
                <a:cs typeface="Helvetica"/>
              </a:rPr>
              <a:t>flow</a:t>
            </a:r>
            <a:r>
              <a:rPr b="0" i="1" spc="-5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b="0" i="1" dirty="0">
                <a:solidFill>
                  <a:srgbClr val="0365C0"/>
                </a:solidFill>
                <a:latin typeface="Helvetica"/>
                <a:cs typeface="Helvetica"/>
              </a:rPr>
              <a:t>field</a:t>
            </a:r>
            <a:r>
              <a:rPr b="0" i="1" spc="-4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b="0" i="1" dirty="0">
                <a:solidFill>
                  <a:srgbClr val="0365C0"/>
                </a:solidFill>
                <a:latin typeface="Helvetica"/>
                <a:cs typeface="Helvetica"/>
              </a:rPr>
              <a:t>optimizes</a:t>
            </a:r>
            <a:r>
              <a:rPr b="0" i="1" spc="-4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b="0" i="1" dirty="0">
                <a:solidFill>
                  <a:srgbClr val="0365C0"/>
                </a:solidFill>
                <a:latin typeface="Helvetica"/>
                <a:cs typeface="Helvetica"/>
              </a:rPr>
              <a:t>the</a:t>
            </a:r>
            <a:r>
              <a:rPr b="0" i="1" spc="-4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b="0" i="1" spc="-10" dirty="0">
                <a:solidFill>
                  <a:srgbClr val="0365C0"/>
                </a:solidFill>
                <a:latin typeface="Helvetica"/>
                <a:cs typeface="Helvetica"/>
              </a:rPr>
              <a:t>objective?</a:t>
            </a: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08617" y="725337"/>
            <a:ext cx="3134902" cy="596608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0632" rIns="0" bIns="0" rtlCol="0">
            <a:spAutoFit/>
          </a:bodyPr>
          <a:lstStyle/>
          <a:p>
            <a:pPr marL="3956685">
              <a:lnSpc>
                <a:spcPct val="100000"/>
              </a:lnSpc>
              <a:spcBef>
                <a:spcPts val="1485"/>
              </a:spcBef>
            </a:pPr>
            <a:r>
              <a:rPr sz="8000" b="0" dirty="0">
                <a:solidFill>
                  <a:srgbClr val="000000"/>
                </a:solidFill>
                <a:latin typeface="Helvetica Light"/>
                <a:cs typeface="Helvetica Light"/>
              </a:rPr>
              <a:t>Key</a:t>
            </a:r>
            <a:r>
              <a:rPr sz="8000" b="0" spc="-10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8000" b="0" spc="-20" dirty="0">
                <a:solidFill>
                  <a:srgbClr val="000000"/>
                </a:solidFill>
                <a:latin typeface="Helvetica Light"/>
                <a:cs typeface="Helvetica Light"/>
              </a:rPr>
              <a:t>idea</a:t>
            </a:r>
            <a:endParaRPr sz="8000">
              <a:latin typeface="Helvetica Light"/>
              <a:cs typeface="Helvetica Light"/>
            </a:endParaRPr>
          </a:p>
          <a:p>
            <a:pPr marL="3902075">
              <a:lnSpc>
                <a:spcPct val="100000"/>
              </a:lnSpc>
              <a:spcBef>
                <a:spcPts val="415"/>
              </a:spcBef>
            </a:pPr>
            <a:r>
              <a:rPr sz="2400" b="0" dirty="0">
                <a:solidFill>
                  <a:srgbClr val="000000"/>
                </a:solidFill>
                <a:latin typeface="Helvetica Light"/>
                <a:cs typeface="Helvetica Light"/>
              </a:rPr>
              <a:t>(of</a:t>
            </a:r>
            <a:r>
              <a:rPr sz="2400" b="0" spc="-5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400" b="0" spc="-20" dirty="0">
                <a:solidFill>
                  <a:srgbClr val="000000"/>
                </a:solidFill>
                <a:latin typeface="Helvetica Light"/>
                <a:cs typeface="Helvetica Light"/>
              </a:rPr>
              <a:t>Horn-</a:t>
            </a:r>
            <a:r>
              <a:rPr sz="2400" b="0" dirty="0">
                <a:solidFill>
                  <a:srgbClr val="000000"/>
                </a:solidFill>
                <a:latin typeface="Helvetica Light"/>
                <a:cs typeface="Helvetica Light"/>
              </a:rPr>
              <a:t>Schunck</a:t>
            </a:r>
            <a:r>
              <a:rPr sz="2400" b="0" spc="-4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400" b="0" dirty="0">
                <a:solidFill>
                  <a:srgbClr val="000000"/>
                </a:solidFill>
                <a:latin typeface="Helvetica Light"/>
                <a:cs typeface="Helvetica Light"/>
              </a:rPr>
              <a:t>optical</a:t>
            </a:r>
            <a:r>
              <a:rPr sz="2400" b="0" spc="-3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flow)</a:t>
            </a:r>
            <a:endParaRPr sz="2400">
              <a:latin typeface="Helvetica Light"/>
              <a:cs typeface="Helvetica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17925" y="3193796"/>
            <a:ext cx="8852535" cy="6371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4995">
              <a:lnSpc>
                <a:spcPts val="5030"/>
              </a:lnSpc>
              <a:spcBef>
                <a:spcPts val="100"/>
              </a:spcBef>
            </a:pPr>
            <a:r>
              <a:rPr sz="4200" spc="-10" dirty="0">
                <a:latin typeface="Helvetica Light"/>
                <a:cs typeface="Helvetica Light"/>
              </a:rPr>
              <a:t>Enforce</a:t>
            </a:r>
            <a:endParaRPr sz="4200">
              <a:latin typeface="Helvetica Light"/>
              <a:cs typeface="Helvetica Light"/>
            </a:endParaRPr>
          </a:p>
          <a:p>
            <a:pPr marR="3277870" algn="ctr">
              <a:lnSpc>
                <a:spcPts val="5030"/>
              </a:lnSpc>
            </a:pPr>
            <a:r>
              <a:rPr sz="4200" b="1" dirty="0">
                <a:solidFill>
                  <a:srgbClr val="0433FF"/>
                </a:solidFill>
                <a:latin typeface="Helvetica"/>
                <a:cs typeface="Helvetica"/>
              </a:rPr>
              <a:t>brightness</a:t>
            </a:r>
            <a:r>
              <a:rPr sz="4200" b="1" spc="-90" dirty="0">
                <a:solidFill>
                  <a:srgbClr val="0433FF"/>
                </a:solidFill>
                <a:latin typeface="Helvetica"/>
                <a:cs typeface="Helvetica"/>
              </a:rPr>
              <a:t> </a:t>
            </a:r>
            <a:r>
              <a:rPr sz="4200" b="1" spc="-10" dirty="0">
                <a:solidFill>
                  <a:srgbClr val="0433FF"/>
                </a:solidFill>
                <a:latin typeface="Helvetica"/>
                <a:cs typeface="Helvetica"/>
              </a:rPr>
              <a:t>constancy</a:t>
            </a:r>
            <a:endParaRPr sz="4200">
              <a:latin typeface="Helvetica"/>
              <a:cs typeface="Helvetica"/>
            </a:endParaRPr>
          </a:p>
          <a:p>
            <a:pPr marL="1791335">
              <a:lnSpc>
                <a:spcPts val="5015"/>
              </a:lnSpc>
              <a:spcBef>
                <a:spcPts val="4655"/>
              </a:spcBef>
            </a:pPr>
            <a:r>
              <a:rPr sz="4200" spc="-10" dirty="0">
                <a:latin typeface="Helvetica Light"/>
                <a:cs typeface="Helvetica Light"/>
              </a:rPr>
              <a:t>Enforce</a:t>
            </a:r>
            <a:endParaRPr sz="4200">
              <a:latin typeface="Helvetica Light"/>
              <a:cs typeface="Helvetica Light"/>
            </a:endParaRPr>
          </a:p>
          <a:p>
            <a:pPr marR="3274060" algn="ctr">
              <a:lnSpc>
                <a:spcPts val="5015"/>
              </a:lnSpc>
            </a:pPr>
            <a:r>
              <a:rPr sz="4200" b="1" dirty="0">
                <a:solidFill>
                  <a:srgbClr val="00C400"/>
                </a:solidFill>
                <a:latin typeface="Helvetica"/>
                <a:cs typeface="Helvetica"/>
              </a:rPr>
              <a:t>smooth</a:t>
            </a:r>
            <a:r>
              <a:rPr sz="4200" b="1" spc="-70" dirty="0">
                <a:solidFill>
                  <a:srgbClr val="00C400"/>
                </a:solidFill>
                <a:latin typeface="Helvetica"/>
                <a:cs typeface="Helvetica"/>
              </a:rPr>
              <a:t> </a:t>
            </a:r>
            <a:r>
              <a:rPr sz="4200" b="1" dirty="0">
                <a:solidFill>
                  <a:srgbClr val="00C400"/>
                </a:solidFill>
                <a:latin typeface="Helvetica"/>
                <a:cs typeface="Helvetica"/>
              </a:rPr>
              <a:t>flow</a:t>
            </a:r>
            <a:r>
              <a:rPr sz="4200" b="1" spc="-70" dirty="0">
                <a:solidFill>
                  <a:srgbClr val="00C400"/>
                </a:solidFill>
                <a:latin typeface="Helvetica"/>
                <a:cs typeface="Helvetica"/>
              </a:rPr>
              <a:t> </a:t>
            </a:r>
            <a:r>
              <a:rPr sz="4200" b="1" spc="-10" dirty="0">
                <a:solidFill>
                  <a:srgbClr val="00C400"/>
                </a:solidFill>
                <a:latin typeface="Helvetica"/>
                <a:cs typeface="Helvetica"/>
              </a:rPr>
              <a:t>field</a:t>
            </a:r>
            <a:endParaRPr sz="420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3235"/>
              </a:spcBef>
            </a:pPr>
            <a:endParaRPr sz="4200">
              <a:latin typeface="Helvetica"/>
              <a:cs typeface="Helvetica"/>
            </a:endParaRPr>
          </a:p>
          <a:p>
            <a:pPr marR="3275329" algn="ctr">
              <a:lnSpc>
                <a:spcPct val="100000"/>
              </a:lnSpc>
            </a:pPr>
            <a:r>
              <a:rPr sz="4200" dirty="0">
                <a:latin typeface="Helvetica Light"/>
                <a:cs typeface="Helvetica Light"/>
              </a:rPr>
              <a:t>to</a:t>
            </a:r>
            <a:r>
              <a:rPr sz="4200" spc="-70" dirty="0">
                <a:latin typeface="Helvetica Light"/>
                <a:cs typeface="Helvetica Light"/>
              </a:rPr>
              <a:t> </a:t>
            </a:r>
            <a:r>
              <a:rPr sz="4200" dirty="0">
                <a:latin typeface="Helvetica Light"/>
                <a:cs typeface="Helvetica Light"/>
              </a:rPr>
              <a:t>compute</a:t>
            </a:r>
            <a:r>
              <a:rPr sz="4200" spc="-65" dirty="0">
                <a:latin typeface="Helvetica Light"/>
                <a:cs typeface="Helvetica Light"/>
              </a:rPr>
              <a:t> </a:t>
            </a:r>
            <a:r>
              <a:rPr sz="4200" dirty="0">
                <a:latin typeface="Helvetica Light"/>
                <a:cs typeface="Helvetica Light"/>
              </a:rPr>
              <a:t>optical</a:t>
            </a:r>
            <a:r>
              <a:rPr sz="4200" spc="-70" dirty="0">
                <a:latin typeface="Helvetica Light"/>
                <a:cs typeface="Helvetica Light"/>
              </a:rPr>
              <a:t> </a:t>
            </a:r>
            <a:r>
              <a:rPr sz="4200" spc="-20" dirty="0">
                <a:latin typeface="Helvetica Light"/>
                <a:cs typeface="Helvetica Light"/>
              </a:rPr>
              <a:t>flow</a:t>
            </a:r>
            <a:endParaRPr sz="4200">
              <a:latin typeface="Helvetica Light"/>
              <a:cs typeface="Helvetica Light"/>
            </a:endParaRPr>
          </a:p>
          <a:p>
            <a:pPr>
              <a:lnSpc>
                <a:spcPct val="100000"/>
              </a:lnSpc>
              <a:spcBef>
                <a:spcPts val="2665"/>
              </a:spcBef>
            </a:pPr>
            <a:endParaRPr sz="4200">
              <a:latin typeface="Helvetica Light"/>
              <a:cs typeface="Helvetica Light"/>
            </a:endParaRPr>
          </a:p>
          <a:p>
            <a:pPr marL="3090545">
              <a:lnSpc>
                <a:spcPct val="100000"/>
              </a:lnSpc>
            </a:pPr>
            <a:r>
              <a:rPr sz="4200" dirty="0">
                <a:latin typeface="Helvetica Light"/>
                <a:cs typeface="Helvetica Light"/>
              </a:rPr>
              <a:t>bringing</a:t>
            </a:r>
            <a:r>
              <a:rPr sz="4200" spc="-65" dirty="0">
                <a:latin typeface="Helvetica Light"/>
                <a:cs typeface="Helvetica Light"/>
              </a:rPr>
              <a:t> </a:t>
            </a:r>
            <a:r>
              <a:rPr sz="4200" dirty="0">
                <a:latin typeface="Helvetica Light"/>
                <a:cs typeface="Helvetica Light"/>
              </a:rPr>
              <a:t>it</a:t>
            </a:r>
            <a:r>
              <a:rPr sz="4200" spc="-60" dirty="0">
                <a:latin typeface="Helvetica Light"/>
                <a:cs typeface="Helvetica Light"/>
              </a:rPr>
              <a:t> </a:t>
            </a:r>
            <a:r>
              <a:rPr sz="4200" dirty="0">
                <a:latin typeface="Helvetica Light"/>
                <a:cs typeface="Helvetica Light"/>
              </a:rPr>
              <a:t>all</a:t>
            </a:r>
            <a:r>
              <a:rPr sz="4200" spc="-50" dirty="0">
                <a:latin typeface="Helvetica Light"/>
                <a:cs typeface="Helvetica Light"/>
              </a:rPr>
              <a:t> </a:t>
            </a:r>
            <a:r>
              <a:rPr sz="4200" spc="-10" dirty="0">
                <a:latin typeface="Helvetica Light"/>
                <a:cs typeface="Helvetica Light"/>
              </a:rPr>
              <a:t>together…</a:t>
            </a:r>
            <a:endParaRPr sz="4200">
              <a:latin typeface="Helvetica Light"/>
              <a:cs typeface="Helvetica Light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01623" y="3861815"/>
            <a:ext cx="11402695" cy="2804160"/>
            <a:chOff x="801623" y="3861815"/>
            <a:chExt cx="11402695" cy="28041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1623" y="3861815"/>
              <a:ext cx="11402568" cy="280416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39770" y="3875724"/>
              <a:ext cx="11325860" cy="2724150"/>
            </a:xfrm>
            <a:custGeom>
              <a:avLst/>
              <a:gdLst/>
              <a:ahLst/>
              <a:cxnLst/>
              <a:rect l="l" t="t" r="r" b="b"/>
              <a:pathLst>
                <a:path w="11325860" h="2724150">
                  <a:moveTo>
                    <a:pt x="10916649" y="0"/>
                  </a:moveTo>
                  <a:lnTo>
                    <a:pt x="408608" y="0"/>
                  </a:lnTo>
                  <a:lnTo>
                    <a:pt x="360956" y="2749"/>
                  </a:lnTo>
                  <a:lnTo>
                    <a:pt x="314918" y="10791"/>
                  </a:lnTo>
                  <a:lnTo>
                    <a:pt x="270801" y="23821"/>
                  </a:lnTo>
                  <a:lnTo>
                    <a:pt x="228912" y="41531"/>
                  </a:lnTo>
                  <a:lnTo>
                    <a:pt x="189558" y="63615"/>
                  </a:lnTo>
                  <a:lnTo>
                    <a:pt x="153044" y="89766"/>
                  </a:lnTo>
                  <a:lnTo>
                    <a:pt x="119678" y="119678"/>
                  </a:lnTo>
                  <a:lnTo>
                    <a:pt x="89766" y="153045"/>
                  </a:lnTo>
                  <a:lnTo>
                    <a:pt x="63615" y="189558"/>
                  </a:lnTo>
                  <a:lnTo>
                    <a:pt x="41531" y="228913"/>
                  </a:lnTo>
                  <a:lnTo>
                    <a:pt x="23821" y="270801"/>
                  </a:lnTo>
                  <a:lnTo>
                    <a:pt x="10791" y="314918"/>
                  </a:lnTo>
                  <a:lnTo>
                    <a:pt x="2749" y="360956"/>
                  </a:lnTo>
                  <a:lnTo>
                    <a:pt x="0" y="408608"/>
                  </a:lnTo>
                  <a:lnTo>
                    <a:pt x="0" y="2315476"/>
                  </a:lnTo>
                  <a:lnTo>
                    <a:pt x="2749" y="2363129"/>
                  </a:lnTo>
                  <a:lnTo>
                    <a:pt x="10791" y="2409167"/>
                  </a:lnTo>
                  <a:lnTo>
                    <a:pt x="23821" y="2453283"/>
                  </a:lnTo>
                  <a:lnTo>
                    <a:pt x="41531" y="2495172"/>
                  </a:lnTo>
                  <a:lnTo>
                    <a:pt x="63615" y="2534527"/>
                  </a:lnTo>
                  <a:lnTo>
                    <a:pt x="89766" y="2571041"/>
                  </a:lnTo>
                  <a:lnTo>
                    <a:pt x="119678" y="2604407"/>
                  </a:lnTo>
                  <a:lnTo>
                    <a:pt x="153044" y="2634319"/>
                  </a:lnTo>
                  <a:lnTo>
                    <a:pt x="189558" y="2660470"/>
                  </a:lnTo>
                  <a:lnTo>
                    <a:pt x="228912" y="2682554"/>
                  </a:lnTo>
                  <a:lnTo>
                    <a:pt x="270801" y="2700265"/>
                  </a:lnTo>
                  <a:lnTo>
                    <a:pt x="314918" y="2713294"/>
                  </a:lnTo>
                  <a:lnTo>
                    <a:pt x="360956" y="2721337"/>
                  </a:lnTo>
                  <a:lnTo>
                    <a:pt x="408608" y="2724086"/>
                  </a:lnTo>
                  <a:lnTo>
                    <a:pt x="10916649" y="2724086"/>
                  </a:lnTo>
                  <a:lnTo>
                    <a:pt x="10964301" y="2721337"/>
                  </a:lnTo>
                  <a:lnTo>
                    <a:pt x="11010339" y="2713294"/>
                  </a:lnTo>
                  <a:lnTo>
                    <a:pt x="11054456" y="2700265"/>
                  </a:lnTo>
                  <a:lnTo>
                    <a:pt x="11096345" y="2682554"/>
                  </a:lnTo>
                  <a:lnTo>
                    <a:pt x="11135699" y="2660470"/>
                  </a:lnTo>
                  <a:lnTo>
                    <a:pt x="11172213" y="2634319"/>
                  </a:lnTo>
                  <a:lnTo>
                    <a:pt x="11205579" y="2604407"/>
                  </a:lnTo>
                  <a:lnTo>
                    <a:pt x="11235491" y="2571041"/>
                  </a:lnTo>
                  <a:lnTo>
                    <a:pt x="11261642" y="2534527"/>
                  </a:lnTo>
                  <a:lnTo>
                    <a:pt x="11283726" y="2495172"/>
                  </a:lnTo>
                  <a:lnTo>
                    <a:pt x="11301436" y="2453283"/>
                  </a:lnTo>
                  <a:lnTo>
                    <a:pt x="11314466" y="2409167"/>
                  </a:lnTo>
                  <a:lnTo>
                    <a:pt x="11322509" y="2363129"/>
                  </a:lnTo>
                  <a:lnTo>
                    <a:pt x="11325258" y="2315476"/>
                  </a:lnTo>
                  <a:lnTo>
                    <a:pt x="11325258" y="408608"/>
                  </a:lnTo>
                  <a:lnTo>
                    <a:pt x="11322509" y="360956"/>
                  </a:lnTo>
                  <a:lnTo>
                    <a:pt x="11314466" y="314918"/>
                  </a:lnTo>
                  <a:lnTo>
                    <a:pt x="11301436" y="270801"/>
                  </a:lnTo>
                  <a:lnTo>
                    <a:pt x="11283726" y="228913"/>
                  </a:lnTo>
                  <a:lnTo>
                    <a:pt x="11261642" y="189558"/>
                  </a:lnTo>
                  <a:lnTo>
                    <a:pt x="11235491" y="153045"/>
                  </a:lnTo>
                  <a:lnTo>
                    <a:pt x="11205579" y="119678"/>
                  </a:lnTo>
                  <a:lnTo>
                    <a:pt x="11172213" y="89766"/>
                  </a:lnTo>
                  <a:lnTo>
                    <a:pt x="11135699" y="63615"/>
                  </a:lnTo>
                  <a:lnTo>
                    <a:pt x="11096345" y="41531"/>
                  </a:lnTo>
                  <a:lnTo>
                    <a:pt x="11054456" y="23821"/>
                  </a:lnTo>
                  <a:lnTo>
                    <a:pt x="11010339" y="10791"/>
                  </a:lnTo>
                  <a:lnTo>
                    <a:pt x="10964301" y="2749"/>
                  </a:lnTo>
                  <a:lnTo>
                    <a:pt x="10916649" y="0"/>
                  </a:lnTo>
                  <a:close/>
                </a:path>
              </a:pathLst>
            </a:custGeom>
            <a:solidFill>
              <a:srgbClr val="B36A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38602" y="4288206"/>
              <a:ext cx="9674633" cy="2083451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2491" rIns="0" bIns="0" rtlCol="0">
            <a:spAutoFit/>
          </a:bodyPr>
          <a:lstStyle/>
          <a:p>
            <a:pPr marL="483234">
              <a:lnSpc>
                <a:spcPct val="100000"/>
              </a:lnSpc>
              <a:spcBef>
                <a:spcPts val="100"/>
              </a:spcBef>
            </a:pPr>
            <a:r>
              <a:rPr sz="7400" b="0" spc="-35" dirty="0">
                <a:solidFill>
                  <a:srgbClr val="000000"/>
                </a:solidFill>
                <a:latin typeface="Helvetica Light"/>
                <a:cs typeface="Helvetica Light"/>
              </a:rPr>
              <a:t>Horn-</a:t>
            </a:r>
            <a:r>
              <a:rPr sz="7400" b="0" dirty="0">
                <a:solidFill>
                  <a:srgbClr val="000000"/>
                </a:solidFill>
                <a:latin typeface="Helvetica Light"/>
                <a:cs typeface="Helvetica Light"/>
              </a:rPr>
              <a:t>Schunck</a:t>
            </a:r>
            <a:r>
              <a:rPr sz="7400" b="0" spc="-25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7400" b="0" dirty="0">
                <a:solidFill>
                  <a:srgbClr val="000000"/>
                </a:solidFill>
                <a:latin typeface="Helvetica Light"/>
                <a:cs typeface="Helvetica Light"/>
              </a:rPr>
              <a:t>optical</a:t>
            </a:r>
            <a:r>
              <a:rPr sz="7400" b="0" spc="-229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7400" b="0" spc="-20" dirty="0">
                <a:solidFill>
                  <a:srgbClr val="000000"/>
                </a:solidFill>
                <a:latin typeface="Helvetica Light"/>
                <a:cs typeface="Helvetica Light"/>
              </a:rPr>
              <a:t>flow</a:t>
            </a:r>
            <a:endParaRPr sz="7400">
              <a:latin typeface="Helvetica Light"/>
              <a:cs typeface="Helvetica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38929" y="4278884"/>
            <a:ext cx="1821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FF"/>
                </a:solidFill>
                <a:latin typeface="Helvetica"/>
                <a:cs typeface="Helvetica"/>
              </a:rPr>
              <a:t>smoothness</a:t>
            </a:r>
            <a:endParaRPr sz="2400">
              <a:latin typeface="Helvetica"/>
              <a:cs typeface="Helvetic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93421" y="4278884"/>
            <a:ext cx="317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Helvetica"/>
                <a:cs typeface="Helvetica"/>
              </a:rPr>
              <a:t>brightness</a:t>
            </a:r>
            <a:r>
              <a:rPr sz="2400" b="1" spc="-60" dirty="0">
                <a:solidFill>
                  <a:srgbClr val="FFFFFF"/>
                </a:solidFill>
                <a:latin typeface="Helvetica"/>
                <a:cs typeface="Helvetica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Helvetica"/>
                <a:cs typeface="Helvetica"/>
              </a:rPr>
              <a:t>constancy</a:t>
            </a:r>
            <a:endParaRPr sz="2400">
              <a:latin typeface="Helvetica"/>
              <a:cs typeface="Helvetic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86415" y="5787644"/>
            <a:ext cx="9880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FF"/>
                </a:solidFill>
                <a:latin typeface="Helvetica"/>
                <a:cs typeface="Helvetica"/>
              </a:rPr>
              <a:t>weight</a:t>
            </a:r>
            <a:endParaRPr sz="2400">
              <a:latin typeface="Helvetica"/>
              <a:cs typeface="Helvetic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81405" y="5489395"/>
            <a:ext cx="553689" cy="606136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4592" y="4544567"/>
            <a:ext cx="12679680" cy="4779645"/>
            <a:chOff x="164592" y="4544567"/>
            <a:chExt cx="12679680" cy="47796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4592" y="4544567"/>
              <a:ext cx="12679680" cy="477926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04529" y="4559156"/>
              <a:ext cx="12600940" cy="4699000"/>
            </a:xfrm>
            <a:custGeom>
              <a:avLst/>
              <a:gdLst/>
              <a:ahLst/>
              <a:cxnLst/>
              <a:rect l="l" t="t" r="r" b="b"/>
              <a:pathLst>
                <a:path w="12600940" h="4699000">
                  <a:moveTo>
                    <a:pt x="12527259" y="0"/>
                  </a:moveTo>
                  <a:lnTo>
                    <a:pt x="73532" y="0"/>
                  </a:lnTo>
                  <a:lnTo>
                    <a:pt x="44910" y="5778"/>
                  </a:lnTo>
                  <a:lnTo>
                    <a:pt x="21537" y="21537"/>
                  </a:lnTo>
                  <a:lnTo>
                    <a:pt x="5778" y="44910"/>
                  </a:lnTo>
                  <a:lnTo>
                    <a:pt x="0" y="73533"/>
                  </a:lnTo>
                  <a:lnTo>
                    <a:pt x="0" y="4625440"/>
                  </a:lnTo>
                  <a:lnTo>
                    <a:pt x="5778" y="4654063"/>
                  </a:lnTo>
                  <a:lnTo>
                    <a:pt x="21537" y="4677436"/>
                  </a:lnTo>
                  <a:lnTo>
                    <a:pt x="44910" y="4693194"/>
                  </a:lnTo>
                  <a:lnTo>
                    <a:pt x="73532" y="4698973"/>
                  </a:lnTo>
                  <a:lnTo>
                    <a:pt x="12527259" y="4698973"/>
                  </a:lnTo>
                  <a:lnTo>
                    <a:pt x="12555882" y="4693194"/>
                  </a:lnTo>
                  <a:lnTo>
                    <a:pt x="12579256" y="4677436"/>
                  </a:lnTo>
                  <a:lnTo>
                    <a:pt x="12595013" y="4654063"/>
                  </a:lnTo>
                  <a:lnTo>
                    <a:pt x="12600792" y="4625440"/>
                  </a:lnTo>
                  <a:lnTo>
                    <a:pt x="12600792" y="73533"/>
                  </a:lnTo>
                  <a:lnTo>
                    <a:pt x="12595013" y="44910"/>
                  </a:lnTo>
                  <a:lnTo>
                    <a:pt x="12579256" y="21537"/>
                  </a:lnTo>
                  <a:lnTo>
                    <a:pt x="12555882" y="5778"/>
                  </a:lnTo>
                  <a:lnTo>
                    <a:pt x="12527259" y="0"/>
                  </a:lnTo>
                  <a:close/>
                </a:path>
              </a:pathLst>
            </a:custGeom>
            <a:solidFill>
              <a:srgbClr val="FFF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64592" y="2136648"/>
            <a:ext cx="12679680" cy="2121535"/>
            <a:chOff x="164592" y="2136648"/>
            <a:chExt cx="12679680" cy="212153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4592" y="2136648"/>
              <a:ext cx="12679680" cy="212140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04529" y="2149510"/>
              <a:ext cx="12600940" cy="2044064"/>
            </a:xfrm>
            <a:custGeom>
              <a:avLst/>
              <a:gdLst/>
              <a:ahLst/>
              <a:cxnLst/>
              <a:rect l="l" t="t" r="r" b="b"/>
              <a:pathLst>
                <a:path w="12600940" h="2044064">
                  <a:moveTo>
                    <a:pt x="12523893" y="0"/>
                  </a:moveTo>
                  <a:lnTo>
                    <a:pt x="76908" y="0"/>
                  </a:lnTo>
                  <a:lnTo>
                    <a:pt x="46972" y="6043"/>
                  </a:lnTo>
                  <a:lnTo>
                    <a:pt x="22525" y="22526"/>
                  </a:lnTo>
                  <a:lnTo>
                    <a:pt x="6043" y="46972"/>
                  </a:lnTo>
                  <a:lnTo>
                    <a:pt x="0" y="76908"/>
                  </a:lnTo>
                  <a:lnTo>
                    <a:pt x="0" y="1966954"/>
                  </a:lnTo>
                  <a:lnTo>
                    <a:pt x="6043" y="1996890"/>
                  </a:lnTo>
                  <a:lnTo>
                    <a:pt x="22525" y="2021336"/>
                  </a:lnTo>
                  <a:lnTo>
                    <a:pt x="46972" y="2037819"/>
                  </a:lnTo>
                  <a:lnTo>
                    <a:pt x="76908" y="2043863"/>
                  </a:lnTo>
                  <a:lnTo>
                    <a:pt x="12523893" y="2043863"/>
                  </a:lnTo>
                  <a:lnTo>
                    <a:pt x="12553825" y="2037819"/>
                  </a:lnTo>
                  <a:lnTo>
                    <a:pt x="12578268" y="2021336"/>
                  </a:lnTo>
                  <a:lnTo>
                    <a:pt x="12594748" y="1996890"/>
                  </a:lnTo>
                  <a:lnTo>
                    <a:pt x="12600792" y="1966954"/>
                  </a:lnTo>
                  <a:lnTo>
                    <a:pt x="12600792" y="76908"/>
                  </a:lnTo>
                  <a:lnTo>
                    <a:pt x="12594748" y="46972"/>
                  </a:lnTo>
                  <a:lnTo>
                    <a:pt x="12578268" y="22526"/>
                  </a:lnTo>
                  <a:lnTo>
                    <a:pt x="12553825" y="6043"/>
                  </a:lnTo>
                  <a:lnTo>
                    <a:pt x="12523893" y="0"/>
                  </a:lnTo>
                  <a:close/>
                </a:path>
              </a:pathLst>
            </a:custGeom>
            <a:solidFill>
              <a:srgbClr val="00DB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35818" y="575564"/>
            <a:ext cx="113334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38245" algn="l"/>
                <a:tab pos="5305425" algn="l"/>
              </a:tabLst>
            </a:pPr>
            <a:r>
              <a:rPr sz="6000" b="0" dirty="0">
                <a:solidFill>
                  <a:srgbClr val="000000"/>
                </a:solidFill>
                <a:latin typeface="Helvetica Light"/>
                <a:cs typeface="Helvetica Light"/>
              </a:rPr>
              <a:t>HS</a:t>
            </a:r>
            <a:r>
              <a:rPr sz="6000" b="0" spc="-5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6000"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optical</a:t>
            </a:r>
            <a:r>
              <a:rPr sz="6000" b="0" dirty="0">
                <a:solidFill>
                  <a:srgbClr val="000000"/>
                </a:solidFill>
                <a:latin typeface="Helvetica Light"/>
                <a:cs typeface="Helvetica Light"/>
              </a:rPr>
              <a:t>	</a:t>
            </a:r>
            <a:r>
              <a:rPr sz="6000" b="0" spc="-20" dirty="0">
                <a:solidFill>
                  <a:srgbClr val="000000"/>
                </a:solidFill>
                <a:latin typeface="Helvetica Light"/>
                <a:cs typeface="Helvetica Light"/>
              </a:rPr>
              <a:t>flow</a:t>
            </a:r>
            <a:r>
              <a:rPr sz="6000" b="0" dirty="0">
                <a:solidFill>
                  <a:srgbClr val="000000"/>
                </a:solidFill>
                <a:latin typeface="Helvetica Light"/>
                <a:cs typeface="Helvetica Light"/>
              </a:rPr>
              <a:t>	objective</a:t>
            </a:r>
            <a:r>
              <a:rPr sz="6000" b="0" spc="-204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6000"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function</a:t>
            </a:r>
            <a:endParaRPr sz="6000">
              <a:latin typeface="Helvetica Light"/>
              <a:cs typeface="Helvetica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3152" y="2840228"/>
            <a:ext cx="7580630" cy="2397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Helvetica"/>
                <a:cs typeface="Helvetica"/>
              </a:rPr>
              <a:t>Brightness</a:t>
            </a:r>
            <a:r>
              <a:rPr sz="3600" b="1" spc="-165" dirty="0">
                <a:latin typeface="Helvetica"/>
                <a:cs typeface="Helvetica"/>
              </a:rPr>
              <a:t> </a:t>
            </a:r>
            <a:r>
              <a:rPr sz="3600" b="1" spc="-10" dirty="0">
                <a:latin typeface="Helvetica"/>
                <a:cs typeface="Helvetica"/>
              </a:rPr>
              <a:t>constancy</a:t>
            </a:r>
            <a:endParaRPr sz="3600">
              <a:latin typeface="Helvetica"/>
              <a:cs typeface="Helvetica"/>
            </a:endParaRPr>
          </a:p>
          <a:p>
            <a:pPr>
              <a:lnSpc>
                <a:spcPct val="100000"/>
              </a:lnSpc>
            </a:pPr>
            <a:endParaRPr sz="360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1385"/>
              </a:spcBef>
            </a:pPr>
            <a:endParaRPr sz="3600">
              <a:latin typeface="Helvetica"/>
              <a:cs typeface="Helvetica"/>
            </a:endParaRPr>
          </a:p>
          <a:p>
            <a:pPr marL="4824730">
              <a:lnSpc>
                <a:spcPct val="100000"/>
              </a:lnSpc>
            </a:pPr>
            <a:r>
              <a:rPr sz="3600" b="1" spc="-10" dirty="0">
                <a:latin typeface="Helvetica"/>
                <a:cs typeface="Helvetica"/>
              </a:rPr>
              <a:t>Smoothness</a:t>
            </a:r>
            <a:endParaRPr sz="3600">
              <a:latin typeface="Helvetica"/>
              <a:cs typeface="Helvetic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47788" y="7118456"/>
            <a:ext cx="1284274" cy="24159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08483" y="6585781"/>
            <a:ext cx="451087" cy="13879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71502" y="6580509"/>
            <a:ext cx="451087" cy="13879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83260" y="8558676"/>
            <a:ext cx="495301" cy="15240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41135" y="8598421"/>
            <a:ext cx="495301" cy="152401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4210645" y="6794143"/>
            <a:ext cx="2426335" cy="1695450"/>
            <a:chOff x="4210645" y="6794143"/>
            <a:chExt cx="2426335" cy="1695450"/>
          </a:xfrm>
        </p:grpSpPr>
        <p:sp>
          <p:nvSpPr>
            <p:cNvPr id="16" name="object 16"/>
            <p:cNvSpPr/>
            <p:nvPr/>
          </p:nvSpPr>
          <p:spPr>
            <a:xfrm>
              <a:off x="4407395" y="7594079"/>
              <a:ext cx="1692275" cy="895350"/>
            </a:xfrm>
            <a:custGeom>
              <a:avLst/>
              <a:gdLst/>
              <a:ahLst/>
              <a:cxnLst/>
              <a:rect l="l" t="t" r="r" b="b"/>
              <a:pathLst>
                <a:path w="1692275" h="895350">
                  <a:moveTo>
                    <a:pt x="76200" y="49961"/>
                  </a:moveTo>
                  <a:lnTo>
                    <a:pt x="52920" y="14859"/>
                  </a:lnTo>
                  <a:lnTo>
                    <a:pt x="38100" y="11861"/>
                  </a:lnTo>
                  <a:lnTo>
                    <a:pt x="23266" y="14859"/>
                  </a:lnTo>
                  <a:lnTo>
                    <a:pt x="11150" y="23025"/>
                  </a:lnTo>
                  <a:lnTo>
                    <a:pt x="2984" y="35128"/>
                  </a:lnTo>
                  <a:lnTo>
                    <a:pt x="0" y="49961"/>
                  </a:lnTo>
                  <a:lnTo>
                    <a:pt x="2984" y="64795"/>
                  </a:lnTo>
                  <a:lnTo>
                    <a:pt x="11150" y="76898"/>
                  </a:lnTo>
                  <a:lnTo>
                    <a:pt x="23266" y="85064"/>
                  </a:lnTo>
                  <a:lnTo>
                    <a:pt x="38100" y="88061"/>
                  </a:lnTo>
                  <a:lnTo>
                    <a:pt x="52920" y="85064"/>
                  </a:lnTo>
                  <a:lnTo>
                    <a:pt x="65036" y="76898"/>
                  </a:lnTo>
                  <a:lnTo>
                    <a:pt x="73202" y="64795"/>
                  </a:lnTo>
                  <a:lnTo>
                    <a:pt x="73634" y="62661"/>
                  </a:lnTo>
                  <a:lnTo>
                    <a:pt x="76200" y="49961"/>
                  </a:lnTo>
                  <a:close/>
                </a:path>
                <a:path w="1692275" h="895350">
                  <a:moveTo>
                    <a:pt x="114300" y="37261"/>
                  </a:moveTo>
                  <a:lnTo>
                    <a:pt x="88900" y="37261"/>
                  </a:lnTo>
                  <a:lnTo>
                    <a:pt x="88900" y="62661"/>
                  </a:lnTo>
                  <a:lnTo>
                    <a:pt x="114300" y="62661"/>
                  </a:lnTo>
                  <a:lnTo>
                    <a:pt x="114300" y="37261"/>
                  </a:lnTo>
                  <a:close/>
                </a:path>
                <a:path w="1692275" h="895350">
                  <a:moveTo>
                    <a:pt x="165100" y="37261"/>
                  </a:moveTo>
                  <a:lnTo>
                    <a:pt x="139700" y="37261"/>
                  </a:lnTo>
                  <a:lnTo>
                    <a:pt x="139700" y="62661"/>
                  </a:lnTo>
                  <a:lnTo>
                    <a:pt x="165100" y="62661"/>
                  </a:lnTo>
                  <a:lnTo>
                    <a:pt x="165100" y="37261"/>
                  </a:lnTo>
                  <a:close/>
                </a:path>
                <a:path w="1692275" h="895350">
                  <a:moveTo>
                    <a:pt x="215900" y="37261"/>
                  </a:moveTo>
                  <a:lnTo>
                    <a:pt x="190500" y="37261"/>
                  </a:lnTo>
                  <a:lnTo>
                    <a:pt x="190500" y="62661"/>
                  </a:lnTo>
                  <a:lnTo>
                    <a:pt x="215900" y="62661"/>
                  </a:lnTo>
                  <a:lnTo>
                    <a:pt x="215900" y="37261"/>
                  </a:lnTo>
                  <a:close/>
                </a:path>
                <a:path w="1692275" h="895350">
                  <a:moveTo>
                    <a:pt x="266700" y="37261"/>
                  </a:moveTo>
                  <a:lnTo>
                    <a:pt x="241300" y="37261"/>
                  </a:lnTo>
                  <a:lnTo>
                    <a:pt x="241300" y="62661"/>
                  </a:lnTo>
                  <a:lnTo>
                    <a:pt x="266700" y="62661"/>
                  </a:lnTo>
                  <a:lnTo>
                    <a:pt x="266700" y="37261"/>
                  </a:lnTo>
                  <a:close/>
                </a:path>
                <a:path w="1692275" h="895350">
                  <a:moveTo>
                    <a:pt x="317500" y="37261"/>
                  </a:moveTo>
                  <a:lnTo>
                    <a:pt x="292100" y="37261"/>
                  </a:lnTo>
                  <a:lnTo>
                    <a:pt x="292100" y="62661"/>
                  </a:lnTo>
                  <a:lnTo>
                    <a:pt x="317500" y="62661"/>
                  </a:lnTo>
                  <a:lnTo>
                    <a:pt x="317500" y="37261"/>
                  </a:lnTo>
                  <a:close/>
                </a:path>
                <a:path w="1692275" h="895350">
                  <a:moveTo>
                    <a:pt x="368300" y="37261"/>
                  </a:moveTo>
                  <a:lnTo>
                    <a:pt x="342900" y="37261"/>
                  </a:lnTo>
                  <a:lnTo>
                    <a:pt x="342900" y="62661"/>
                  </a:lnTo>
                  <a:lnTo>
                    <a:pt x="368300" y="62661"/>
                  </a:lnTo>
                  <a:lnTo>
                    <a:pt x="368300" y="37261"/>
                  </a:lnTo>
                  <a:close/>
                </a:path>
                <a:path w="1692275" h="895350">
                  <a:moveTo>
                    <a:pt x="419100" y="37261"/>
                  </a:moveTo>
                  <a:lnTo>
                    <a:pt x="393700" y="37261"/>
                  </a:lnTo>
                  <a:lnTo>
                    <a:pt x="393700" y="62661"/>
                  </a:lnTo>
                  <a:lnTo>
                    <a:pt x="419100" y="62661"/>
                  </a:lnTo>
                  <a:lnTo>
                    <a:pt x="419100" y="37261"/>
                  </a:lnTo>
                  <a:close/>
                </a:path>
                <a:path w="1692275" h="895350">
                  <a:moveTo>
                    <a:pt x="469900" y="37261"/>
                  </a:moveTo>
                  <a:lnTo>
                    <a:pt x="444500" y="37261"/>
                  </a:lnTo>
                  <a:lnTo>
                    <a:pt x="444500" y="62661"/>
                  </a:lnTo>
                  <a:lnTo>
                    <a:pt x="469900" y="62661"/>
                  </a:lnTo>
                  <a:lnTo>
                    <a:pt x="469900" y="37261"/>
                  </a:lnTo>
                  <a:close/>
                </a:path>
                <a:path w="1692275" h="895350">
                  <a:moveTo>
                    <a:pt x="520700" y="37261"/>
                  </a:moveTo>
                  <a:lnTo>
                    <a:pt x="495300" y="37261"/>
                  </a:lnTo>
                  <a:lnTo>
                    <a:pt x="495300" y="62661"/>
                  </a:lnTo>
                  <a:lnTo>
                    <a:pt x="520700" y="62661"/>
                  </a:lnTo>
                  <a:lnTo>
                    <a:pt x="520700" y="37261"/>
                  </a:lnTo>
                  <a:close/>
                </a:path>
                <a:path w="1692275" h="895350">
                  <a:moveTo>
                    <a:pt x="571500" y="37261"/>
                  </a:moveTo>
                  <a:lnTo>
                    <a:pt x="546100" y="37261"/>
                  </a:lnTo>
                  <a:lnTo>
                    <a:pt x="546100" y="62661"/>
                  </a:lnTo>
                  <a:lnTo>
                    <a:pt x="571500" y="62661"/>
                  </a:lnTo>
                  <a:lnTo>
                    <a:pt x="571500" y="37261"/>
                  </a:lnTo>
                  <a:close/>
                </a:path>
                <a:path w="1692275" h="895350">
                  <a:moveTo>
                    <a:pt x="622300" y="37261"/>
                  </a:moveTo>
                  <a:lnTo>
                    <a:pt x="596900" y="37261"/>
                  </a:lnTo>
                  <a:lnTo>
                    <a:pt x="596900" y="62661"/>
                  </a:lnTo>
                  <a:lnTo>
                    <a:pt x="622300" y="62661"/>
                  </a:lnTo>
                  <a:lnTo>
                    <a:pt x="622300" y="37261"/>
                  </a:lnTo>
                  <a:close/>
                </a:path>
                <a:path w="1692275" h="895350">
                  <a:moveTo>
                    <a:pt x="673100" y="37261"/>
                  </a:moveTo>
                  <a:lnTo>
                    <a:pt x="647700" y="37261"/>
                  </a:lnTo>
                  <a:lnTo>
                    <a:pt x="647700" y="62661"/>
                  </a:lnTo>
                  <a:lnTo>
                    <a:pt x="673100" y="62661"/>
                  </a:lnTo>
                  <a:lnTo>
                    <a:pt x="673100" y="37261"/>
                  </a:lnTo>
                  <a:close/>
                </a:path>
                <a:path w="1692275" h="895350">
                  <a:moveTo>
                    <a:pt x="723900" y="37261"/>
                  </a:moveTo>
                  <a:lnTo>
                    <a:pt x="698500" y="37261"/>
                  </a:lnTo>
                  <a:lnTo>
                    <a:pt x="698500" y="62661"/>
                  </a:lnTo>
                  <a:lnTo>
                    <a:pt x="723900" y="62661"/>
                  </a:lnTo>
                  <a:lnTo>
                    <a:pt x="723900" y="37261"/>
                  </a:lnTo>
                  <a:close/>
                </a:path>
                <a:path w="1692275" h="895350">
                  <a:moveTo>
                    <a:pt x="774700" y="37261"/>
                  </a:moveTo>
                  <a:lnTo>
                    <a:pt x="749300" y="37261"/>
                  </a:lnTo>
                  <a:lnTo>
                    <a:pt x="749300" y="62661"/>
                  </a:lnTo>
                  <a:lnTo>
                    <a:pt x="774700" y="62661"/>
                  </a:lnTo>
                  <a:lnTo>
                    <a:pt x="774700" y="37261"/>
                  </a:lnTo>
                  <a:close/>
                </a:path>
                <a:path w="1692275" h="895350">
                  <a:moveTo>
                    <a:pt x="856957" y="780732"/>
                  </a:moveTo>
                  <a:lnTo>
                    <a:pt x="831557" y="780732"/>
                  </a:lnTo>
                  <a:lnTo>
                    <a:pt x="831557" y="806132"/>
                  </a:lnTo>
                  <a:lnTo>
                    <a:pt x="856957" y="806132"/>
                  </a:lnTo>
                  <a:lnTo>
                    <a:pt x="856957" y="780732"/>
                  </a:lnTo>
                  <a:close/>
                </a:path>
                <a:path w="1692275" h="895350">
                  <a:moveTo>
                    <a:pt x="856957" y="729932"/>
                  </a:moveTo>
                  <a:lnTo>
                    <a:pt x="831557" y="729932"/>
                  </a:lnTo>
                  <a:lnTo>
                    <a:pt x="831557" y="755332"/>
                  </a:lnTo>
                  <a:lnTo>
                    <a:pt x="856957" y="755332"/>
                  </a:lnTo>
                  <a:lnTo>
                    <a:pt x="856957" y="729932"/>
                  </a:lnTo>
                  <a:close/>
                </a:path>
                <a:path w="1692275" h="895350">
                  <a:moveTo>
                    <a:pt x="856957" y="679132"/>
                  </a:moveTo>
                  <a:lnTo>
                    <a:pt x="831557" y="679132"/>
                  </a:lnTo>
                  <a:lnTo>
                    <a:pt x="831557" y="704532"/>
                  </a:lnTo>
                  <a:lnTo>
                    <a:pt x="856957" y="704532"/>
                  </a:lnTo>
                  <a:lnTo>
                    <a:pt x="856957" y="679132"/>
                  </a:lnTo>
                  <a:close/>
                </a:path>
                <a:path w="1692275" h="895350">
                  <a:moveTo>
                    <a:pt x="856957" y="628332"/>
                  </a:moveTo>
                  <a:lnTo>
                    <a:pt x="831557" y="628332"/>
                  </a:lnTo>
                  <a:lnTo>
                    <a:pt x="831557" y="653732"/>
                  </a:lnTo>
                  <a:lnTo>
                    <a:pt x="856957" y="653732"/>
                  </a:lnTo>
                  <a:lnTo>
                    <a:pt x="856957" y="628332"/>
                  </a:lnTo>
                  <a:close/>
                </a:path>
                <a:path w="1692275" h="895350">
                  <a:moveTo>
                    <a:pt x="856957" y="577532"/>
                  </a:moveTo>
                  <a:lnTo>
                    <a:pt x="831557" y="577532"/>
                  </a:lnTo>
                  <a:lnTo>
                    <a:pt x="831557" y="602932"/>
                  </a:lnTo>
                  <a:lnTo>
                    <a:pt x="856957" y="602932"/>
                  </a:lnTo>
                  <a:lnTo>
                    <a:pt x="856957" y="577532"/>
                  </a:lnTo>
                  <a:close/>
                </a:path>
                <a:path w="1692275" h="895350">
                  <a:moveTo>
                    <a:pt x="856957" y="526732"/>
                  </a:moveTo>
                  <a:lnTo>
                    <a:pt x="831557" y="526732"/>
                  </a:lnTo>
                  <a:lnTo>
                    <a:pt x="831557" y="552132"/>
                  </a:lnTo>
                  <a:lnTo>
                    <a:pt x="856957" y="552132"/>
                  </a:lnTo>
                  <a:lnTo>
                    <a:pt x="856957" y="526732"/>
                  </a:lnTo>
                  <a:close/>
                </a:path>
                <a:path w="1692275" h="895350">
                  <a:moveTo>
                    <a:pt x="856957" y="475932"/>
                  </a:moveTo>
                  <a:lnTo>
                    <a:pt x="831557" y="475932"/>
                  </a:lnTo>
                  <a:lnTo>
                    <a:pt x="831557" y="501332"/>
                  </a:lnTo>
                  <a:lnTo>
                    <a:pt x="856957" y="501332"/>
                  </a:lnTo>
                  <a:lnTo>
                    <a:pt x="856957" y="475932"/>
                  </a:lnTo>
                  <a:close/>
                </a:path>
                <a:path w="1692275" h="895350">
                  <a:moveTo>
                    <a:pt x="856957" y="425132"/>
                  </a:moveTo>
                  <a:lnTo>
                    <a:pt x="831557" y="425132"/>
                  </a:lnTo>
                  <a:lnTo>
                    <a:pt x="831557" y="450532"/>
                  </a:lnTo>
                  <a:lnTo>
                    <a:pt x="856957" y="450532"/>
                  </a:lnTo>
                  <a:lnTo>
                    <a:pt x="856957" y="425132"/>
                  </a:lnTo>
                  <a:close/>
                </a:path>
                <a:path w="1692275" h="895350">
                  <a:moveTo>
                    <a:pt x="856957" y="374332"/>
                  </a:moveTo>
                  <a:lnTo>
                    <a:pt x="831557" y="374332"/>
                  </a:lnTo>
                  <a:lnTo>
                    <a:pt x="831557" y="399732"/>
                  </a:lnTo>
                  <a:lnTo>
                    <a:pt x="856957" y="399732"/>
                  </a:lnTo>
                  <a:lnTo>
                    <a:pt x="856957" y="374332"/>
                  </a:lnTo>
                  <a:close/>
                </a:path>
                <a:path w="1692275" h="895350">
                  <a:moveTo>
                    <a:pt x="856957" y="323532"/>
                  </a:moveTo>
                  <a:lnTo>
                    <a:pt x="831557" y="323532"/>
                  </a:lnTo>
                  <a:lnTo>
                    <a:pt x="831557" y="348932"/>
                  </a:lnTo>
                  <a:lnTo>
                    <a:pt x="856957" y="348932"/>
                  </a:lnTo>
                  <a:lnTo>
                    <a:pt x="856957" y="323532"/>
                  </a:lnTo>
                  <a:close/>
                </a:path>
                <a:path w="1692275" h="895350">
                  <a:moveTo>
                    <a:pt x="856957" y="272732"/>
                  </a:moveTo>
                  <a:lnTo>
                    <a:pt x="831557" y="272732"/>
                  </a:lnTo>
                  <a:lnTo>
                    <a:pt x="831557" y="298132"/>
                  </a:lnTo>
                  <a:lnTo>
                    <a:pt x="856957" y="298132"/>
                  </a:lnTo>
                  <a:lnTo>
                    <a:pt x="856957" y="272732"/>
                  </a:lnTo>
                  <a:close/>
                </a:path>
                <a:path w="1692275" h="895350">
                  <a:moveTo>
                    <a:pt x="856957" y="221932"/>
                  </a:moveTo>
                  <a:lnTo>
                    <a:pt x="831557" y="221932"/>
                  </a:lnTo>
                  <a:lnTo>
                    <a:pt x="831557" y="247332"/>
                  </a:lnTo>
                  <a:lnTo>
                    <a:pt x="856957" y="247332"/>
                  </a:lnTo>
                  <a:lnTo>
                    <a:pt x="856957" y="221932"/>
                  </a:lnTo>
                  <a:close/>
                </a:path>
                <a:path w="1692275" h="895350">
                  <a:moveTo>
                    <a:pt x="856957" y="171132"/>
                  </a:moveTo>
                  <a:lnTo>
                    <a:pt x="831557" y="171132"/>
                  </a:lnTo>
                  <a:lnTo>
                    <a:pt x="831557" y="196532"/>
                  </a:lnTo>
                  <a:lnTo>
                    <a:pt x="856957" y="196532"/>
                  </a:lnTo>
                  <a:lnTo>
                    <a:pt x="856957" y="171132"/>
                  </a:lnTo>
                  <a:close/>
                </a:path>
                <a:path w="1692275" h="895350">
                  <a:moveTo>
                    <a:pt x="856957" y="120332"/>
                  </a:moveTo>
                  <a:lnTo>
                    <a:pt x="831557" y="120332"/>
                  </a:lnTo>
                  <a:lnTo>
                    <a:pt x="831557" y="145732"/>
                  </a:lnTo>
                  <a:lnTo>
                    <a:pt x="856957" y="145732"/>
                  </a:lnTo>
                  <a:lnTo>
                    <a:pt x="856957" y="120332"/>
                  </a:lnTo>
                  <a:close/>
                </a:path>
                <a:path w="1692275" h="895350">
                  <a:moveTo>
                    <a:pt x="882357" y="856932"/>
                  </a:moveTo>
                  <a:lnTo>
                    <a:pt x="859078" y="821829"/>
                  </a:lnTo>
                  <a:lnTo>
                    <a:pt x="844257" y="818832"/>
                  </a:lnTo>
                  <a:lnTo>
                    <a:pt x="829424" y="821829"/>
                  </a:lnTo>
                  <a:lnTo>
                    <a:pt x="817308" y="829995"/>
                  </a:lnTo>
                  <a:lnTo>
                    <a:pt x="809142" y="842111"/>
                  </a:lnTo>
                  <a:lnTo>
                    <a:pt x="806157" y="856932"/>
                  </a:lnTo>
                  <a:lnTo>
                    <a:pt x="809142" y="871766"/>
                  </a:lnTo>
                  <a:lnTo>
                    <a:pt x="817308" y="883881"/>
                  </a:lnTo>
                  <a:lnTo>
                    <a:pt x="829424" y="892048"/>
                  </a:lnTo>
                  <a:lnTo>
                    <a:pt x="844257" y="895045"/>
                  </a:lnTo>
                  <a:lnTo>
                    <a:pt x="859078" y="892048"/>
                  </a:lnTo>
                  <a:lnTo>
                    <a:pt x="871194" y="883881"/>
                  </a:lnTo>
                  <a:lnTo>
                    <a:pt x="879360" y="871766"/>
                  </a:lnTo>
                  <a:lnTo>
                    <a:pt x="882357" y="856932"/>
                  </a:lnTo>
                  <a:close/>
                </a:path>
                <a:path w="1692275" h="895350">
                  <a:moveTo>
                    <a:pt x="913409" y="37261"/>
                  </a:moveTo>
                  <a:lnTo>
                    <a:pt x="890447" y="37261"/>
                  </a:lnTo>
                  <a:lnTo>
                    <a:pt x="890016" y="35128"/>
                  </a:lnTo>
                  <a:lnTo>
                    <a:pt x="881849" y="23025"/>
                  </a:lnTo>
                  <a:lnTo>
                    <a:pt x="876973" y="19748"/>
                  </a:lnTo>
                  <a:lnTo>
                    <a:pt x="871194" y="11163"/>
                  </a:lnTo>
                  <a:lnTo>
                    <a:pt x="859091" y="2997"/>
                  </a:lnTo>
                  <a:lnTo>
                    <a:pt x="844257" y="0"/>
                  </a:lnTo>
                  <a:lnTo>
                    <a:pt x="829424" y="2997"/>
                  </a:lnTo>
                  <a:lnTo>
                    <a:pt x="817308" y="11163"/>
                  </a:lnTo>
                  <a:lnTo>
                    <a:pt x="809155" y="23279"/>
                  </a:lnTo>
                  <a:lnTo>
                    <a:pt x="808748" y="25285"/>
                  </a:lnTo>
                  <a:lnTo>
                    <a:pt x="802106" y="35128"/>
                  </a:lnTo>
                  <a:lnTo>
                    <a:pt x="801674" y="37261"/>
                  </a:lnTo>
                  <a:lnTo>
                    <a:pt x="800100" y="37261"/>
                  </a:lnTo>
                  <a:lnTo>
                    <a:pt x="800100" y="45059"/>
                  </a:lnTo>
                  <a:lnTo>
                    <a:pt x="799109" y="49961"/>
                  </a:lnTo>
                  <a:lnTo>
                    <a:pt x="800100" y="54876"/>
                  </a:lnTo>
                  <a:lnTo>
                    <a:pt x="800100" y="62661"/>
                  </a:lnTo>
                  <a:lnTo>
                    <a:pt x="801674" y="62661"/>
                  </a:lnTo>
                  <a:lnTo>
                    <a:pt x="802106" y="64795"/>
                  </a:lnTo>
                  <a:lnTo>
                    <a:pt x="810272" y="76898"/>
                  </a:lnTo>
                  <a:lnTo>
                    <a:pt x="822375" y="85064"/>
                  </a:lnTo>
                  <a:lnTo>
                    <a:pt x="831557" y="86931"/>
                  </a:lnTo>
                  <a:lnTo>
                    <a:pt x="831557" y="94932"/>
                  </a:lnTo>
                  <a:lnTo>
                    <a:pt x="856957" y="94932"/>
                  </a:lnTo>
                  <a:lnTo>
                    <a:pt x="856957" y="87655"/>
                  </a:lnTo>
                  <a:lnTo>
                    <a:pt x="869734" y="85064"/>
                  </a:lnTo>
                  <a:lnTo>
                    <a:pt x="881849" y="76898"/>
                  </a:lnTo>
                  <a:lnTo>
                    <a:pt x="890016" y="64795"/>
                  </a:lnTo>
                  <a:lnTo>
                    <a:pt x="890447" y="62661"/>
                  </a:lnTo>
                  <a:lnTo>
                    <a:pt x="913409" y="62661"/>
                  </a:lnTo>
                  <a:lnTo>
                    <a:pt x="913409" y="37261"/>
                  </a:lnTo>
                  <a:close/>
                </a:path>
                <a:path w="1692275" h="895350">
                  <a:moveTo>
                    <a:pt x="964209" y="37261"/>
                  </a:moveTo>
                  <a:lnTo>
                    <a:pt x="938809" y="37261"/>
                  </a:lnTo>
                  <a:lnTo>
                    <a:pt x="938809" y="62661"/>
                  </a:lnTo>
                  <a:lnTo>
                    <a:pt x="964209" y="62661"/>
                  </a:lnTo>
                  <a:lnTo>
                    <a:pt x="964209" y="37261"/>
                  </a:lnTo>
                  <a:close/>
                </a:path>
                <a:path w="1692275" h="895350">
                  <a:moveTo>
                    <a:pt x="1015009" y="37261"/>
                  </a:moveTo>
                  <a:lnTo>
                    <a:pt x="989609" y="37261"/>
                  </a:lnTo>
                  <a:lnTo>
                    <a:pt x="989609" y="62661"/>
                  </a:lnTo>
                  <a:lnTo>
                    <a:pt x="1015009" y="62661"/>
                  </a:lnTo>
                  <a:lnTo>
                    <a:pt x="1015009" y="37261"/>
                  </a:lnTo>
                  <a:close/>
                </a:path>
                <a:path w="1692275" h="895350">
                  <a:moveTo>
                    <a:pt x="1065809" y="37261"/>
                  </a:moveTo>
                  <a:lnTo>
                    <a:pt x="1040409" y="37261"/>
                  </a:lnTo>
                  <a:lnTo>
                    <a:pt x="1040409" y="62661"/>
                  </a:lnTo>
                  <a:lnTo>
                    <a:pt x="1065809" y="62661"/>
                  </a:lnTo>
                  <a:lnTo>
                    <a:pt x="1065809" y="37261"/>
                  </a:lnTo>
                  <a:close/>
                </a:path>
                <a:path w="1692275" h="895350">
                  <a:moveTo>
                    <a:pt x="1116609" y="37261"/>
                  </a:moveTo>
                  <a:lnTo>
                    <a:pt x="1091209" y="37261"/>
                  </a:lnTo>
                  <a:lnTo>
                    <a:pt x="1091209" y="62661"/>
                  </a:lnTo>
                  <a:lnTo>
                    <a:pt x="1116609" y="62661"/>
                  </a:lnTo>
                  <a:lnTo>
                    <a:pt x="1116609" y="37261"/>
                  </a:lnTo>
                  <a:close/>
                </a:path>
                <a:path w="1692275" h="895350">
                  <a:moveTo>
                    <a:pt x="1167409" y="37261"/>
                  </a:moveTo>
                  <a:lnTo>
                    <a:pt x="1142009" y="37261"/>
                  </a:lnTo>
                  <a:lnTo>
                    <a:pt x="1142009" y="62661"/>
                  </a:lnTo>
                  <a:lnTo>
                    <a:pt x="1167409" y="62661"/>
                  </a:lnTo>
                  <a:lnTo>
                    <a:pt x="1167409" y="37261"/>
                  </a:lnTo>
                  <a:close/>
                </a:path>
                <a:path w="1692275" h="895350">
                  <a:moveTo>
                    <a:pt x="1218209" y="37261"/>
                  </a:moveTo>
                  <a:lnTo>
                    <a:pt x="1192809" y="37261"/>
                  </a:lnTo>
                  <a:lnTo>
                    <a:pt x="1192809" y="62661"/>
                  </a:lnTo>
                  <a:lnTo>
                    <a:pt x="1218209" y="62661"/>
                  </a:lnTo>
                  <a:lnTo>
                    <a:pt x="1218209" y="37261"/>
                  </a:lnTo>
                  <a:close/>
                </a:path>
                <a:path w="1692275" h="895350">
                  <a:moveTo>
                    <a:pt x="1269009" y="37261"/>
                  </a:moveTo>
                  <a:lnTo>
                    <a:pt x="1243609" y="37261"/>
                  </a:lnTo>
                  <a:lnTo>
                    <a:pt x="1243609" y="62661"/>
                  </a:lnTo>
                  <a:lnTo>
                    <a:pt x="1269009" y="62661"/>
                  </a:lnTo>
                  <a:lnTo>
                    <a:pt x="1269009" y="37261"/>
                  </a:lnTo>
                  <a:close/>
                </a:path>
                <a:path w="1692275" h="895350">
                  <a:moveTo>
                    <a:pt x="1319809" y="37261"/>
                  </a:moveTo>
                  <a:lnTo>
                    <a:pt x="1294409" y="37261"/>
                  </a:lnTo>
                  <a:lnTo>
                    <a:pt x="1294409" y="62661"/>
                  </a:lnTo>
                  <a:lnTo>
                    <a:pt x="1319809" y="62661"/>
                  </a:lnTo>
                  <a:lnTo>
                    <a:pt x="1319809" y="37261"/>
                  </a:lnTo>
                  <a:close/>
                </a:path>
                <a:path w="1692275" h="895350">
                  <a:moveTo>
                    <a:pt x="1370609" y="37261"/>
                  </a:moveTo>
                  <a:lnTo>
                    <a:pt x="1345209" y="37261"/>
                  </a:lnTo>
                  <a:lnTo>
                    <a:pt x="1345209" y="62661"/>
                  </a:lnTo>
                  <a:lnTo>
                    <a:pt x="1370609" y="62661"/>
                  </a:lnTo>
                  <a:lnTo>
                    <a:pt x="1370609" y="37261"/>
                  </a:lnTo>
                  <a:close/>
                </a:path>
                <a:path w="1692275" h="895350">
                  <a:moveTo>
                    <a:pt x="1421409" y="37261"/>
                  </a:moveTo>
                  <a:lnTo>
                    <a:pt x="1396009" y="37261"/>
                  </a:lnTo>
                  <a:lnTo>
                    <a:pt x="1396009" y="62661"/>
                  </a:lnTo>
                  <a:lnTo>
                    <a:pt x="1421409" y="62661"/>
                  </a:lnTo>
                  <a:lnTo>
                    <a:pt x="1421409" y="37261"/>
                  </a:lnTo>
                  <a:close/>
                </a:path>
                <a:path w="1692275" h="895350">
                  <a:moveTo>
                    <a:pt x="1472209" y="37261"/>
                  </a:moveTo>
                  <a:lnTo>
                    <a:pt x="1446809" y="37261"/>
                  </a:lnTo>
                  <a:lnTo>
                    <a:pt x="1446809" y="62661"/>
                  </a:lnTo>
                  <a:lnTo>
                    <a:pt x="1472209" y="62661"/>
                  </a:lnTo>
                  <a:lnTo>
                    <a:pt x="1472209" y="37261"/>
                  </a:lnTo>
                  <a:close/>
                </a:path>
                <a:path w="1692275" h="895350">
                  <a:moveTo>
                    <a:pt x="1523009" y="37261"/>
                  </a:moveTo>
                  <a:lnTo>
                    <a:pt x="1497609" y="37261"/>
                  </a:lnTo>
                  <a:lnTo>
                    <a:pt x="1497609" y="62661"/>
                  </a:lnTo>
                  <a:lnTo>
                    <a:pt x="1523009" y="62661"/>
                  </a:lnTo>
                  <a:lnTo>
                    <a:pt x="1523009" y="37261"/>
                  </a:lnTo>
                  <a:close/>
                </a:path>
                <a:path w="1692275" h="895350">
                  <a:moveTo>
                    <a:pt x="1573809" y="37261"/>
                  </a:moveTo>
                  <a:lnTo>
                    <a:pt x="1548409" y="37261"/>
                  </a:lnTo>
                  <a:lnTo>
                    <a:pt x="1548409" y="62661"/>
                  </a:lnTo>
                  <a:lnTo>
                    <a:pt x="1573809" y="62661"/>
                  </a:lnTo>
                  <a:lnTo>
                    <a:pt x="1573809" y="37261"/>
                  </a:lnTo>
                  <a:close/>
                </a:path>
                <a:path w="1692275" h="895350">
                  <a:moveTo>
                    <a:pt x="1692122" y="49961"/>
                  </a:moveTo>
                  <a:lnTo>
                    <a:pt x="1668856" y="14859"/>
                  </a:lnTo>
                  <a:lnTo>
                    <a:pt x="1654022" y="11861"/>
                  </a:lnTo>
                  <a:lnTo>
                    <a:pt x="1639189" y="14859"/>
                  </a:lnTo>
                  <a:lnTo>
                    <a:pt x="1627085" y="23025"/>
                  </a:lnTo>
                  <a:lnTo>
                    <a:pt x="1618919" y="35128"/>
                  </a:lnTo>
                  <a:lnTo>
                    <a:pt x="1618488" y="37261"/>
                  </a:lnTo>
                  <a:lnTo>
                    <a:pt x="1599209" y="37261"/>
                  </a:lnTo>
                  <a:lnTo>
                    <a:pt x="1599209" y="62661"/>
                  </a:lnTo>
                  <a:lnTo>
                    <a:pt x="1618488" y="62661"/>
                  </a:lnTo>
                  <a:lnTo>
                    <a:pt x="1618919" y="64795"/>
                  </a:lnTo>
                  <a:lnTo>
                    <a:pt x="1627085" y="76898"/>
                  </a:lnTo>
                  <a:lnTo>
                    <a:pt x="1639189" y="85064"/>
                  </a:lnTo>
                  <a:lnTo>
                    <a:pt x="1654022" y="88061"/>
                  </a:lnTo>
                  <a:lnTo>
                    <a:pt x="1668856" y="85064"/>
                  </a:lnTo>
                  <a:lnTo>
                    <a:pt x="1680959" y="76898"/>
                  </a:lnTo>
                  <a:lnTo>
                    <a:pt x="1689125" y="64795"/>
                  </a:lnTo>
                  <a:lnTo>
                    <a:pt x="1689557" y="62661"/>
                  </a:lnTo>
                  <a:lnTo>
                    <a:pt x="1692122" y="499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82827" y="7726060"/>
              <a:ext cx="139701" cy="17193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02021" y="7726060"/>
              <a:ext cx="476251" cy="14653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10645" y="7761150"/>
              <a:ext cx="495301" cy="15240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52261" y="7118456"/>
              <a:ext cx="1284274" cy="24159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94505" y="6794143"/>
              <a:ext cx="114300" cy="895350"/>
            </a:xfrm>
            <a:custGeom>
              <a:avLst/>
              <a:gdLst/>
              <a:ahLst/>
              <a:cxnLst/>
              <a:rect l="l" t="t" r="r" b="b"/>
              <a:pathLst>
                <a:path w="114300" h="895350">
                  <a:moveTo>
                    <a:pt x="38100" y="784582"/>
                  </a:moveTo>
                  <a:lnTo>
                    <a:pt x="34904" y="785227"/>
                  </a:lnTo>
                  <a:lnTo>
                    <a:pt x="16738" y="797475"/>
                  </a:lnTo>
                  <a:lnTo>
                    <a:pt x="4491" y="815640"/>
                  </a:lnTo>
                  <a:lnTo>
                    <a:pt x="0" y="837886"/>
                  </a:lnTo>
                  <a:lnTo>
                    <a:pt x="4491" y="860131"/>
                  </a:lnTo>
                  <a:lnTo>
                    <a:pt x="16738" y="878297"/>
                  </a:lnTo>
                  <a:lnTo>
                    <a:pt x="34904" y="890545"/>
                  </a:lnTo>
                  <a:lnTo>
                    <a:pt x="57150" y="895036"/>
                  </a:lnTo>
                  <a:lnTo>
                    <a:pt x="79395" y="890545"/>
                  </a:lnTo>
                  <a:lnTo>
                    <a:pt x="97561" y="878297"/>
                  </a:lnTo>
                  <a:lnTo>
                    <a:pt x="109808" y="860131"/>
                  </a:lnTo>
                  <a:lnTo>
                    <a:pt x="114300" y="837886"/>
                  </a:lnTo>
                  <a:lnTo>
                    <a:pt x="38100" y="837886"/>
                  </a:lnTo>
                  <a:lnTo>
                    <a:pt x="38100" y="784582"/>
                  </a:lnTo>
                  <a:close/>
                </a:path>
                <a:path w="114300" h="895350">
                  <a:moveTo>
                    <a:pt x="57150" y="780736"/>
                  </a:moveTo>
                  <a:lnTo>
                    <a:pt x="38100" y="784582"/>
                  </a:lnTo>
                  <a:lnTo>
                    <a:pt x="38100" y="837886"/>
                  </a:lnTo>
                  <a:lnTo>
                    <a:pt x="76200" y="837886"/>
                  </a:lnTo>
                  <a:lnTo>
                    <a:pt x="76199" y="784582"/>
                  </a:lnTo>
                  <a:lnTo>
                    <a:pt x="57150" y="780736"/>
                  </a:lnTo>
                  <a:close/>
                </a:path>
                <a:path w="114300" h="895350">
                  <a:moveTo>
                    <a:pt x="76200" y="784582"/>
                  </a:moveTo>
                  <a:lnTo>
                    <a:pt x="76200" y="837886"/>
                  </a:lnTo>
                  <a:lnTo>
                    <a:pt x="114300" y="837886"/>
                  </a:lnTo>
                  <a:lnTo>
                    <a:pt x="109808" y="815640"/>
                  </a:lnTo>
                  <a:lnTo>
                    <a:pt x="97561" y="797475"/>
                  </a:lnTo>
                  <a:lnTo>
                    <a:pt x="79395" y="785227"/>
                  </a:lnTo>
                  <a:lnTo>
                    <a:pt x="76200" y="784582"/>
                  </a:lnTo>
                  <a:close/>
                </a:path>
                <a:path w="114300" h="895350">
                  <a:moveTo>
                    <a:pt x="76200" y="780736"/>
                  </a:moveTo>
                  <a:lnTo>
                    <a:pt x="57150" y="780736"/>
                  </a:lnTo>
                  <a:lnTo>
                    <a:pt x="76200" y="784582"/>
                  </a:lnTo>
                  <a:lnTo>
                    <a:pt x="76200" y="780736"/>
                  </a:lnTo>
                  <a:close/>
                </a:path>
                <a:path w="114300" h="895350">
                  <a:moveTo>
                    <a:pt x="38101" y="110454"/>
                  </a:moveTo>
                  <a:lnTo>
                    <a:pt x="38100" y="784582"/>
                  </a:lnTo>
                  <a:lnTo>
                    <a:pt x="57150" y="780736"/>
                  </a:lnTo>
                  <a:lnTo>
                    <a:pt x="76200" y="780736"/>
                  </a:lnTo>
                  <a:lnTo>
                    <a:pt x="76201" y="114300"/>
                  </a:lnTo>
                  <a:lnTo>
                    <a:pt x="57151" y="114300"/>
                  </a:lnTo>
                  <a:lnTo>
                    <a:pt x="38101" y="110454"/>
                  </a:lnTo>
                  <a:close/>
                </a:path>
                <a:path w="114300" h="895350">
                  <a:moveTo>
                    <a:pt x="76201" y="57150"/>
                  </a:moveTo>
                  <a:lnTo>
                    <a:pt x="38101" y="57150"/>
                  </a:lnTo>
                  <a:lnTo>
                    <a:pt x="38101" y="110454"/>
                  </a:lnTo>
                  <a:lnTo>
                    <a:pt x="57151" y="114300"/>
                  </a:lnTo>
                  <a:lnTo>
                    <a:pt x="76201" y="110454"/>
                  </a:lnTo>
                  <a:lnTo>
                    <a:pt x="76201" y="57150"/>
                  </a:lnTo>
                  <a:close/>
                </a:path>
                <a:path w="114300" h="895350">
                  <a:moveTo>
                    <a:pt x="76201" y="110454"/>
                  </a:moveTo>
                  <a:lnTo>
                    <a:pt x="57151" y="114300"/>
                  </a:lnTo>
                  <a:lnTo>
                    <a:pt x="76201" y="114300"/>
                  </a:lnTo>
                  <a:lnTo>
                    <a:pt x="76201" y="110454"/>
                  </a:lnTo>
                  <a:close/>
                </a:path>
                <a:path w="114300" h="895350">
                  <a:moveTo>
                    <a:pt x="114301" y="57150"/>
                  </a:moveTo>
                  <a:lnTo>
                    <a:pt x="76201" y="57150"/>
                  </a:lnTo>
                  <a:lnTo>
                    <a:pt x="76201" y="110454"/>
                  </a:lnTo>
                  <a:lnTo>
                    <a:pt x="79396" y="109808"/>
                  </a:lnTo>
                  <a:lnTo>
                    <a:pt x="97562" y="97561"/>
                  </a:lnTo>
                  <a:lnTo>
                    <a:pt x="109810" y="79395"/>
                  </a:lnTo>
                  <a:lnTo>
                    <a:pt x="114301" y="57150"/>
                  </a:lnTo>
                  <a:close/>
                </a:path>
                <a:path w="114300" h="895350">
                  <a:moveTo>
                    <a:pt x="57151" y="0"/>
                  </a:moveTo>
                  <a:lnTo>
                    <a:pt x="34905" y="4491"/>
                  </a:lnTo>
                  <a:lnTo>
                    <a:pt x="16740" y="16739"/>
                  </a:lnTo>
                  <a:lnTo>
                    <a:pt x="4492" y="34905"/>
                  </a:lnTo>
                  <a:lnTo>
                    <a:pt x="1" y="57150"/>
                  </a:lnTo>
                  <a:lnTo>
                    <a:pt x="4492" y="79395"/>
                  </a:lnTo>
                  <a:lnTo>
                    <a:pt x="16740" y="97561"/>
                  </a:lnTo>
                  <a:lnTo>
                    <a:pt x="34905" y="109808"/>
                  </a:lnTo>
                  <a:lnTo>
                    <a:pt x="38101" y="110454"/>
                  </a:lnTo>
                  <a:lnTo>
                    <a:pt x="38101" y="57150"/>
                  </a:lnTo>
                  <a:lnTo>
                    <a:pt x="114301" y="57150"/>
                  </a:lnTo>
                  <a:lnTo>
                    <a:pt x="109810" y="34905"/>
                  </a:lnTo>
                  <a:lnTo>
                    <a:pt x="97562" y="16739"/>
                  </a:lnTo>
                  <a:lnTo>
                    <a:pt x="79396" y="4491"/>
                  </a:lnTo>
                  <a:lnTo>
                    <a:pt x="57151" y="0"/>
                  </a:lnTo>
                  <a:close/>
                </a:path>
              </a:pathLst>
            </a:custGeom>
            <a:solidFill>
              <a:srgbClr val="FF4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2" name="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42863" y="6561742"/>
            <a:ext cx="451086" cy="138797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105881" y="6556471"/>
            <a:ext cx="451087" cy="138797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17638" y="8534636"/>
            <a:ext cx="495301" cy="152401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075516" y="8574382"/>
            <a:ext cx="495301" cy="152401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1078169" y="6791736"/>
            <a:ext cx="2337435" cy="1695450"/>
            <a:chOff x="1078169" y="6791736"/>
            <a:chExt cx="2337435" cy="1695450"/>
          </a:xfrm>
        </p:grpSpPr>
        <p:sp>
          <p:nvSpPr>
            <p:cNvPr id="27" name="object 27"/>
            <p:cNvSpPr/>
            <p:nvPr/>
          </p:nvSpPr>
          <p:spPr>
            <a:xfrm>
              <a:off x="1291323" y="6791744"/>
              <a:ext cx="893444" cy="1695450"/>
            </a:xfrm>
            <a:custGeom>
              <a:avLst/>
              <a:gdLst/>
              <a:ahLst/>
              <a:cxnLst/>
              <a:rect l="l" t="t" r="r" b="b"/>
              <a:pathLst>
                <a:path w="893444" h="1695450">
                  <a:moveTo>
                    <a:pt x="76200" y="849884"/>
                  </a:moveTo>
                  <a:lnTo>
                    <a:pt x="52933" y="814781"/>
                  </a:lnTo>
                  <a:lnTo>
                    <a:pt x="38100" y="811784"/>
                  </a:lnTo>
                  <a:lnTo>
                    <a:pt x="23266" y="814781"/>
                  </a:lnTo>
                  <a:lnTo>
                    <a:pt x="11150" y="822947"/>
                  </a:lnTo>
                  <a:lnTo>
                    <a:pt x="2997" y="835063"/>
                  </a:lnTo>
                  <a:lnTo>
                    <a:pt x="0" y="849884"/>
                  </a:lnTo>
                  <a:lnTo>
                    <a:pt x="2997" y="864717"/>
                  </a:lnTo>
                  <a:lnTo>
                    <a:pt x="11163" y="876833"/>
                  </a:lnTo>
                  <a:lnTo>
                    <a:pt x="23266" y="884999"/>
                  </a:lnTo>
                  <a:lnTo>
                    <a:pt x="38100" y="887984"/>
                  </a:lnTo>
                  <a:lnTo>
                    <a:pt x="52933" y="884999"/>
                  </a:lnTo>
                  <a:lnTo>
                    <a:pt x="65036" y="876833"/>
                  </a:lnTo>
                  <a:lnTo>
                    <a:pt x="73202" y="864717"/>
                  </a:lnTo>
                  <a:lnTo>
                    <a:pt x="73634" y="862584"/>
                  </a:lnTo>
                  <a:lnTo>
                    <a:pt x="76200" y="849884"/>
                  </a:lnTo>
                  <a:close/>
                </a:path>
                <a:path w="893444" h="1695450">
                  <a:moveTo>
                    <a:pt x="114300" y="837184"/>
                  </a:moveTo>
                  <a:lnTo>
                    <a:pt x="88900" y="837184"/>
                  </a:lnTo>
                  <a:lnTo>
                    <a:pt x="88900" y="862584"/>
                  </a:lnTo>
                  <a:lnTo>
                    <a:pt x="114300" y="862584"/>
                  </a:lnTo>
                  <a:lnTo>
                    <a:pt x="114300" y="837184"/>
                  </a:lnTo>
                  <a:close/>
                </a:path>
                <a:path w="893444" h="1695450">
                  <a:moveTo>
                    <a:pt x="165100" y="837184"/>
                  </a:moveTo>
                  <a:lnTo>
                    <a:pt x="139700" y="837184"/>
                  </a:lnTo>
                  <a:lnTo>
                    <a:pt x="139700" y="862584"/>
                  </a:lnTo>
                  <a:lnTo>
                    <a:pt x="165100" y="862584"/>
                  </a:lnTo>
                  <a:lnTo>
                    <a:pt x="165100" y="837184"/>
                  </a:lnTo>
                  <a:close/>
                </a:path>
                <a:path w="893444" h="1695450">
                  <a:moveTo>
                    <a:pt x="215900" y="837184"/>
                  </a:moveTo>
                  <a:lnTo>
                    <a:pt x="190500" y="837184"/>
                  </a:lnTo>
                  <a:lnTo>
                    <a:pt x="190500" y="862584"/>
                  </a:lnTo>
                  <a:lnTo>
                    <a:pt x="215900" y="862584"/>
                  </a:lnTo>
                  <a:lnTo>
                    <a:pt x="215900" y="837184"/>
                  </a:lnTo>
                  <a:close/>
                </a:path>
                <a:path w="893444" h="1695450">
                  <a:moveTo>
                    <a:pt x="266700" y="837184"/>
                  </a:moveTo>
                  <a:lnTo>
                    <a:pt x="241300" y="837184"/>
                  </a:lnTo>
                  <a:lnTo>
                    <a:pt x="241300" y="862584"/>
                  </a:lnTo>
                  <a:lnTo>
                    <a:pt x="266700" y="862584"/>
                  </a:lnTo>
                  <a:lnTo>
                    <a:pt x="266700" y="837184"/>
                  </a:lnTo>
                  <a:close/>
                </a:path>
                <a:path w="893444" h="1695450">
                  <a:moveTo>
                    <a:pt x="317500" y="837184"/>
                  </a:moveTo>
                  <a:lnTo>
                    <a:pt x="292100" y="837184"/>
                  </a:lnTo>
                  <a:lnTo>
                    <a:pt x="292100" y="862584"/>
                  </a:lnTo>
                  <a:lnTo>
                    <a:pt x="317500" y="862584"/>
                  </a:lnTo>
                  <a:lnTo>
                    <a:pt x="317500" y="837184"/>
                  </a:lnTo>
                  <a:close/>
                </a:path>
                <a:path w="893444" h="1695450">
                  <a:moveTo>
                    <a:pt x="368300" y="837184"/>
                  </a:moveTo>
                  <a:lnTo>
                    <a:pt x="342900" y="837184"/>
                  </a:lnTo>
                  <a:lnTo>
                    <a:pt x="342900" y="862584"/>
                  </a:lnTo>
                  <a:lnTo>
                    <a:pt x="368300" y="862584"/>
                  </a:lnTo>
                  <a:lnTo>
                    <a:pt x="368300" y="837184"/>
                  </a:lnTo>
                  <a:close/>
                </a:path>
                <a:path w="893444" h="1695450">
                  <a:moveTo>
                    <a:pt x="419100" y="837184"/>
                  </a:moveTo>
                  <a:lnTo>
                    <a:pt x="393700" y="837184"/>
                  </a:lnTo>
                  <a:lnTo>
                    <a:pt x="393700" y="862584"/>
                  </a:lnTo>
                  <a:lnTo>
                    <a:pt x="419100" y="862584"/>
                  </a:lnTo>
                  <a:lnTo>
                    <a:pt x="419100" y="837184"/>
                  </a:lnTo>
                  <a:close/>
                </a:path>
                <a:path w="893444" h="1695450">
                  <a:moveTo>
                    <a:pt x="469900" y="837184"/>
                  </a:moveTo>
                  <a:lnTo>
                    <a:pt x="444500" y="837184"/>
                  </a:lnTo>
                  <a:lnTo>
                    <a:pt x="444500" y="862584"/>
                  </a:lnTo>
                  <a:lnTo>
                    <a:pt x="469900" y="862584"/>
                  </a:lnTo>
                  <a:lnTo>
                    <a:pt x="469900" y="837184"/>
                  </a:lnTo>
                  <a:close/>
                </a:path>
                <a:path w="893444" h="1695450">
                  <a:moveTo>
                    <a:pt x="520700" y="837184"/>
                  </a:moveTo>
                  <a:lnTo>
                    <a:pt x="495300" y="837184"/>
                  </a:lnTo>
                  <a:lnTo>
                    <a:pt x="495300" y="862584"/>
                  </a:lnTo>
                  <a:lnTo>
                    <a:pt x="520700" y="862584"/>
                  </a:lnTo>
                  <a:lnTo>
                    <a:pt x="520700" y="837184"/>
                  </a:lnTo>
                  <a:close/>
                </a:path>
                <a:path w="893444" h="1695450">
                  <a:moveTo>
                    <a:pt x="571500" y="837184"/>
                  </a:moveTo>
                  <a:lnTo>
                    <a:pt x="546100" y="837184"/>
                  </a:lnTo>
                  <a:lnTo>
                    <a:pt x="546100" y="862584"/>
                  </a:lnTo>
                  <a:lnTo>
                    <a:pt x="571500" y="862584"/>
                  </a:lnTo>
                  <a:lnTo>
                    <a:pt x="571500" y="837184"/>
                  </a:lnTo>
                  <a:close/>
                </a:path>
                <a:path w="893444" h="1695450">
                  <a:moveTo>
                    <a:pt x="622300" y="837184"/>
                  </a:moveTo>
                  <a:lnTo>
                    <a:pt x="596900" y="837184"/>
                  </a:lnTo>
                  <a:lnTo>
                    <a:pt x="596900" y="862584"/>
                  </a:lnTo>
                  <a:lnTo>
                    <a:pt x="622300" y="862584"/>
                  </a:lnTo>
                  <a:lnTo>
                    <a:pt x="622300" y="837184"/>
                  </a:lnTo>
                  <a:close/>
                </a:path>
                <a:path w="893444" h="1695450">
                  <a:moveTo>
                    <a:pt x="673100" y="837184"/>
                  </a:moveTo>
                  <a:lnTo>
                    <a:pt x="647700" y="837184"/>
                  </a:lnTo>
                  <a:lnTo>
                    <a:pt x="647700" y="862584"/>
                  </a:lnTo>
                  <a:lnTo>
                    <a:pt x="673100" y="862584"/>
                  </a:lnTo>
                  <a:lnTo>
                    <a:pt x="673100" y="837184"/>
                  </a:lnTo>
                  <a:close/>
                </a:path>
                <a:path w="893444" h="1695450">
                  <a:moveTo>
                    <a:pt x="723900" y="837184"/>
                  </a:moveTo>
                  <a:lnTo>
                    <a:pt x="698500" y="837184"/>
                  </a:lnTo>
                  <a:lnTo>
                    <a:pt x="698500" y="862584"/>
                  </a:lnTo>
                  <a:lnTo>
                    <a:pt x="723900" y="862584"/>
                  </a:lnTo>
                  <a:lnTo>
                    <a:pt x="723900" y="837184"/>
                  </a:lnTo>
                  <a:close/>
                </a:path>
                <a:path w="893444" h="1695450">
                  <a:moveTo>
                    <a:pt x="774700" y="837184"/>
                  </a:moveTo>
                  <a:lnTo>
                    <a:pt x="749300" y="837184"/>
                  </a:lnTo>
                  <a:lnTo>
                    <a:pt x="749300" y="862584"/>
                  </a:lnTo>
                  <a:lnTo>
                    <a:pt x="774700" y="862584"/>
                  </a:lnTo>
                  <a:lnTo>
                    <a:pt x="774700" y="837184"/>
                  </a:lnTo>
                  <a:close/>
                </a:path>
                <a:path w="893444" h="1695450">
                  <a:moveTo>
                    <a:pt x="856957" y="1580667"/>
                  </a:moveTo>
                  <a:lnTo>
                    <a:pt x="831557" y="1580667"/>
                  </a:lnTo>
                  <a:lnTo>
                    <a:pt x="831557" y="1606067"/>
                  </a:lnTo>
                  <a:lnTo>
                    <a:pt x="856957" y="1606067"/>
                  </a:lnTo>
                  <a:lnTo>
                    <a:pt x="856957" y="1580667"/>
                  </a:lnTo>
                  <a:close/>
                </a:path>
                <a:path w="893444" h="1695450">
                  <a:moveTo>
                    <a:pt x="856957" y="1529867"/>
                  </a:moveTo>
                  <a:lnTo>
                    <a:pt x="831557" y="1529867"/>
                  </a:lnTo>
                  <a:lnTo>
                    <a:pt x="831557" y="1555267"/>
                  </a:lnTo>
                  <a:lnTo>
                    <a:pt x="856957" y="1555267"/>
                  </a:lnTo>
                  <a:lnTo>
                    <a:pt x="856957" y="1529867"/>
                  </a:lnTo>
                  <a:close/>
                </a:path>
                <a:path w="893444" h="1695450">
                  <a:moveTo>
                    <a:pt x="856957" y="1479067"/>
                  </a:moveTo>
                  <a:lnTo>
                    <a:pt x="831557" y="1479067"/>
                  </a:lnTo>
                  <a:lnTo>
                    <a:pt x="831557" y="1504467"/>
                  </a:lnTo>
                  <a:lnTo>
                    <a:pt x="856957" y="1504467"/>
                  </a:lnTo>
                  <a:lnTo>
                    <a:pt x="856957" y="1479067"/>
                  </a:lnTo>
                  <a:close/>
                </a:path>
                <a:path w="893444" h="1695450">
                  <a:moveTo>
                    <a:pt x="856957" y="1428267"/>
                  </a:moveTo>
                  <a:lnTo>
                    <a:pt x="831557" y="1428267"/>
                  </a:lnTo>
                  <a:lnTo>
                    <a:pt x="831557" y="1453667"/>
                  </a:lnTo>
                  <a:lnTo>
                    <a:pt x="856957" y="1453667"/>
                  </a:lnTo>
                  <a:lnTo>
                    <a:pt x="856957" y="1428267"/>
                  </a:lnTo>
                  <a:close/>
                </a:path>
                <a:path w="893444" h="1695450">
                  <a:moveTo>
                    <a:pt x="856957" y="1377467"/>
                  </a:moveTo>
                  <a:lnTo>
                    <a:pt x="831557" y="1377467"/>
                  </a:lnTo>
                  <a:lnTo>
                    <a:pt x="831557" y="1402867"/>
                  </a:lnTo>
                  <a:lnTo>
                    <a:pt x="856957" y="1402867"/>
                  </a:lnTo>
                  <a:lnTo>
                    <a:pt x="856957" y="1377467"/>
                  </a:lnTo>
                  <a:close/>
                </a:path>
                <a:path w="893444" h="1695450">
                  <a:moveTo>
                    <a:pt x="856957" y="1326667"/>
                  </a:moveTo>
                  <a:lnTo>
                    <a:pt x="831557" y="1326667"/>
                  </a:lnTo>
                  <a:lnTo>
                    <a:pt x="831557" y="1352067"/>
                  </a:lnTo>
                  <a:lnTo>
                    <a:pt x="856957" y="1352067"/>
                  </a:lnTo>
                  <a:lnTo>
                    <a:pt x="856957" y="1326667"/>
                  </a:lnTo>
                  <a:close/>
                </a:path>
                <a:path w="893444" h="1695450">
                  <a:moveTo>
                    <a:pt x="856957" y="1275867"/>
                  </a:moveTo>
                  <a:lnTo>
                    <a:pt x="831557" y="1275867"/>
                  </a:lnTo>
                  <a:lnTo>
                    <a:pt x="831557" y="1301267"/>
                  </a:lnTo>
                  <a:lnTo>
                    <a:pt x="856957" y="1301267"/>
                  </a:lnTo>
                  <a:lnTo>
                    <a:pt x="856957" y="1275867"/>
                  </a:lnTo>
                  <a:close/>
                </a:path>
                <a:path w="893444" h="1695450">
                  <a:moveTo>
                    <a:pt x="856957" y="1225067"/>
                  </a:moveTo>
                  <a:lnTo>
                    <a:pt x="831557" y="1225067"/>
                  </a:lnTo>
                  <a:lnTo>
                    <a:pt x="831557" y="1250467"/>
                  </a:lnTo>
                  <a:lnTo>
                    <a:pt x="856957" y="1250467"/>
                  </a:lnTo>
                  <a:lnTo>
                    <a:pt x="856957" y="1225067"/>
                  </a:lnTo>
                  <a:close/>
                </a:path>
                <a:path w="893444" h="1695450">
                  <a:moveTo>
                    <a:pt x="856957" y="1174267"/>
                  </a:moveTo>
                  <a:lnTo>
                    <a:pt x="831557" y="1174267"/>
                  </a:lnTo>
                  <a:lnTo>
                    <a:pt x="831557" y="1199667"/>
                  </a:lnTo>
                  <a:lnTo>
                    <a:pt x="856957" y="1199667"/>
                  </a:lnTo>
                  <a:lnTo>
                    <a:pt x="856957" y="1174267"/>
                  </a:lnTo>
                  <a:close/>
                </a:path>
                <a:path w="893444" h="1695450">
                  <a:moveTo>
                    <a:pt x="856957" y="1123467"/>
                  </a:moveTo>
                  <a:lnTo>
                    <a:pt x="831557" y="1123467"/>
                  </a:lnTo>
                  <a:lnTo>
                    <a:pt x="831557" y="1148867"/>
                  </a:lnTo>
                  <a:lnTo>
                    <a:pt x="856957" y="1148867"/>
                  </a:lnTo>
                  <a:lnTo>
                    <a:pt x="856957" y="1123467"/>
                  </a:lnTo>
                  <a:close/>
                </a:path>
                <a:path w="893444" h="1695450">
                  <a:moveTo>
                    <a:pt x="856957" y="1072667"/>
                  </a:moveTo>
                  <a:lnTo>
                    <a:pt x="831557" y="1072667"/>
                  </a:lnTo>
                  <a:lnTo>
                    <a:pt x="831557" y="1098067"/>
                  </a:lnTo>
                  <a:lnTo>
                    <a:pt x="856957" y="1098067"/>
                  </a:lnTo>
                  <a:lnTo>
                    <a:pt x="856957" y="1072667"/>
                  </a:lnTo>
                  <a:close/>
                </a:path>
                <a:path w="893444" h="1695450">
                  <a:moveTo>
                    <a:pt x="856957" y="1021867"/>
                  </a:moveTo>
                  <a:lnTo>
                    <a:pt x="831557" y="1021867"/>
                  </a:lnTo>
                  <a:lnTo>
                    <a:pt x="831557" y="1047267"/>
                  </a:lnTo>
                  <a:lnTo>
                    <a:pt x="856957" y="1047267"/>
                  </a:lnTo>
                  <a:lnTo>
                    <a:pt x="856957" y="1021867"/>
                  </a:lnTo>
                  <a:close/>
                </a:path>
                <a:path w="893444" h="1695450">
                  <a:moveTo>
                    <a:pt x="856957" y="971067"/>
                  </a:moveTo>
                  <a:lnTo>
                    <a:pt x="831557" y="971067"/>
                  </a:lnTo>
                  <a:lnTo>
                    <a:pt x="831557" y="996467"/>
                  </a:lnTo>
                  <a:lnTo>
                    <a:pt x="856957" y="996467"/>
                  </a:lnTo>
                  <a:lnTo>
                    <a:pt x="856957" y="971067"/>
                  </a:lnTo>
                  <a:close/>
                </a:path>
                <a:path w="893444" h="1695450">
                  <a:moveTo>
                    <a:pt x="856957" y="920267"/>
                  </a:moveTo>
                  <a:lnTo>
                    <a:pt x="831557" y="920267"/>
                  </a:lnTo>
                  <a:lnTo>
                    <a:pt x="831557" y="945667"/>
                  </a:lnTo>
                  <a:lnTo>
                    <a:pt x="856957" y="945667"/>
                  </a:lnTo>
                  <a:lnTo>
                    <a:pt x="856957" y="920267"/>
                  </a:lnTo>
                  <a:close/>
                </a:path>
                <a:path w="893444" h="1695450">
                  <a:moveTo>
                    <a:pt x="856957" y="729932"/>
                  </a:moveTo>
                  <a:lnTo>
                    <a:pt x="831557" y="729932"/>
                  </a:lnTo>
                  <a:lnTo>
                    <a:pt x="831557" y="755332"/>
                  </a:lnTo>
                  <a:lnTo>
                    <a:pt x="856957" y="755332"/>
                  </a:lnTo>
                  <a:lnTo>
                    <a:pt x="856957" y="729932"/>
                  </a:lnTo>
                  <a:close/>
                </a:path>
                <a:path w="893444" h="1695450">
                  <a:moveTo>
                    <a:pt x="856957" y="679132"/>
                  </a:moveTo>
                  <a:lnTo>
                    <a:pt x="831557" y="679132"/>
                  </a:lnTo>
                  <a:lnTo>
                    <a:pt x="831557" y="704532"/>
                  </a:lnTo>
                  <a:lnTo>
                    <a:pt x="856957" y="704532"/>
                  </a:lnTo>
                  <a:lnTo>
                    <a:pt x="856957" y="679132"/>
                  </a:lnTo>
                  <a:close/>
                </a:path>
                <a:path w="893444" h="1695450">
                  <a:moveTo>
                    <a:pt x="856957" y="628332"/>
                  </a:moveTo>
                  <a:lnTo>
                    <a:pt x="831557" y="628332"/>
                  </a:lnTo>
                  <a:lnTo>
                    <a:pt x="831557" y="653732"/>
                  </a:lnTo>
                  <a:lnTo>
                    <a:pt x="856957" y="653732"/>
                  </a:lnTo>
                  <a:lnTo>
                    <a:pt x="856957" y="628332"/>
                  </a:lnTo>
                  <a:close/>
                </a:path>
                <a:path w="893444" h="1695450">
                  <a:moveTo>
                    <a:pt x="856957" y="577532"/>
                  </a:moveTo>
                  <a:lnTo>
                    <a:pt x="831557" y="577532"/>
                  </a:lnTo>
                  <a:lnTo>
                    <a:pt x="831557" y="602932"/>
                  </a:lnTo>
                  <a:lnTo>
                    <a:pt x="856957" y="602932"/>
                  </a:lnTo>
                  <a:lnTo>
                    <a:pt x="856957" y="577532"/>
                  </a:lnTo>
                  <a:close/>
                </a:path>
                <a:path w="893444" h="1695450">
                  <a:moveTo>
                    <a:pt x="856957" y="526732"/>
                  </a:moveTo>
                  <a:lnTo>
                    <a:pt x="831557" y="526732"/>
                  </a:lnTo>
                  <a:lnTo>
                    <a:pt x="831557" y="552132"/>
                  </a:lnTo>
                  <a:lnTo>
                    <a:pt x="856957" y="552132"/>
                  </a:lnTo>
                  <a:lnTo>
                    <a:pt x="856957" y="526732"/>
                  </a:lnTo>
                  <a:close/>
                </a:path>
                <a:path w="893444" h="1695450">
                  <a:moveTo>
                    <a:pt x="856957" y="475932"/>
                  </a:moveTo>
                  <a:lnTo>
                    <a:pt x="831557" y="475932"/>
                  </a:lnTo>
                  <a:lnTo>
                    <a:pt x="831557" y="501332"/>
                  </a:lnTo>
                  <a:lnTo>
                    <a:pt x="856957" y="501332"/>
                  </a:lnTo>
                  <a:lnTo>
                    <a:pt x="856957" y="475932"/>
                  </a:lnTo>
                  <a:close/>
                </a:path>
                <a:path w="893444" h="1695450">
                  <a:moveTo>
                    <a:pt x="856957" y="425132"/>
                  </a:moveTo>
                  <a:lnTo>
                    <a:pt x="831557" y="425132"/>
                  </a:lnTo>
                  <a:lnTo>
                    <a:pt x="831557" y="450532"/>
                  </a:lnTo>
                  <a:lnTo>
                    <a:pt x="856957" y="450532"/>
                  </a:lnTo>
                  <a:lnTo>
                    <a:pt x="856957" y="425132"/>
                  </a:lnTo>
                  <a:close/>
                </a:path>
                <a:path w="893444" h="1695450">
                  <a:moveTo>
                    <a:pt x="856957" y="374332"/>
                  </a:moveTo>
                  <a:lnTo>
                    <a:pt x="831557" y="374332"/>
                  </a:lnTo>
                  <a:lnTo>
                    <a:pt x="831557" y="399732"/>
                  </a:lnTo>
                  <a:lnTo>
                    <a:pt x="856957" y="399732"/>
                  </a:lnTo>
                  <a:lnTo>
                    <a:pt x="856957" y="374332"/>
                  </a:lnTo>
                  <a:close/>
                </a:path>
                <a:path w="893444" h="1695450">
                  <a:moveTo>
                    <a:pt x="856957" y="323532"/>
                  </a:moveTo>
                  <a:lnTo>
                    <a:pt x="831557" y="323532"/>
                  </a:lnTo>
                  <a:lnTo>
                    <a:pt x="831557" y="348932"/>
                  </a:lnTo>
                  <a:lnTo>
                    <a:pt x="856957" y="348932"/>
                  </a:lnTo>
                  <a:lnTo>
                    <a:pt x="856957" y="323532"/>
                  </a:lnTo>
                  <a:close/>
                </a:path>
                <a:path w="893444" h="1695450">
                  <a:moveTo>
                    <a:pt x="856957" y="272732"/>
                  </a:moveTo>
                  <a:lnTo>
                    <a:pt x="831557" y="272732"/>
                  </a:lnTo>
                  <a:lnTo>
                    <a:pt x="831557" y="298132"/>
                  </a:lnTo>
                  <a:lnTo>
                    <a:pt x="856957" y="298132"/>
                  </a:lnTo>
                  <a:lnTo>
                    <a:pt x="856957" y="272732"/>
                  </a:lnTo>
                  <a:close/>
                </a:path>
                <a:path w="893444" h="1695450">
                  <a:moveTo>
                    <a:pt x="856957" y="221932"/>
                  </a:moveTo>
                  <a:lnTo>
                    <a:pt x="831557" y="221932"/>
                  </a:lnTo>
                  <a:lnTo>
                    <a:pt x="831557" y="247332"/>
                  </a:lnTo>
                  <a:lnTo>
                    <a:pt x="856957" y="247332"/>
                  </a:lnTo>
                  <a:lnTo>
                    <a:pt x="856957" y="221932"/>
                  </a:lnTo>
                  <a:close/>
                </a:path>
                <a:path w="893444" h="1695450">
                  <a:moveTo>
                    <a:pt x="856957" y="171132"/>
                  </a:moveTo>
                  <a:lnTo>
                    <a:pt x="831557" y="171132"/>
                  </a:lnTo>
                  <a:lnTo>
                    <a:pt x="831557" y="196532"/>
                  </a:lnTo>
                  <a:lnTo>
                    <a:pt x="856957" y="196532"/>
                  </a:lnTo>
                  <a:lnTo>
                    <a:pt x="856957" y="171132"/>
                  </a:lnTo>
                  <a:close/>
                </a:path>
                <a:path w="893444" h="1695450">
                  <a:moveTo>
                    <a:pt x="856957" y="120332"/>
                  </a:moveTo>
                  <a:lnTo>
                    <a:pt x="831557" y="120332"/>
                  </a:lnTo>
                  <a:lnTo>
                    <a:pt x="831557" y="145732"/>
                  </a:lnTo>
                  <a:lnTo>
                    <a:pt x="856957" y="145732"/>
                  </a:lnTo>
                  <a:lnTo>
                    <a:pt x="856957" y="120332"/>
                  </a:lnTo>
                  <a:close/>
                </a:path>
                <a:path w="893444" h="1695450">
                  <a:moveTo>
                    <a:pt x="882357" y="1656867"/>
                  </a:moveTo>
                  <a:lnTo>
                    <a:pt x="859091" y="1621764"/>
                  </a:lnTo>
                  <a:lnTo>
                    <a:pt x="844257" y="1618767"/>
                  </a:lnTo>
                  <a:lnTo>
                    <a:pt x="829424" y="1621764"/>
                  </a:lnTo>
                  <a:lnTo>
                    <a:pt x="817321" y="1629930"/>
                  </a:lnTo>
                  <a:lnTo>
                    <a:pt x="809155" y="1642033"/>
                  </a:lnTo>
                  <a:lnTo>
                    <a:pt x="806157" y="1656867"/>
                  </a:lnTo>
                  <a:lnTo>
                    <a:pt x="809155" y="1671701"/>
                  </a:lnTo>
                  <a:lnTo>
                    <a:pt x="817321" y="1683804"/>
                  </a:lnTo>
                  <a:lnTo>
                    <a:pt x="829424" y="1691970"/>
                  </a:lnTo>
                  <a:lnTo>
                    <a:pt x="844257" y="1694967"/>
                  </a:lnTo>
                  <a:lnTo>
                    <a:pt x="859091" y="1691970"/>
                  </a:lnTo>
                  <a:lnTo>
                    <a:pt x="871194" y="1683804"/>
                  </a:lnTo>
                  <a:lnTo>
                    <a:pt x="879360" y="1671701"/>
                  </a:lnTo>
                  <a:lnTo>
                    <a:pt x="882357" y="1656867"/>
                  </a:lnTo>
                  <a:close/>
                </a:path>
                <a:path w="893444" h="1695450">
                  <a:moveTo>
                    <a:pt x="882357" y="38100"/>
                  </a:moveTo>
                  <a:lnTo>
                    <a:pt x="879360" y="23266"/>
                  </a:lnTo>
                  <a:lnTo>
                    <a:pt x="871194" y="11163"/>
                  </a:lnTo>
                  <a:lnTo>
                    <a:pt x="859091" y="2997"/>
                  </a:lnTo>
                  <a:lnTo>
                    <a:pt x="844257" y="0"/>
                  </a:lnTo>
                  <a:lnTo>
                    <a:pt x="829424" y="2997"/>
                  </a:lnTo>
                  <a:lnTo>
                    <a:pt x="817321" y="11163"/>
                  </a:lnTo>
                  <a:lnTo>
                    <a:pt x="809155" y="23266"/>
                  </a:lnTo>
                  <a:lnTo>
                    <a:pt x="806157" y="38100"/>
                  </a:lnTo>
                  <a:lnTo>
                    <a:pt x="809155" y="52933"/>
                  </a:lnTo>
                  <a:lnTo>
                    <a:pt x="817321" y="65036"/>
                  </a:lnTo>
                  <a:lnTo>
                    <a:pt x="829424" y="73202"/>
                  </a:lnTo>
                  <a:lnTo>
                    <a:pt x="831557" y="73634"/>
                  </a:lnTo>
                  <a:lnTo>
                    <a:pt x="831557" y="94932"/>
                  </a:lnTo>
                  <a:lnTo>
                    <a:pt x="856957" y="94932"/>
                  </a:lnTo>
                  <a:lnTo>
                    <a:pt x="856957" y="76200"/>
                  </a:lnTo>
                  <a:lnTo>
                    <a:pt x="856957" y="73634"/>
                  </a:lnTo>
                  <a:lnTo>
                    <a:pt x="859091" y="73202"/>
                  </a:lnTo>
                  <a:lnTo>
                    <a:pt x="864527" y="69532"/>
                  </a:lnTo>
                  <a:lnTo>
                    <a:pt x="871194" y="65036"/>
                  </a:lnTo>
                  <a:lnTo>
                    <a:pt x="879360" y="52933"/>
                  </a:lnTo>
                  <a:lnTo>
                    <a:pt x="881138" y="44132"/>
                  </a:lnTo>
                  <a:lnTo>
                    <a:pt x="882357" y="38100"/>
                  </a:lnTo>
                  <a:close/>
                </a:path>
                <a:path w="893444" h="1695450">
                  <a:moveTo>
                    <a:pt x="893013" y="849884"/>
                  </a:moveTo>
                  <a:lnTo>
                    <a:pt x="890447" y="837184"/>
                  </a:lnTo>
                  <a:lnTo>
                    <a:pt x="890016" y="835063"/>
                  </a:lnTo>
                  <a:lnTo>
                    <a:pt x="881849" y="822947"/>
                  </a:lnTo>
                  <a:lnTo>
                    <a:pt x="876973" y="819670"/>
                  </a:lnTo>
                  <a:lnTo>
                    <a:pt x="871194" y="811085"/>
                  </a:lnTo>
                  <a:lnTo>
                    <a:pt x="859091" y="802919"/>
                  </a:lnTo>
                  <a:lnTo>
                    <a:pt x="856957" y="802500"/>
                  </a:lnTo>
                  <a:lnTo>
                    <a:pt x="856957" y="780732"/>
                  </a:lnTo>
                  <a:lnTo>
                    <a:pt x="831557" y="780732"/>
                  </a:lnTo>
                  <a:lnTo>
                    <a:pt x="831557" y="802500"/>
                  </a:lnTo>
                  <a:lnTo>
                    <a:pt x="829424" y="802919"/>
                  </a:lnTo>
                  <a:lnTo>
                    <a:pt x="817321" y="811085"/>
                  </a:lnTo>
                  <a:lnTo>
                    <a:pt x="809155" y="823201"/>
                  </a:lnTo>
                  <a:lnTo>
                    <a:pt x="806323" y="837184"/>
                  </a:lnTo>
                  <a:lnTo>
                    <a:pt x="800100" y="837184"/>
                  </a:lnTo>
                  <a:lnTo>
                    <a:pt x="800100" y="862584"/>
                  </a:lnTo>
                  <a:lnTo>
                    <a:pt x="807288" y="862584"/>
                  </a:lnTo>
                  <a:lnTo>
                    <a:pt x="809155" y="871766"/>
                  </a:lnTo>
                  <a:lnTo>
                    <a:pt x="817321" y="883881"/>
                  </a:lnTo>
                  <a:lnTo>
                    <a:pt x="829424" y="892035"/>
                  </a:lnTo>
                  <a:lnTo>
                    <a:pt x="831557" y="892467"/>
                  </a:lnTo>
                  <a:lnTo>
                    <a:pt x="831557" y="894867"/>
                  </a:lnTo>
                  <a:lnTo>
                    <a:pt x="843432" y="894867"/>
                  </a:lnTo>
                  <a:lnTo>
                    <a:pt x="844257" y="895032"/>
                  </a:lnTo>
                  <a:lnTo>
                    <a:pt x="845070" y="894867"/>
                  </a:lnTo>
                  <a:lnTo>
                    <a:pt x="856957" y="894867"/>
                  </a:lnTo>
                  <a:lnTo>
                    <a:pt x="856957" y="892467"/>
                  </a:lnTo>
                  <a:lnTo>
                    <a:pt x="859091" y="892035"/>
                  </a:lnTo>
                  <a:lnTo>
                    <a:pt x="869442" y="885063"/>
                  </a:lnTo>
                  <a:lnTo>
                    <a:pt x="869734" y="884999"/>
                  </a:lnTo>
                  <a:lnTo>
                    <a:pt x="881849" y="876833"/>
                  </a:lnTo>
                  <a:lnTo>
                    <a:pt x="890016" y="864717"/>
                  </a:lnTo>
                  <a:lnTo>
                    <a:pt x="890447" y="862584"/>
                  </a:lnTo>
                  <a:lnTo>
                    <a:pt x="893013" y="8498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19810" y="7731333"/>
              <a:ext cx="139701" cy="17193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39002" y="7731333"/>
              <a:ext cx="476251" cy="14653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78169" y="7734104"/>
              <a:ext cx="495301" cy="152401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090440" y="7584476"/>
              <a:ext cx="893444" cy="114300"/>
            </a:xfrm>
            <a:custGeom>
              <a:avLst/>
              <a:gdLst/>
              <a:ahLst/>
              <a:cxnLst/>
              <a:rect l="l" t="t" r="r" b="b"/>
              <a:pathLst>
                <a:path w="893444" h="114300">
                  <a:moveTo>
                    <a:pt x="835862" y="1"/>
                  </a:moveTo>
                  <a:lnTo>
                    <a:pt x="813617" y="4492"/>
                  </a:lnTo>
                  <a:lnTo>
                    <a:pt x="795451" y="16740"/>
                  </a:lnTo>
                  <a:lnTo>
                    <a:pt x="783204" y="34905"/>
                  </a:lnTo>
                  <a:lnTo>
                    <a:pt x="782558" y="38101"/>
                  </a:lnTo>
                  <a:lnTo>
                    <a:pt x="835862" y="38101"/>
                  </a:lnTo>
                  <a:lnTo>
                    <a:pt x="835862" y="76201"/>
                  </a:lnTo>
                  <a:lnTo>
                    <a:pt x="782558" y="76201"/>
                  </a:lnTo>
                  <a:lnTo>
                    <a:pt x="783203" y="79396"/>
                  </a:lnTo>
                  <a:lnTo>
                    <a:pt x="795451" y="97562"/>
                  </a:lnTo>
                  <a:lnTo>
                    <a:pt x="813616" y="109810"/>
                  </a:lnTo>
                  <a:lnTo>
                    <a:pt x="835867" y="114300"/>
                  </a:lnTo>
                  <a:lnTo>
                    <a:pt x="858109" y="109808"/>
                  </a:lnTo>
                  <a:lnTo>
                    <a:pt x="876273" y="97561"/>
                  </a:lnTo>
                  <a:lnTo>
                    <a:pt x="888521" y="79395"/>
                  </a:lnTo>
                  <a:lnTo>
                    <a:pt x="889166" y="76201"/>
                  </a:lnTo>
                  <a:lnTo>
                    <a:pt x="835862" y="76201"/>
                  </a:lnTo>
                  <a:lnTo>
                    <a:pt x="889166" y="76200"/>
                  </a:lnTo>
                  <a:lnTo>
                    <a:pt x="893012" y="57150"/>
                  </a:lnTo>
                  <a:lnTo>
                    <a:pt x="888520" y="34904"/>
                  </a:lnTo>
                  <a:lnTo>
                    <a:pt x="876271" y="16738"/>
                  </a:lnTo>
                  <a:lnTo>
                    <a:pt x="858101" y="4491"/>
                  </a:lnTo>
                  <a:lnTo>
                    <a:pt x="835862" y="1"/>
                  </a:lnTo>
                  <a:close/>
                </a:path>
                <a:path w="893444" h="114300">
                  <a:moveTo>
                    <a:pt x="57151" y="0"/>
                  </a:moveTo>
                  <a:lnTo>
                    <a:pt x="34903" y="4492"/>
                  </a:lnTo>
                  <a:lnTo>
                    <a:pt x="16738" y="16740"/>
                  </a:lnTo>
                  <a:lnTo>
                    <a:pt x="4490" y="34905"/>
                  </a:lnTo>
                  <a:lnTo>
                    <a:pt x="0" y="57151"/>
                  </a:lnTo>
                  <a:lnTo>
                    <a:pt x="4491" y="79396"/>
                  </a:lnTo>
                  <a:lnTo>
                    <a:pt x="16740" y="97562"/>
                  </a:lnTo>
                  <a:lnTo>
                    <a:pt x="34911" y="109810"/>
                  </a:lnTo>
                  <a:lnTo>
                    <a:pt x="57149" y="114300"/>
                  </a:lnTo>
                  <a:lnTo>
                    <a:pt x="79395" y="109808"/>
                  </a:lnTo>
                  <a:lnTo>
                    <a:pt x="97560" y="97561"/>
                  </a:lnTo>
                  <a:lnTo>
                    <a:pt x="109808" y="79395"/>
                  </a:lnTo>
                  <a:lnTo>
                    <a:pt x="110453" y="76200"/>
                  </a:lnTo>
                  <a:lnTo>
                    <a:pt x="57149" y="76200"/>
                  </a:lnTo>
                  <a:lnTo>
                    <a:pt x="57149" y="38100"/>
                  </a:lnTo>
                  <a:lnTo>
                    <a:pt x="110453" y="38100"/>
                  </a:lnTo>
                  <a:lnTo>
                    <a:pt x="109808" y="34904"/>
                  </a:lnTo>
                  <a:lnTo>
                    <a:pt x="97561" y="16738"/>
                  </a:lnTo>
                  <a:lnTo>
                    <a:pt x="79395" y="4491"/>
                  </a:lnTo>
                  <a:lnTo>
                    <a:pt x="57151" y="0"/>
                  </a:lnTo>
                  <a:close/>
                </a:path>
                <a:path w="893444" h="114300">
                  <a:moveTo>
                    <a:pt x="782558" y="38101"/>
                  </a:moveTo>
                  <a:lnTo>
                    <a:pt x="778712" y="57151"/>
                  </a:lnTo>
                  <a:lnTo>
                    <a:pt x="782558" y="76201"/>
                  </a:lnTo>
                  <a:lnTo>
                    <a:pt x="835862" y="76201"/>
                  </a:lnTo>
                  <a:lnTo>
                    <a:pt x="835862" y="38101"/>
                  </a:lnTo>
                  <a:lnTo>
                    <a:pt x="782558" y="38101"/>
                  </a:lnTo>
                  <a:close/>
                </a:path>
                <a:path w="893444" h="114300">
                  <a:moveTo>
                    <a:pt x="110453" y="38100"/>
                  </a:moveTo>
                  <a:lnTo>
                    <a:pt x="114299" y="57151"/>
                  </a:lnTo>
                  <a:lnTo>
                    <a:pt x="110453" y="76200"/>
                  </a:lnTo>
                  <a:lnTo>
                    <a:pt x="782558" y="76201"/>
                  </a:lnTo>
                  <a:lnTo>
                    <a:pt x="778713" y="57150"/>
                  </a:lnTo>
                  <a:lnTo>
                    <a:pt x="782558" y="38101"/>
                  </a:lnTo>
                  <a:lnTo>
                    <a:pt x="110453" y="38100"/>
                  </a:lnTo>
                  <a:close/>
                </a:path>
                <a:path w="893444" h="114300">
                  <a:moveTo>
                    <a:pt x="57149" y="38100"/>
                  </a:moveTo>
                  <a:lnTo>
                    <a:pt x="57149" y="76200"/>
                  </a:lnTo>
                  <a:lnTo>
                    <a:pt x="110453" y="76200"/>
                  </a:lnTo>
                  <a:lnTo>
                    <a:pt x="114299" y="57150"/>
                  </a:lnTo>
                  <a:lnTo>
                    <a:pt x="110453" y="38100"/>
                  </a:lnTo>
                  <a:lnTo>
                    <a:pt x="57149" y="38100"/>
                  </a:lnTo>
                  <a:close/>
                </a:path>
                <a:path w="893444" h="114300">
                  <a:moveTo>
                    <a:pt x="110453" y="38100"/>
                  </a:moveTo>
                  <a:lnTo>
                    <a:pt x="57149" y="38100"/>
                  </a:lnTo>
                  <a:lnTo>
                    <a:pt x="110453" y="38100"/>
                  </a:lnTo>
                  <a:close/>
                </a:path>
              </a:pathLst>
            </a:custGeom>
            <a:solidFill>
              <a:srgbClr val="FF4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7150648" y="6767697"/>
            <a:ext cx="2467610" cy="1695450"/>
            <a:chOff x="7150648" y="6767697"/>
            <a:chExt cx="2467610" cy="1695450"/>
          </a:xfrm>
        </p:grpSpPr>
        <p:sp>
          <p:nvSpPr>
            <p:cNvPr id="33" name="object 33"/>
            <p:cNvSpPr/>
            <p:nvPr/>
          </p:nvSpPr>
          <p:spPr>
            <a:xfrm>
              <a:off x="7325703" y="6767702"/>
              <a:ext cx="893444" cy="1695450"/>
            </a:xfrm>
            <a:custGeom>
              <a:avLst/>
              <a:gdLst/>
              <a:ahLst/>
              <a:cxnLst/>
              <a:rect l="l" t="t" r="r" b="b"/>
              <a:pathLst>
                <a:path w="893445" h="1695450">
                  <a:moveTo>
                    <a:pt x="76200" y="849896"/>
                  </a:moveTo>
                  <a:lnTo>
                    <a:pt x="52933" y="814781"/>
                  </a:lnTo>
                  <a:lnTo>
                    <a:pt x="38100" y="811796"/>
                  </a:lnTo>
                  <a:lnTo>
                    <a:pt x="23266" y="814781"/>
                  </a:lnTo>
                  <a:lnTo>
                    <a:pt x="11163" y="822947"/>
                  </a:lnTo>
                  <a:lnTo>
                    <a:pt x="2997" y="835063"/>
                  </a:lnTo>
                  <a:lnTo>
                    <a:pt x="0" y="849896"/>
                  </a:lnTo>
                  <a:lnTo>
                    <a:pt x="2997" y="864717"/>
                  </a:lnTo>
                  <a:lnTo>
                    <a:pt x="11163" y="876833"/>
                  </a:lnTo>
                  <a:lnTo>
                    <a:pt x="23266" y="884999"/>
                  </a:lnTo>
                  <a:lnTo>
                    <a:pt x="38100" y="887996"/>
                  </a:lnTo>
                  <a:lnTo>
                    <a:pt x="52933" y="884999"/>
                  </a:lnTo>
                  <a:lnTo>
                    <a:pt x="65036" y="876833"/>
                  </a:lnTo>
                  <a:lnTo>
                    <a:pt x="73202" y="864717"/>
                  </a:lnTo>
                  <a:lnTo>
                    <a:pt x="73634" y="862596"/>
                  </a:lnTo>
                  <a:lnTo>
                    <a:pt x="76200" y="849896"/>
                  </a:lnTo>
                  <a:close/>
                </a:path>
                <a:path w="893445" h="1695450">
                  <a:moveTo>
                    <a:pt x="114300" y="837196"/>
                  </a:moveTo>
                  <a:lnTo>
                    <a:pt x="88900" y="837196"/>
                  </a:lnTo>
                  <a:lnTo>
                    <a:pt x="88900" y="862596"/>
                  </a:lnTo>
                  <a:lnTo>
                    <a:pt x="114300" y="862596"/>
                  </a:lnTo>
                  <a:lnTo>
                    <a:pt x="114300" y="837196"/>
                  </a:lnTo>
                  <a:close/>
                </a:path>
                <a:path w="893445" h="1695450">
                  <a:moveTo>
                    <a:pt x="165100" y="837196"/>
                  </a:moveTo>
                  <a:lnTo>
                    <a:pt x="139700" y="837196"/>
                  </a:lnTo>
                  <a:lnTo>
                    <a:pt x="139700" y="862596"/>
                  </a:lnTo>
                  <a:lnTo>
                    <a:pt x="165100" y="862596"/>
                  </a:lnTo>
                  <a:lnTo>
                    <a:pt x="165100" y="837196"/>
                  </a:lnTo>
                  <a:close/>
                </a:path>
                <a:path w="893445" h="1695450">
                  <a:moveTo>
                    <a:pt x="215900" y="837196"/>
                  </a:moveTo>
                  <a:lnTo>
                    <a:pt x="190500" y="837196"/>
                  </a:lnTo>
                  <a:lnTo>
                    <a:pt x="190500" y="862596"/>
                  </a:lnTo>
                  <a:lnTo>
                    <a:pt x="215900" y="862596"/>
                  </a:lnTo>
                  <a:lnTo>
                    <a:pt x="215900" y="837196"/>
                  </a:lnTo>
                  <a:close/>
                </a:path>
                <a:path w="893445" h="1695450">
                  <a:moveTo>
                    <a:pt x="266700" y="837196"/>
                  </a:moveTo>
                  <a:lnTo>
                    <a:pt x="241300" y="837196"/>
                  </a:lnTo>
                  <a:lnTo>
                    <a:pt x="241300" y="862596"/>
                  </a:lnTo>
                  <a:lnTo>
                    <a:pt x="266700" y="862596"/>
                  </a:lnTo>
                  <a:lnTo>
                    <a:pt x="266700" y="837196"/>
                  </a:lnTo>
                  <a:close/>
                </a:path>
                <a:path w="893445" h="1695450">
                  <a:moveTo>
                    <a:pt x="317500" y="837196"/>
                  </a:moveTo>
                  <a:lnTo>
                    <a:pt x="292100" y="837196"/>
                  </a:lnTo>
                  <a:lnTo>
                    <a:pt x="292100" y="862596"/>
                  </a:lnTo>
                  <a:lnTo>
                    <a:pt x="317500" y="862596"/>
                  </a:lnTo>
                  <a:lnTo>
                    <a:pt x="317500" y="837196"/>
                  </a:lnTo>
                  <a:close/>
                </a:path>
                <a:path w="893445" h="1695450">
                  <a:moveTo>
                    <a:pt x="368300" y="837196"/>
                  </a:moveTo>
                  <a:lnTo>
                    <a:pt x="342900" y="837196"/>
                  </a:lnTo>
                  <a:lnTo>
                    <a:pt x="342900" y="862596"/>
                  </a:lnTo>
                  <a:lnTo>
                    <a:pt x="368300" y="862596"/>
                  </a:lnTo>
                  <a:lnTo>
                    <a:pt x="368300" y="837196"/>
                  </a:lnTo>
                  <a:close/>
                </a:path>
                <a:path w="893445" h="1695450">
                  <a:moveTo>
                    <a:pt x="419100" y="837196"/>
                  </a:moveTo>
                  <a:lnTo>
                    <a:pt x="393700" y="837196"/>
                  </a:lnTo>
                  <a:lnTo>
                    <a:pt x="393700" y="862596"/>
                  </a:lnTo>
                  <a:lnTo>
                    <a:pt x="419100" y="862596"/>
                  </a:lnTo>
                  <a:lnTo>
                    <a:pt x="419100" y="837196"/>
                  </a:lnTo>
                  <a:close/>
                </a:path>
                <a:path w="893445" h="1695450">
                  <a:moveTo>
                    <a:pt x="469900" y="837196"/>
                  </a:moveTo>
                  <a:lnTo>
                    <a:pt x="444500" y="837196"/>
                  </a:lnTo>
                  <a:lnTo>
                    <a:pt x="444500" y="862596"/>
                  </a:lnTo>
                  <a:lnTo>
                    <a:pt x="469900" y="862596"/>
                  </a:lnTo>
                  <a:lnTo>
                    <a:pt x="469900" y="837196"/>
                  </a:lnTo>
                  <a:close/>
                </a:path>
                <a:path w="893445" h="1695450">
                  <a:moveTo>
                    <a:pt x="520700" y="837196"/>
                  </a:moveTo>
                  <a:lnTo>
                    <a:pt x="495300" y="837196"/>
                  </a:lnTo>
                  <a:lnTo>
                    <a:pt x="495300" y="862596"/>
                  </a:lnTo>
                  <a:lnTo>
                    <a:pt x="520700" y="862596"/>
                  </a:lnTo>
                  <a:lnTo>
                    <a:pt x="520700" y="837196"/>
                  </a:lnTo>
                  <a:close/>
                </a:path>
                <a:path w="893445" h="1695450">
                  <a:moveTo>
                    <a:pt x="571500" y="837196"/>
                  </a:moveTo>
                  <a:lnTo>
                    <a:pt x="546100" y="837196"/>
                  </a:lnTo>
                  <a:lnTo>
                    <a:pt x="546100" y="862596"/>
                  </a:lnTo>
                  <a:lnTo>
                    <a:pt x="571500" y="862596"/>
                  </a:lnTo>
                  <a:lnTo>
                    <a:pt x="571500" y="837196"/>
                  </a:lnTo>
                  <a:close/>
                </a:path>
                <a:path w="893445" h="1695450">
                  <a:moveTo>
                    <a:pt x="622300" y="837196"/>
                  </a:moveTo>
                  <a:lnTo>
                    <a:pt x="596900" y="837196"/>
                  </a:lnTo>
                  <a:lnTo>
                    <a:pt x="596900" y="862596"/>
                  </a:lnTo>
                  <a:lnTo>
                    <a:pt x="622300" y="862596"/>
                  </a:lnTo>
                  <a:lnTo>
                    <a:pt x="622300" y="837196"/>
                  </a:lnTo>
                  <a:close/>
                </a:path>
                <a:path w="893445" h="1695450">
                  <a:moveTo>
                    <a:pt x="673100" y="837196"/>
                  </a:moveTo>
                  <a:lnTo>
                    <a:pt x="647700" y="837196"/>
                  </a:lnTo>
                  <a:lnTo>
                    <a:pt x="647700" y="862596"/>
                  </a:lnTo>
                  <a:lnTo>
                    <a:pt x="673100" y="862596"/>
                  </a:lnTo>
                  <a:lnTo>
                    <a:pt x="673100" y="837196"/>
                  </a:lnTo>
                  <a:close/>
                </a:path>
                <a:path w="893445" h="1695450">
                  <a:moveTo>
                    <a:pt x="723900" y="837196"/>
                  </a:moveTo>
                  <a:lnTo>
                    <a:pt x="698500" y="837196"/>
                  </a:lnTo>
                  <a:lnTo>
                    <a:pt x="698500" y="862596"/>
                  </a:lnTo>
                  <a:lnTo>
                    <a:pt x="723900" y="862596"/>
                  </a:lnTo>
                  <a:lnTo>
                    <a:pt x="723900" y="837196"/>
                  </a:lnTo>
                  <a:close/>
                </a:path>
                <a:path w="893445" h="1695450">
                  <a:moveTo>
                    <a:pt x="774700" y="837196"/>
                  </a:moveTo>
                  <a:lnTo>
                    <a:pt x="749300" y="837196"/>
                  </a:lnTo>
                  <a:lnTo>
                    <a:pt x="749300" y="862596"/>
                  </a:lnTo>
                  <a:lnTo>
                    <a:pt x="774700" y="862596"/>
                  </a:lnTo>
                  <a:lnTo>
                    <a:pt x="774700" y="837196"/>
                  </a:lnTo>
                  <a:close/>
                </a:path>
                <a:path w="893445" h="1695450">
                  <a:moveTo>
                    <a:pt x="856957" y="1580667"/>
                  </a:moveTo>
                  <a:lnTo>
                    <a:pt x="831557" y="1580667"/>
                  </a:lnTo>
                  <a:lnTo>
                    <a:pt x="831557" y="1606067"/>
                  </a:lnTo>
                  <a:lnTo>
                    <a:pt x="856957" y="1606067"/>
                  </a:lnTo>
                  <a:lnTo>
                    <a:pt x="856957" y="1580667"/>
                  </a:lnTo>
                  <a:close/>
                </a:path>
                <a:path w="893445" h="1695450">
                  <a:moveTo>
                    <a:pt x="856957" y="1529867"/>
                  </a:moveTo>
                  <a:lnTo>
                    <a:pt x="831557" y="1529867"/>
                  </a:lnTo>
                  <a:lnTo>
                    <a:pt x="831557" y="1555267"/>
                  </a:lnTo>
                  <a:lnTo>
                    <a:pt x="856957" y="1555267"/>
                  </a:lnTo>
                  <a:lnTo>
                    <a:pt x="856957" y="1529867"/>
                  </a:lnTo>
                  <a:close/>
                </a:path>
                <a:path w="893445" h="1695450">
                  <a:moveTo>
                    <a:pt x="856957" y="1479067"/>
                  </a:moveTo>
                  <a:lnTo>
                    <a:pt x="831557" y="1479067"/>
                  </a:lnTo>
                  <a:lnTo>
                    <a:pt x="831557" y="1504467"/>
                  </a:lnTo>
                  <a:lnTo>
                    <a:pt x="856957" y="1504467"/>
                  </a:lnTo>
                  <a:lnTo>
                    <a:pt x="856957" y="1479067"/>
                  </a:lnTo>
                  <a:close/>
                </a:path>
                <a:path w="893445" h="1695450">
                  <a:moveTo>
                    <a:pt x="856957" y="1428267"/>
                  </a:moveTo>
                  <a:lnTo>
                    <a:pt x="831557" y="1428267"/>
                  </a:lnTo>
                  <a:lnTo>
                    <a:pt x="831557" y="1453667"/>
                  </a:lnTo>
                  <a:lnTo>
                    <a:pt x="856957" y="1453667"/>
                  </a:lnTo>
                  <a:lnTo>
                    <a:pt x="856957" y="1428267"/>
                  </a:lnTo>
                  <a:close/>
                </a:path>
                <a:path w="893445" h="1695450">
                  <a:moveTo>
                    <a:pt x="856957" y="1377467"/>
                  </a:moveTo>
                  <a:lnTo>
                    <a:pt x="831557" y="1377467"/>
                  </a:lnTo>
                  <a:lnTo>
                    <a:pt x="831557" y="1402867"/>
                  </a:lnTo>
                  <a:lnTo>
                    <a:pt x="856957" y="1402867"/>
                  </a:lnTo>
                  <a:lnTo>
                    <a:pt x="856957" y="1377467"/>
                  </a:lnTo>
                  <a:close/>
                </a:path>
                <a:path w="893445" h="1695450">
                  <a:moveTo>
                    <a:pt x="856957" y="1326667"/>
                  </a:moveTo>
                  <a:lnTo>
                    <a:pt x="831557" y="1326667"/>
                  </a:lnTo>
                  <a:lnTo>
                    <a:pt x="831557" y="1352067"/>
                  </a:lnTo>
                  <a:lnTo>
                    <a:pt x="856957" y="1352067"/>
                  </a:lnTo>
                  <a:lnTo>
                    <a:pt x="856957" y="1326667"/>
                  </a:lnTo>
                  <a:close/>
                </a:path>
                <a:path w="893445" h="1695450">
                  <a:moveTo>
                    <a:pt x="856957" y="1275867"/>
                  </a:moveTo>
                  <a:lnTo>
                    <a:pt x="831557" y="1275867"/>
                  </a:lnTo>
                  <a:lnTo>
                    <a:pt x="831557" y="1301267"/>
                  </a:lnTo>
                  <a:lnTo>
                    <a:pt x="856957" y="1301267"/>
                  </a:lnTo>
                  <a:lnTo>
                    <a:pt x="856957" y="1275867"/>
                  </a:lnTo>
                  <a:close/>
                </a:path>
                <a:path w="893445" h="1695450">
                  <a:moveTo>
                    <a:pt x="856957" y="1225067"/>
                  </a:moveTo>
                  <a:lnTo>
                    <a:pt x="831557" y="1225067"/>
                  </a:lnTo>
                  <a:lnTo>
                    <a:pt x="831557" y="1250467"/>
                  </a:lnTo>
                  <a:lnTo>
                    <a:pt x="856957" y="1250467"/>
                  </a:lnTo>
                  <a:lnTo>
                    <a:pt x="856957" y="1225067"/>
                  </a:lnTo>
                  <a:close/>
                </a:path>
                <a:path w="893445" h="1695450">
                  <a:moveTo>
                    <a:pt x="856957" y="1174267"/>
                  </a:moveTo>
                  <a:lnTo>
                    <a:pt x="831557" y="1174267"/>
                  </a:lnTo>
                  <a:lnTo>
                    <a:pt x="831557" y="1199667"/>
                  </a:lnTo>
                  <a:lnTo>
                    <a:pt x="856957" y="1199667"/>
                  </a:lnTo>
                  <a:lnTo>
                    <a:pt x="856957" y="1174267"/>
                  </a:lnTo>
                  <a:close/>
                </a:path>
                <a:path w="893445" h="1695450">
                  <a:moveTo>
                    <a:pt x="856957" y="1123467"/>
                  </a:moveTo>
                  <a:lnTo>
                    <a:pt x="831557" y="1123467"/>
                  </a:lnTo>
                  <a:lnTo>
                    <a:pt x="831557" y="1148867"/>
                  </a:lnTo>
                  <a:lnTo>
                    <a:pt x="856957" y="1148867"/>
                  </a:lnTo>
                  <a:lnTo>
                    <a:pt x="856957" y="1123467"/>
                  </a:lnTo>
                  <a:close/>
                </a:path>
                <a:path w="893445" h="1695450">
                  <a:moveTo>
                    <a:pt x="856957" y="1072667"/>
                  </a:moveTo>
                  <a:lnTo>
                    <a:pt x="831557" y="1072667"/>
                  </a:lnTo>
                  <a:lnTo>
                    <a:pt x="831557" y="1098067"/>
                  </a:lnTo>
                  <a:lnTo>
                    <a:pt x="856957" y="1098067"/>
                  </a:lnTo>
                  <a:lnTo>
                    <a:pt x="856957" y="1072667"/>
                  </a:lnTo>
                  <a:close/>
                </a:path>
                <a:path w="893445" h="1695450">
                  <a:moveTo>
                    <a:pt x="856957" y="1021867"/>
                  </a:moveTo>
                  <a:lnTo>
                    <a:pt x="831557" y="1021867"/>
                  </a:lnTo>
                  <a:lnTo>
                    <a:pt x="831557" y="1047267"/>
                  </a:lnTo>
                  <a:lnTo>
                    <a:pt x="856957" y="1047267"/>
                  </a:lnTo>
                  <a:lnTo>
                    <a:pt x="856957" y="1021867"/>
                  </a:lnTo>
                  <a:close/>
                </a:path>
                <a:path w="893445" h="1695450">
                  <a:moveTo>
                    <a:pt x="856957" y="971067"/>
                  </a:moveTo>
                  <a:lnTo>
                    <a:pt x="831557" y="971067"/>
                  </a:lnTo>
                  <a:lnTo>
                    <a:pt x="831557" y="996467"/>
                  </a:lnTo>
                  <a:lnTo>
                    <a:pt x="856957" y="996467"/>
                  </a:lnTo>
                  <a:lnTo>
                    <a:pt x="856957" y="971067"/>
                  </a:lnTo>
                  <a:close/>
                </a:path>
                <a:path w="893445" h="1695450">
                  <a:moveTo>
                    <a:pt x="856957" y="920267"/>
                  </a:moveTo>
                  <a:lnTo>
                    <a:pt x="831557" y="920267"/>
                  </a:lnTo>
                  <a:lnTo>
                    <a:pt x="831557" y="945667"/>
                  </a:lnTo>
                  <a:lnTo>
                    <a:pt x="856957" y="945667"/>
                  </a:lnTo>
                  <a:lnTo>
                    <a:pt x="856957" y="920267"/>
                  </a:lnTo>
                  <a:close/>
                </a:path>
                <a:path w="893445" h="1695450">
                  <a:moveTo>
                    <a:pt x="856957" y="729932"/>
                  </a:moveTo>
                  <a:lnTo>
                    <a:pt x="831557" y="729932"/>
                  </a:lnTo>
                  <a:lnTo>
                    <a:pt x="831557" y="755332"/>
                  </a:lnTo>
                  <a:lnTo>
                    <a:pt x="856957" y="755332"/>
                  </a:lnTo>
                  <a:lnTo>
                    <a:pt x="856957" y="729932"/>
                  </a:lnTo>
                  <a:close/>
                </a:path>
                <a:path w="893445" h="1695450">
                  <a:moveTo>
                    <a:pt x="856957" y="679132"/>
                  </a:moveTo>
                  <a:lnTo>
                    <a:pt x="831557" y="679132"/>
                  </a:lnTo>
                  <a:lnTo>
                    <a:pt x="831557" y="704532"/>
                  </a:lnTo>
                  <a:lnTo>
                    <a:pt x="856957" y="704532"/>
                  </a:lnTo>
                  <a:lnTo>
                    <a:pt x="856957" y="679132"/>
                  </a:lnTo>
                  <a:close/>
                </a:path>
                <a:path w="893445" h="1695450">
                  <a:moveTo>
                    <a:pt x="856957" y="628332"/>
                  </a:moveTo>
                  <a:lnTo>
                    <a:pt x="831557" y="628332"/>
                  </a:lnTo>
                  <a:lnTo>
                    <a:pt x="831557" y="653732"/>
                  </a:lnTo>
                  <a:lnTo>
                    <a:pt x="856957" y="653732"/>
                  </a:lnTo>
                  <a:lnTo>
                    <a:pt x="856957" y="628332"/>
                  </a:lnTo>
                  <a:close/>
                </a:path>
                <a:path w="893445" h="1695450">
                  <a:moveTo>
                    <a:pt x="856957" y="577532"/>
                  </a:moveTo>
                  <a:lnTo>
                    <a:pt x="831557" y="577532"/>
                  </a:lnTo>
                  <a:lnTo>
                    <a:pt x="831557" y="602932"/>
                  </a:lnTo>
                  <a:lnTo>
                    <a:pt x="856957" y="602932"/>
                  </a:lnTo>
                  <a:lnTo>
                    <a:pt x="856957" y="577532"/>
                  </a:lnTo>
                  <a:close/>
                </a:path>
                <a:path w="893445" h="1695450">
                  <a:moveTo>
                    <a:pt x="856957" y="526732"/>
                  </a:moveTo>
                  <a:lnTo>
                    <a:pt x="831557" y="526732"/>
                  </a:lnTo>
                  <a:lnTo>
                    <a:pt x="831557" y="552132"/>
                  </a:lnTo>
                  <a:lnTo>
                    <a:pt x="856957" y="552132"/>
                  </a:lnTo>
                  <a:lnTo>
                    <a:pt x="856957" y="526732"/>
                  </a:lnTo>
                  <a:close/>
                </a:path>
                <a:path w="893445" h="1695450">
                  <a:moveTo>
                    <a:pt x="856957" y="475932"/>
                  </a:moveTo>
                  <a:lnTo>
                    <a:pt x="831557" y="475932"/>
                  </a:lnTo>
                  <a:lnTo>
                    <a:pt x="831557" y="501332"/>
                  </a:lnTo>
                  <a:lnTo>
                    <a:pt x="856957" y="501332"/>
                  </a:lnTo>
                  <a:lnTo>
                    <a:pt x="856957" y="475932"/>
                  </a:lnTo>
                  <a:close/>
                </a:path>
                <a:path w="893445" h="1695450">
                  <a:moveTo>
                    <a:pt x="856957" y="425132"/>
                  </a:moveTo>
                  <a:lnTo>
                    <a:pt x="831557" y="425132"/>
                  </a:lnTo>
                  <a:lnTo>
                    <a:pt x="831557" y="450532"/>
                  </a:lnTo>
                  <a:lnTo>
                    <a:pt x="856957" y="450532"/>
                  </a:lnTo>
                  <a:lnTo>
                    <a:pt x="856957" y="425132"/>
                  </a:lnTo>
                  <a:close/>
                </a:path>
                <a:path w="893445" h="1695450">
                  <a:moveTo>
                    <a:pt x="856957" y="374332"/>
                  </a:moveTo>
                  <a:lnTo>
                    <a:pt x="831557" y="374332"/>
                  </a:lnTo>
                  <a:lnTo>
                    <a:pt x="831557" y="399732"/>
                  </a:lnTo>
                  <a:lnTo>
                    <a:pt x="856957" y="399732"/>
                  </a:lnTo>
                  <a:lnTo>
                    <a:pt x="856957" y="374332"/>
                  </a:lnTo>
                  <a:close/>
                </a:path>
                <a:path w="893445" h="1695450">
                  <a:moveTo>
                    <a:pt x="856957" y="323532"/>
                  </a:moveTo>
                  <a:lnTo>
                    <a:pt x="831557" y="323532"/>
                  </a:lnTo>
                  <a:lnTo>
                    <a:pt x="831557" y="348932"/>
                  </a:lnTo>
                  <a:lnTo>
                    <a:pt x="856957" y="348932"/>
                  </a:lnTo>
                  <a:lnTo>
                    <a:pt x="856957" y="323532"/>
                  </a:lnTo>
                  <a:close/>
                </a:path>
                <a:path w="893445" h="1695450">
                  <a:moveTo>
                    <a:pt x="856957" y="272732"/>
                  </a:moveTo>
                  <a:lnTo>
                    <a:pt x="831557" y="272732"/>
                  </a:lnTo>
                  <a:lnTo>
                    <a:pt x="831557" y="298132"/>
                  </a:lnTo>
                  <a:lnTo>
                    <a:pt x="856957" y="298132"/>
                  </a:lnTo>
                  <a:lnTo>
                    <a:pt x="856957" y="272732"/>
                  </a:lnTo>
                  <a:close/>
                </a:path>
                <a:path w="893445" h="1695450">
                  <a:moveTo>
                    <a:pt x="856957" y="221932"/>
                  </a:moveTo>
                  <a:lnTo>
                    <a:pt x="831557" y="221932"/>
                  </a:lnTo>
                  <a:lnTo>
                    <a:pt x="831557" y="247332"/>
                  </a:lnTo>
                  <a:lnTo>
                    <a:pt x="856957" y="247332"/>
                  </a:lnTo>
                  <a:lnTo>
                    <a:pt x="856957" y="221932"/>
                  </a:lnTo>
                  <a:close/>
                </a:path>
                <a:path w="893445" h="1695450">
                  <a:moveTo>
                    <a:pt x="856957" y="171132"/>
                  </a:moveTo>
                  <a:lnTo>
                    <a:pt x="831557" y="171132"/>
                  </a:lnTo>
                  <a:lnTo>
                    <a:pt x="831557" y="196532"/>
                  </a:lnTo>
                  <a:lnTo>
                    <a:pt x="856957" y="196532"/>
                  </a:lnTo>
                  <a:lnTo>
                    <a:pt x="856957" y="171132"/>
                  </a:lnTo>
                  <a:close/>
                </a:path>
                <a:path w="893445" h="1695450">
                  <a:moveTo>
                    <a:pt x="856957" y="120332"/>
                  </a:moveTo>
                  <a:lnTo>
                    <a:pt x="831557" y="120332"/>
                  </a:lnTo>
                  <a:lnTo>
                    <a:pt x="831557" y="145732"/>
                  </a:lnTo>
                  <a:lnTo>
                    <a:pt x="856957" y="145732"/>
                  </a:lnTo>
                  <a:lnTo>
                    <a:pt x="856957" y="120332"/>
                  </a:lnTo>
                  <a:close/>
                </a:path>
                <a:path w="893445" h="1695450">
                  <a:moveTo>
                    <a:pt x="882357" y="1656867"/>
                  </a:moveTo>
                  <a:lnTo>
                    <a:pt x="859091" y="1621764"/>
                  </a:lnTo>
                  <a:lnTo>
                    <a:pt x="844257" y="1618767"/>
                  </a:lnTo>
                  <a:lnTo>
                    <a:pt x="829424" y="1621764"/>
                  </a:lnTo>
                  <a:lnTo>
                    <a:pt x="817321" y="1629930"/>
                  </a:lnTo>
                  <a:lnTo>
                    <a:pt x="809155" y="1642033"/>
                  </a:lnTo>
                  <a:lnTo>
                    <a:pt x="806157" y="1656867"/>
                  </a:lnTo>
                  <a:lnTo>
                    <a:pt x="809155" y="1671701"/>
                  </a:lnTo>
                  <a:lnTo>
                    <a:pt x="817321" y="1683804"/>
                  </a:lnTo>
                  <a:lnTo>
                    <a:pt x="829424" y="1691970"/>
                  </a:lnTo>
                  <a:lnTo>
                    <a:pt x="844257" y="1694967"/>
                  </a:lnTo>
                  <a:lnTo>
                    <a:pt x="859091" y="1691970"/>
                  </a:lnTo>
                  <a:lnTo>
                    <a:pt x="871194" y="1683804"/>
                  </a:lnTo>
                  <a:lnTo>
                    <a:pt x="879360" y="1671701"/>
                  </a:lnTo>
                  <a:lnTo>
                    <a:pt x="882357" y="1656867"/>
                  </a:lnTo>
                  <a:close/>
                </a:path>
                <a:path w="893445" h="1695450">
                  <a:moveTo>
                    <a:pt x="882357" y="38100"/>
                  </a:moveTo>
                  <a:lnTo>
                    <a:pt x="879360" y="23266"/>
                  </a:lnTo>
                  <a:lnTo>
                    <a:pt x="871194" y="11163"/>
                  </a:lnTo>
                  <a:lnTo>
                    <a:pt x="859091" y="2997"/>
                  </a:lnTo>
                  <a:lnTo>
                    <a:pt x="844257" y="0"/>
                  </a:lnTo>
                  <a:lnTo>
                    <a:pt x="829424" y="2997"/>
                  </a:lnTo>
                  <a:lnTo>
                    <a:pt x="817321" y="11163"/>
                  </a:lnTo>
                  <a:lnTo>
                    <a:pt x="809155" y="23266"/>
                  </a:lnTo>
                  <a:lnTo>
                    <a:pt x="806157" y="38100"/>
                  </a:lnTo>
                  <a:lnTo>
                    <a:pt x="809155" y="52933"/>
                  </a:lnTo>
                  <a:lnTo>
                    <a:pt x="817321" y="65036"/>
                  </a:lnTo>
                  <a:lnTo>
                    <a:pt x="829424" y="73202"/>
                  </a:lnTo>
                  <a:lnTo>
                    <a:pt x="831557" y="73634"/>
                  </a:lnTo>
                  <a:lnTo>
                    <a:pt x="831557" y="94932"/>
                  </a:lnTo>
                  <a:lnTo>
                    <a:pt x="856957" y="94932"/>
                  </a:lnTo>
                  <a:lnTo>
                    <a:pt x="856957" y="76200"/>
                  </a:lnTo>
                  <a:lnTo>
                    <a:pt x="856957" y="73634"/>
                  </a:lnTo>
                  <a:lnTo>
                    <a:pt x="859091" y="73202"/>
                  </a:lnTo>
                  <a:lnTo>
                    <a:pt x="864527" y="69532"/>
                  </a:lnTo>
                  <a:lnTo>
                    <a:pt x="871194" y="65036"/>
                  </a:lnTo>
                  <a:lnTo>
                    <a:pt x="879360" y="52933"/>
                  </a:lnTo>
                  <a:lnTo>
                    <a:pt x="881138" y="44132"/>
                  </a:lnTo>
                  <a:lnTo>
                    <a:pt x="882357" y="38100"/>
                  </a:lnTo>
                  <a:close/>
                </a:path>
                <a:path w="893445" h="1695450">
                  <a:moveTo>
                    <a:pt x="893013" y="849896"/>
                  </a:moveTo>
                  <a:lnTo>
                    <a:pt x="890447" y="837196"/>
                  </a:lnTo>
                  <a:lnTo>
                    <a:pt x="890016" y="835063"/>
                  </a:lnTo>
                  <a:lnTo>
                    <a:pt x="881849" y="822947"/>
                  </a:lnTo>
                  <a:lnTo>
                    <a:pt x="876960" y="819670"/>
                  </a:lnTo>
                  <a:lnTo>
                    <a:pt x="871194" y="811098"/>
                  </a:lnTo>
                  <a:lnTo>
                    <a:pt x="859091" y="802932"/>
                  </a:lnTo>
                  <a:lnTo>
                    <a:pt x="856957" y="802513"/>
                  </a:lnTo>
                  <a:lnTo>
                    <a:pt x="856957" y="780732"/>
                  </a:lnTo>
                  <a:lnTo>
                    <a:pt x="831557" y="780732"/>
                  </a:lnTo>
                  <a:lnTo>
                    <a:pt x="831557" y="802513"/>
                  </a:lnTo>
                  <a:lnTo>
                    <a:pt x="829424" y="802932"/>
                  </a:lnTo>
                  <a:lnTo>
                    <a:pt x="817321" y="811098"/>
                  </a:lnTo>
                  <a:lnTo>
                    <a:pt x="809155" y="823201"/>
                  </a:lnTo>
                  <a:lnTo>
                    <a:pt x="806323" y="837196"/>
                  </a:lnTo>
                  <a:lnTo>
                    <a:pt x="800100" y="837196"/>
                  </a:lnTo>
                  <a:lnTo>
                    <a:pt x="800100" y="862596"/>
                  </a:lnTo>
                  <a:lnTo>
                    <a:pt x="807300" y="862596"/>
                  </a:lnTo>
                  <a:lnTo>
                    <a:pt x="809155" y="871766"/>
                  </a:lnTo>
                  <a:lnTo>
                    <a:pt x="817321" y="883881"/>
                  </a:lnTo>
                  <a:lnTo>
                    <a:pt x="829424" y="892048"/>
                  </a:lnTo>
                  <a:lnTo>
                    <a:pt x="831557" y="892479"/>
                  </a:lnTo>
                  <a:lnTo>
                    <a:pt x="831557" y="894867"/>
                  </a:lnTo>
                  <a:lnTo>
                    <a:pt x="843432" y="894867"/>
                  </a:lnTo>
                  <a:lnTo>
                    <a:pt x="844257" y="895032"/>
                  </a:lnTo>
                  <a:lnTo>
                    <a:pt x="845070" y="894867"/>
                  </a:lnTo>
                  <a:lnTo>
                    <a:pt x="856957" y="894867"/>
                  </a:lnTo>
                  <a:lnTo>
                    <a:pt x="856957" y="892479"/>
                  </a:lnTo>
                  <a:lnTo>
                    <a:pt x="859091" y="892048"/>
                  </a:lnTo>
                  <a:lnTo>
                    <a:pt x="869442" y="885063"/>
                  </a:lnTo>
                  <a:lnTo>
                    <a:pt x="869734" y="884999"/>
                  </a:lnTo>
                  <a:lnTo>
                    <a:pt x="881849" y="876833"/>
                  </a:lnTo>
                  <a:lnTo>
                    <a:pt x="890016" y="864717"/>
                  </a:lnTo>
                  <a:lnTo>
                    <a:pt x="890447" y="862596"/>
                  </a:lnTo>
                  <a:lnTo>
                    <a:pt x="893013" y="8498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54188" y="7707293"/>
              <a:ext cx="139701" cy="17193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973383" y="7707293"/>
              <a:ext cx="476251" cy="14653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50648" y="7735465"/>
              <a:ext cx="495301" cy="152401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8124821" y="7560438"/>
              <a:ext cx="893444" cy="114300"/>
            </a:xfrm>
            <a:custGeom>
              <a:avLst/>
              <a:gdLst/>
              <a:ahLst/>
              <a:cxnLst/>
              <a:rect l="l" t="t" r="r" b="b"/>
              <a:pathLst>
                <a:path w="893445" h="114300">
                  <a:moveTo>
                    <a:pt x="835861" y="1"/>
                  </a:moveTo>
                  <a:lnTo>
                    <a:pt x="813616" y="4492"/>
                  </a:lnTo>
                  <a:lnTo>
                    <a:pt x="795450" y="16740"/>
                  </a:lnTo>
                  <a:lnTo>
                    <a:pt x="783202" y="34905"/>
                  </a:lnTo>
                  <a:lnTo>
                    <a:pt x="782557" y="38101"/>
                  </a:lnTo>
                  <a:lnTo>
                    <a:pt x="835861" y="38101"/>
                  </a:lnTo>
                  <a:lnTo>
                    <a:pt x="835861" y="76201"/>
                  </a:lnTo>
                  <a:lnTo>
                    <a:pt x="782557" y="76201"/>
                  </a:lnTo>
                  <a:lnTo>
                    <a:pt x="783203" y="79396"/>
                  </a:lnTo>
                  <a:lnTo>
                    <a:pt x="795451" y="97562"/>
                  </a:lnTo>
                  <a:lnTo>
                    <a:pt x="813617" y="109810"/>
                  </a:lnTo>
                  <a:lnTo>
                    <a:pt x="835867" y="114299"/>
                  </a:lnTo>
                  <a:lnTo>
                    <a:pt x="858109" y="109808"/>
                  </a:lnTo>
                  <a:lnTo>
                    <a:pt x="876273" y="97561"/>
                  </a:lnTo>
                  <a:lnTo>
                    <a:pt x="888520" y="79395"/>
                  </a:lnTo>
                  <a:lnTo>
                    <a:pt x="889165" y="76201"/>
                  </a:lnTo>
                  <a:lnTo>
                    <a:pt x="835861" y="76201"/>
                  </a:lnTo>
                  <a:lnTo>
                    <a:pt x="889165" y="76199"/>
                  </a:lnTo>
                  <a:lnTo>
                    <a:pt x="893011" y="57149"/>
                  </a:lnTo>
                  <a:lnTo>
                    <a:pt x="888519" y="34904"/>
                  </a:lnTo>
                  <a:lnTo>
                    <a:pt x="876271" y="16738"/>
                  </a:lnTo>
                  <a:lnTo>
                    <a:pt x="858100" y="4491"/>
                  </a:lnTo>
                  <a:lnTo>
                    <a:pt x="835861" y="1"/>
                  </a:lnTo>
                  <a:close/>
                </a:path>
                <a:path w="893445" h="114300">
                  <a:moveTo>
                    <a:pt x="57149" y="0"/>
                  </a:moveTo>
                  <a:lnTo>
                    <a:pt x="34902" y="4492"/>
                  </a:lnTo>
                  <a:lnTo>
                    <a:pt x="16737" y="16740"/>
                  </a:lnTo>
                  <a:lnTo>
                    <a:pt x="4490" y="34905"/>
                  </a:lnTo>
                  <a:lnTo>
                    <a:pt x="0" y="57151"/>
                  </a:lnTo>
                  <a:lnTo>
                    <a:pt x="4491" y="79396"/>
                  </a:lnTo>
                  <a:lnTo>
                    <a:pt x="16740" y="97562"/>
                  </a:lnTo>
                  <a:lnTo>
                    <a:pt x="34910" y="109810"/>
                  </a:lnTo>
                  <a:lnTo>
                    <a:pt x="57149" y="114299"/>
                  </a:lnTo>
                  <a:lnTo>
                    <a:pt x="79395" y="109808"/>
                  </a:lnTo>
                  <a:lnTo>
                    <a:pt x="97560" y="97561"/>
                  </a:lnTo>
                  <a:lnTo>
                    <a:pt x="109808" y="79395"/>
                  </a:lnTo>
                  <a:lnTo>
                    <a:pt x="110453" y="76200"/>
                  </a:lnTo>
                  <a:lnTo>
                    <a:pt x="57149" y="76199"/>
                  </a:lnTo>
                  <a:lnTo>
                    <a:pt x="57149" y="38099"/>
                  </a:lnTo>
                  <a:lnTo>
                    <a:pt x="110453" y="38099"/>
                  </a:lnTo>
                  <a:lnTo>
                    <a:pt x="109808" y="34904"/>
                  </a:lnTo>
                  <a:lnTo>
                    <a:pt x="97560" y="16738"/>
                  </a:lnTo>
                  <a:lnTo>
                    <a:pt x="79395" y="4491"/>
                  </a:lnTo>
                  <a:lnTo>
                    <a:pt x="57149" y="0"/>
                  </a:lnTo>
                  <a:close/>
                </a:path>
                <a:path w="893445" h="114300">
                  <a:moveTo>
                    <a:pt x="782557" y="38101"/>
                  </a:moveTo>
                  <a:lnTo>
                    <a:pt x="778711" y="57151"/>
                  </a:lnTo>
                  <a:lnTo>
                    <a:pt x="782557" y="76201"/>
                  </a:lnTo>
                  <a:lnTo>
                    <a:pt x="835861" y="76201"/>
                  </a:lnTo>
                  <a:lnTo>
                    <a:pt x="835861" y="38101"/>
                  </a:lnTo>
                  <a:lnTo>
                    <a:pt x="782557" y="38101"/>
                  </a:lnTo>
                  <a:close/>
                </a:path>
                <a:path w="893445" h="114300">
                  <a:moveTo>
                    <a:pt x="110453" y="38100"/>
                  </a:moveTo>
                  <a:lnTo>
                    <a:pt x="114299" y="57151"/>
                  </a:lnTo>
                  <a:lnTo>
                    <a:pt x="110453" y="76200"/>
                  </a:lnTo>
                  <a:lnTo>
                    <a:pt x="782557" y="76201"/>
                  </a:lnTo>
                  <a:lnTo>
                    <a:pt x="778711" y="57149"/>
                  </a:lnTo>
                  <a:lnTo>
                    <a:pt x="782557" y="38101"/>
                  </a:lnTo>
                  <a:lnTo>
                    <a:pt x="110453" y="38100"/>
                  </a:lnTo>
                  <a:close/>
                </a:path>
                <a:path w="893445" h="114300">
                  <a:moveTo>
                    <a:pt x="57149" y="38099"/>
                  </a:moveTo>
                  <a:lnTo>
                    <a:pt x="57149" y="76199"/>
                  </a:lnTo>
                  <a:lnTo>
                    <a:pt x="110453" y="76199"/>
                  </a:lnTo>
                  <a:lnTo>
                    <a:pt x="114299" y="57149"/>
                  </a:lnTo>
                  <a:lnTo>
                    <a:pt x="110453" y="38100"/>
                  </a:lnTo>
                  <a:lnTo>
                    <a:pt x="57149" y="38099"/>
                  </a:lnTo>
                  <a:close/>
                </a:path>
                <a:path w="893445" h="114300">
                  <a:moveTo>
                    <a:pt x="110453" y="38099"/>
                  </a:moveTo>
                  <a:lnTo>
                    <a:pt x="57149" y="38099"/>
                  </a:lnTo>
                  <a:lnTo>
                    <a:pt x="110453" y="38100"/>
                  </a:lnTo>
                  <a:close/>
                </a:path>
              </a:pathLst>
            </a:custGeom>
            <a:solidFill>
              <a:srgbClr val="FF4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314234" y="7117787"/>
              <a:ext cx="1303422" cy="254001"/>
            </a:xfrm>
            <a:prstGeom prst="rect">
              <a:avLst/>
            </a:prstGeom>
          </p:spPr>
        </p:pic>
      </p:grpSp>
      <p:grpSp>
        <p:nvGrpSpPr>
          <p:cNvPr id="39" name="object 39"/>
          <p:cNvGrpSpPr/>
          <p:nvPr/>
        </p:nvGrpSpPr>
        <p:grpSpPr>
          <a:xfrm>
            <a:off x="10232325" y="6770104"/>
            <a:ext cx="2499995" cy="1695450"/>
            <a:chOff x="10232325" y="6770104"/>
            <a:chExt cx="2499995" cy="1695450"/>
          </a:xfrm>
        </p:grpSpPr>
        <p:sp>
          <p:nvSpPr>
            <p:cNvPr id="40" name="object 40"/>
            <p:cNvSpPr/>
            <p:nvPr/>
          </p:nvSpPr>
          <p:spPr>
            <a:xfrm>
              <a:off x="10441775" y="7570038"/>
              <a:ext cx="1692275" cy="895350"/>
            </a:xfrm>
            <a:custGeom>
              <a:avLst/>
              <a:gdLst/>
              <a:ahLst/>
              <a:cxnLst/>
              <a:rect l="l" t="t" r="r" b="b"/>
              <a:pathLst>
                <a:path w="1692275" h="895350">
                  <a:moveTo>
                    <a:pt x="76200" y="49961"/>
                  </a:moveTo>
                  <a:lnTo>
                    <a:pt x="52920" y="14859"/>
                  </a:lnTo>
                  <a:lnTo>
                    <a:pt x="38100" y="11861"/>
                  </a:lnTo>
                  <a:lnTo>
                    <a:pt x="23266" y="14859"/>
                  </a:lnTo>
                  <a:lnTo>
                    <a:pt x="11150" y="23025"/>
                  </a:lnTo>
                  <a:lnTo>
                    <a:pt x="2984" y="35128"/>
                  </a:lnTo>
                  <a:lnTo>
                    <a:pt x="0" y="49961"/>
                  </a:lnTo>
                  <a:lnTo>
                    <a:pt x="2984" y="64795"/>
                  </a:lnTo>
                  <a:lnTo>
                    <a:pt x="11150" y="76898"/>
                  </a:lnTo>
                  <a:lnTo>
                    <a:pt x="23266" y="85064"/>
                  </a:lnTo>
                  <a:lnTo>
                    <a:pt x="38100" y="88061"/>
                  </a:lnTo>
                  <a:lnTo>
                    <a:pt x="52920" y="85064"/>
                  </a:lnTo>
                  <a:lnTo>
                    <a:pt x="65036" y="76898"/>
                  </a:lnTo>
                  <a:lnTo>
                    <a:pt x="73202" y="64795"/>
                  </a:lnTo>
                  <a:lnTo>
                    <a:pt x="73634" y="62661"/>
                  </a:lnTo>
                  <a:lnTo>
                    <a:pt x="76200" y="49961"/>
                  </a:lnTo>
                  <a:close/>
                </a:path>
                <a:path w="1692275" h="895350">
                  <a:moveTo>
                    <a:pt x="114300" y="37261"/>
                  </a:moveTo>
                  <a:lnTo>
                    <a:pt x="88900" y="37261"/>
                  </a:lnTo>
                  <a:lnTo>
                    <a:pt x="88900" y="62661"/>
                  </a:lnTo>
                  <a:lnTo>
                    <a:pt x="114300" y="62661"/>
                  </a:lnTo>
                  <a:lnTo>
                    <a:pt x="114300" y="37261"/>
                  </a:lnTo>
                  <a:close/>
                </a:path>
                <a:path w="1692275" h="895350">
                  <a:moveTo>
                    <a:pt x="165100" y="37261"/>
                  </a:moveTo>
                  <a:lnTo>
                    <a:pt x="139700" y="37261"/>
                  </a:lnTo>
                  <a:lnTo>
                    <a:pt x="139700" y="62661"/>
                  </a:lnTo>
                  <a:lnTo>
                    <a:pt x="165100" y="62661"/>
                  </a:lnTo>
                  <a:lnTo>
                    <a:pt x="165100" y="37261"/>
                  </a:lnTo>
                  <a:close/>
                </a:path>
                <a:path w="1692275" h="895350">
                  <a:moveTo>
                    <a:pt x="215900" y="37261"/>
                  </a:moveTo>
                  <a:lnTo>
                    <a:pt x="190500" y="37261"/>
                  </a:lnTo>
                  <a:lnTo>
                    <a:pt x="190500" y="62661"/>
                  </a:lnTo>
                  <a:lnTo>
                    <a:pt x="215900" y="62661"/>
                  </a:lnTo>
                  <a:lnTo>
                    <a:pt x="215900" y="37261"/>
                  </a:lnTo>
                  <a:close/>
                </a:path>
                <a:path w="1692275" h="895350">
                  <a:moveTo>
                    <a:pt x="266700" y="37261"/>
                  </a:moveTo>
                  <a:lnTo>
                    <a:pt x="241300" y="37261"/>
                  </a:lnTo>
                  <a:lnTo>
                    <a:pt x="241300" y="62661"/>
                  </a:lnTo>
                  <a:lnTo>
                    <a:pt x="266700" y="62661"/>
                  </a:lnTo>
                  <a:lnTo>
                    <a:pt x="266700" y="37261"/>
                  </a:lnTo>
                  <a:close/>
                </a:path>
                <a:path w="1692275" h="895350">
                  <a:moveTo>
                    <a:pt x="317500" y="37261"/>
                  </a:moveTo>
                  <a:lnTo>
                    <a:pt x="292100" y="37261"/>
                  </a:lnTo>
                  <a:lnTo>
                    <a:pt x="292100" y="62661"/>
                  </a:lnTo>
                  <a:lnTo>
                    <a:pt x="317500" y="62661"/>
                  </a:lnTo>
                  <a:lnTo>
                    <a:pt x="317500" y="37261"/>
                  </a:lnTo>
                  <a:close/>
                </a:path>
                <a:path w="1692275" h="895350">
                  <a:moveTo>
                    <a:pt x="368300" y="37261"/>
                  </a:moveTo>
                  <a:lnTo>
                    <a:pt x="342900" y="37261"/>
                  </a:lnTo>
                  <a:lnTo>
                    <a:pt x="342900" y="62661"/>
                  </a:lnTo>
                  <a:lnTo>
                    <a:pt x="368300" y="62661"/>
                  </a:lnTo>
                  <a:lnTo>
                    <a:pt x="368300" y="37261"/>
                  </a:lnTo>
                  <a:close/>
                </a:path>
                <a:path w="1692275" h="895350">
                  <a:moveTo>
                    <a:pt x="419100" y="37261"/>
                  </a:moveTo>
                  <a:lnTo>
                    <a:pt x="393700" y="37261"/>
                  </a:lnTo>
                  <a:lnTo>
                    <a:pt x="393700" y="62661"/>
                  </a:lnTo>
                  <a:lnTo>
                    <a:pt x="419100" y="62661"/>
                  </a:lnTo>
                  <a:lnTo>
                    <a:pt x="419100" y="37261"/>
                  </a:lnTo>
                  <a:close/>
                </a:path>
                <a:path w="1692275" h="895350">
                  <a:moveTo>
                    <a:pt x="469900" y="37261"/>
                  </a:moveTo>
                  <a:lnTo>
                    <a:pt x="444500" y="37261"/>
                  </a:lnTo>
                  <a:lnTo>
                    <a:pt x="444500" y="62661"/>
                  </a:lnTo>
                  <a:lnTo>
                    <a:pt x="469900" y="62661"/>
                  </a:lnTo>
                  <a:lnTo>
                    <a:pt x="469900" y="37261"/>
                  </a:lnTo>
                  <a:close/>
                </a:path>
                <a:path w="1692275" h="895350">
                  <a:moveTo>
                    <a:pt x="520700" y="37261"/>
                  </a:moveTo>
                  <a:lnTo>
                    <a:pt x="495300" y="37261"/>
                  </a:lnTo>
                  <a:lnTo>
                    <a:pt x="495300" y="62661"/>
                  </a:lnTo>
                  <a:lnTo>
                    <a:pt x="520700" y="62661"/>
                  </a:lnTo>
                  <a:lnTo>
                    <a:pt x="520700" y="37261"/>
                  </a:lnTo>
                  <a:close/>
                </a:path>
                <a:path w="1692275" h="895350">
                  <a:moveTo>
                    <a:pt x="571500" y="37261"/>
                  </a:moveTo>
                  <a:lnTo>
                    <a:pt x="546100" y="37261"/>
                  </a:lnTo>
                  <a:lnTo>
                    <a:pt x="546100" y="62661"/>
                  </a:lnTo>
                  <a:lnTo>
                    <a:pt x="571500" y="62661"/>
                  </a:lnTo>
                  <a:lnTo>
                    <a:pt x="571500" y="37261"/>
                  </a:lnTo>
                  <a:close/>
                </a:path>
                <a:path w="1692275" h="895350">
                  <a:moveTo>
                    <a:pt x="622300" y="37261"/>
                  </a:moveTo>
                  <a:lnTo>
                    <a:pt x="596900" y="37261"/>
                  </a:lnTo>
                  <a:lnTo>
                    <a:pt x="596900" y="62661"/>
                  </a:lnTo>
                  <a:lnTo>
                    <a:pt x="622300" y="62661"/>
                  </a:lnTo>
                  <a:lnTo>
                    <a:pt x="622300" y="37261"/>
                  </a:lnTo>
                  <a:close/>
                </a:path>
                <a:path w="1692275" h="895350">
                  <a:moveTo>
                    <a:pt x="673100" y="37261"/>
                  </a:moveTo>
                  <a:lnTo>
                    <a:pt x="647700" y="37261"/>
                  </a:lnTo>
                  <a:lnTo>
                    <a:pt x="647700" y="62661"/>
                  </a:lnTo>
                  <a:lnTo>
                    <a:pt x="673100" y="62661"/>
                  </a:lnTo>
                  <a:lnTo>
                    <a:pt x="673100" y="37261"/>
                  </a:lnTo>
                  <a:close/>
                </a:path>
                <a:path w="1692275" h="895350">
                  <a:moveTo>
                    <a:pt x="723900" y="37261"/>
                  </a:moveTo>
                  <a:lnTo>
                    <a:pt x="698500" y="37261"/>
                  </a:lnTo>
                  <a:lnTo>
                    <a:pt x="698500" y="62661"/>
                  </a:lnTo>
                  <a:lnTo>
                    <a:pt x="723900" y="62661"/>
                  </a:lnTo>
                  <a:lnTo>
                    <a:pt x="723900" y="37261"/>
                  </a:lnTo>
                  <a:close/>
                </a:path>
                <a:path w="1692275" h="895350">
                  <a:moveTo>
                    <a:pt x="774700" y="37261"/>
                  </a:moveTo>
                  <a:lnTo>
                    <a:pt x="749300" y="37261"/>
                  </a:lnTo>
                  <a:lnTo>
                    <a:pt x="749300" y="62661"/>
                  </a:lnTo>
                  <a:lnTo>
                    <a:pt x="774700" y="62661"/>
                  </a:lnTo>
                  <a:lnTo>
                    <a:pt x="774700" y="37261"/>
                  </a:lnTo>
                  <a:close/>
                </a:path>
                <a:path w="1692275" h="895350">
                  <a:moveTo>
                    <a:pt x="856957" y="780745"/>
                  </a:moveTo>
                  <a:lnTo>
                    <a:pt x="831557" y="780745"/>
                  </a:lnTo>
                  <a:lnTo>
                    <a:pt x="831557" y="806145"/>
                  </a:lnTo>
                  <a:lnTo>
                    <a:pt x="856957" y="806145"/>
                  </a:lnTo>
                  <a:lnTo>
                    <a:pt x="856957" y="780745"/>
                  </a:lnTo>
                  <a:close/>
                </a:path>
                <a:path w="1692275" h="895350">
                  <a:moveTo>
                    <a:pt x="856957" y="729945"/>
                  </a:moveTo>
                  <a:lnTo>
                    <a:pt x="831557" y="729945"/>
                  </a:lnTo>
                  <a:lnTo>
                    <a:pt x="831557" y="755345"/>
                  </a:lnTo>
                  <a:lnTo>
                    <a:pt x="856957" y="755345"/>
                  </a:lnTo>
                  <a:lnTo>
                    <a:pt x="856957" y="729945"/>
                  </a:lnTo>
                  <a:close/>
                </a:path>
                <a:path w="1692275" h="895350">
                  <a:moveTo>
                    <a:pt x="856957" y="679145"/>
                  </a:moveTo>
                  <a:lnTo>
                    <a:pt x="831557" y="679145"/>
                  </a:lnTo>
                  <a:lnTo>
                    <a:pt x="831557" y="704545"/>
                  </a:lnTo>
                  <a:lnTo>
                    <a:pt x="856957" y="704545"/>
                  </a:lnTo>
                  <a:lnTo>
                    <a:pt x="856957" y="679145"/>
                  </a:lnTo>
                  <a:close/>
                </a:path>
                <a:path w="1692275" h="895350">
                  <a:moveTo>
                    <a:pt x="856957" y="628345"/>
                  </a:moveTo>
                  <a:lnTo>
                    <a:pt x="831557" y="628345"/>
                  </a:lnTo>
                  <a:lnTo>
                    <a:pt x="831557" y="653745"/>
                  </a:lnTo>
                  <a:lnTo>
                    <a:pt x="856957" y="653745"/>
                  </a:lnTo>
                  <a:lnTo>
                    <a:pt x="856957" y="628345"/>
                  </a:lnTo>
                  <a:close/>
                </a:path>
                <a:path w="1692275" h="895350">
                  <a:moveTo>
                    <a:pt x="856957" y="577545"/>
                  </a:moveTo>
                  <a:lnTo>
                    <a:pt x="831557" y="577545"/>
                  </a:lnTo>
                  <a:lnTo>
                    <a:pt x="831557" y="602945"/>
                  </a:lnTo>
                  <a:lnTo>
                    <a:pt x="856957" y="602945"/>
                  </a:lnTo>
                  <a:lnTo>
                    <a:pt x="856957" y="577545"/>
                  </a:lnTo>
                  <a:close/>
                </a:path>
                <a:path w="1692275" h="895350">
                  <a:moveTo>
                    <a:pt x="856957" y="526745"/>
                  </a:moveTo>
                  <a:lnTo>
                    <a:pt x="831557" y="526745"/>
                  </a:lnTo>
                  <a:lnTo>
                    <a:pt x="831557" y="552145"/>
                  </a:lnTo>
                  <a:lnTo>
                    <a:pt x="856957" y="552145"/>
                  </a:lnTo>
                  <a:lnTo>
                    <a:pt x="856957" y="526745"/>
                  </a:lnTo>
                  <a:close/>
                </a:path>
                <a:path w="1692275" h="895350">
                  <a:moveTo>
                    <a:pt x="856957" y="475945"/>
                  </a:moveTo>
                  <a:lnTo>
                    <a:pt x="831557" y="475945"/>
                  </a:lnTo>
                  <a:lnTo>
                    <a:pt x="831557" y="501345"/>
                  </a:lnTo>
                  <a:lnTo>
                    <a:pt x="856957" y="501345"/>
                  </a:lnTo>
                  <a:lnTo>
                    <a:pt x="856957" y="475945"/>
                  </a:lnTo>
                  <a:close/>
                </a:path>
                <a:path w="1692275" h="895350">
                  <a:moveTo>
                    <a:pt x="856957" y="425145"/>
                  </a:moveTo>
                  <a:lnTo>
                    <a:pt x="831557" y="425145"/>
                  </a:lnTo>
                  <a:lnTo>
                    <a:pt x="831557" y="450545"/>
                  </a:lnTo>
                  <a:lnTo>
                    <a:pt x="856957" y="450545"/>
                  </a:lnTo>
                  <a:lnTo>
                    <a:pt x="856957" y="425145"/>
                  </a:lnTo>
                  <a:close/>
                </a:path>
                <a:path w="1692275" h="895350">
                  <a:moveTo>
                    <a:pt x="856957" y="374345"/>
                  </a:moveTo>
                  <a:lnTo>
                    <a:pt x="831557" y="374345"/>
                  </a:lnTo>
                  <a:lnTo>
                    <a:pt x="831557" y="399745"/>
                  </a:lnTo>
                  <a:lnTo>
                    <a:pt x="856957" y="399745"/>
                  </a:lnTo>
                  <a:lnTo>
                    <a:pt x="856957" y="374345"/>
                  </a:lnTo>
                  <a:close/>
                </a:path>
                <a:path w="1692275" h="895350">
                  <a:moveTo>
                    <a:pt x="856957" y="323545"/>
                  </a:moveTo>
                  <a:lnTo>
                    <a:pt x="831557" y="323545"/>
                  </a:lnTo>
                  <a:lnTo>
                    <a:pt x="831557" y="348945"/>
                  </a:lnTo>
                  <a:lnTo>
                    <a:pt x="856957" y="348945"/>
                  </a:lnTo>
                  <a:lnTo>
                    <a:pt x="856957" y="323545"/>
                  </a:lnTo>
                  <a:close/>
                </a:path>
                <a:path w="1692275" h="895350">
                  <a:moveTo>
                    <a:pt x="856957" y="272745"/>
                  </a:moveTo>
                  <a:lnTo>
                    <a:pt x="831557" y="272745"/>
                  </a:lnTo>
                  <a:lnTo>
                    <a:pt x="831557" y="298145"/>
                  </a:lnTo>
                  <a:lnTo>
                    <a:pt x="856957" y="298145"/>
                  </a:lnTo>
                  <a:lnTo>
                    <a:pt x="856957" y="272745"/>
                  </a:lnTo>
                  <a:close/>
                </a:path>
                <a:path w="1692275" h="895350">
                  <a:moveTo>
                    <a:pt x="856957" y="221945"/>
                  </a:moveTo>
                  <a:lnTo>
                    <a:pt x="831557" y="221945"/>
                  </a:lnTo>
                  <a:lnTo>
                    <a:pt x="831557" y="247345"/>
                  </a:lnTo>
                  <a:lnTo>
                    <a:pt x="856957" y="247345"/>
                  </a:lnTo>
                  <a:lnTo>
                    <a:pt x="856957" y="221945"/>
                  </a:lnTo>
                  <a:close/>
                </a:path>
                <a:path w="1692275" h="895350">
                  <a:moveTo>
                    <a:pt x="856957" y="171145"/>
                  </a:moveTo>
                  <a:lnTo>
                    <a:pt x="831557" y="171145"/>
                  </a:lnTo>
                  <a:lnTo>
                    <a:pt x="831557" y="196545"/>
                  </a:lnTo>
                  <a:lnTo>
                    <a:pt x="856957" y="196545"/>
                  </a:lnTo>
                  <a:lnTo>
                    <a:pt x="856957" y="171145"/>
                  </a:lnTo>
                  <a:close/>
                </a:path>
                <a:path w="1692275" h="895350">
                  <a:moveTo>
                    <a:pt x="856957" y="120345"/>
                  </a:moveTo>
                  <a:lnTo>
                    <a:pt x="831557" y="120345"/>
                  </a:lnTo>
                  <a:lnTo>
                    <a:pt x="831557" y="145745"/>
                  </a:lnTo>
                  <a:lnTo>
                    <a:pt x="856957" y="145745"/>
                  </a:lnTo>
                  <a:lnTo>
                    <a:pt x="856957" y="120345"/>
                  </a:lnTo>
                  <a:close/>
                </a:path>
                <a:path w="1692275" h="895350">
                  <a:moveTo>
                    <a:pt x="882357" y="856945"/>
                  </a:moveTo>
                  <a:lnTo>
                    <a:pt x="879360" y="842111"/>
                  </a:lnTo>
                  <a:lnTo>
                    <a:pt x="872236" y="831545"/>
                  </a:lnTo>
                  <a:lnTo>
                    <a:pt x="871194" y="829995"/>
                  </a:lnTo>
                  <a:lnTo>
                    <a:pt x="859078" y="821829"/>
                  </a:lnTo>
                  <a:lnTo>
                    <a:pt x="844257" y="818845"/>
                  </a:lnTo>
                  <a:lnTo>
                    <a:pt x="829424" y="821829"/>
                  </a:lnTo>
                  <a:lnTo>
                    <a:pt x="817308" y="829995"/>
                  </a:lnTo>
                  <a:lnTo>
                    <a:pt x="809142" y="842111"/>
                  </a:lnTo>
                  <a:lnTo>
                    <a:pt x="806157" y="856945"/>
                  </a:lnTo>
                  <a:lnTo>
                    <a:pt x="809142" y="871766"/>
                  </a:lnTo>
                  <a:lnTo>
                    <a:pt x="817308" y="883881"/>
                  </a:lnTo>
                  <a:lnTo>
                    <a:pt x="829424" y="892048"/>
                  </a:lnTo>
                  <a:lnTo>
                    <a:pt x="844257" y="895045"/>
                  </a:lnTo>
                  <a:lnTo>
                    <a:pt x="859078" y="892048"/>
                  </a:lnTo>
                  <a:lnTo>
                    <a:pt x="871194" y="883881"/>
                  </a:lnTo>
                  <a:lnTo>
                    <a:pt x="879360" y="871766"/>
                  </a:lnTo>
                  <a:lnTo>
                    <a:pt x="882357" y="856945"/>
                  </a:lnTo>
                  <a:close/>
                </a:path>
                <a:path w="1692275" h="895350">
                  <a:moveTo>
                    <a:pt x="913409" y="37261"/>
                  </a:moveTo>
                  <a:lnTo>
                    <a:pt x="890447" y="37261"/>
                  </a:lnTo>
                  <a:lnTo>
                    <a:pt x="890016" y="35128"/>
                  </a:lnTo>
                  <a:lnTo>
                    <a:pt x="881849" y="23025"/>
                  </a:lnTo>
                  <a:lnTo>
                    <a:pt x="876973" y="19748"/>
                  </a:lnTo>
                  <a:lnTo>
                    <a:pt x="871194" y="11163"/>
                  </a:lnTo>
                  <a:lnTo>
                    <a:pt x="859078" y="2997"/>
                  </a:lnTo>
                  <a:lnTo>
                    <a:pt x="844257" y="0"/>
                  </a:lnTo>
                  <a:lnTo>
                    <a:pt x="829424" y="2997"/>
                  </a:lnTo>
                  <a:lnTo>
                    <a:pt x="817308" y="11163"/>
                  </a:lnTo>
                  <a:lnTo>
                    <a:pt x="809142" y="23279"/>
                  </a:lnTo>
                  <a:lnTo>
                    <a:pt x="808723" y="25311"/>
                  </a:lnTo>
                  <a:lnTo>
                    <a:pt x="802106" y="35128"/>
                  </a:lnTo>
                  <a:lnTo>
                    <a:pt x="801674" y="37261"/>
                  </a:lnTo>
                  <a:lnTo>
                    <a:pt x="800100" y="37261"/>
                  </a:lnTo>
                  <a:lnTo>
                    <a:pt x="800100" y="45059"/>
                  </a:lnTo>
                  <a:lnTo>
                    <a:pt x="799109" y="49961"/>
                  </a:lnTo>
                  <a:lnTo>
                    <a:pt x="800100" y="54876"/>
                  </a:lnTo>
                  <a:lnTo>
                    <a:pt x="800100" y="62661"/>
                  </a:lnTo>
                  <a:lnTo>
                    <a:pt x="801674" y="62661"/>
                  </a:lnTo>
                  <a:lnTo>
                    <a:pt x="802106" y="64795"/>
                  </a:lnTo>
                  <a:lnTo>
                    <a:pt x="810272" y="76898"/>
                  </a:lnTo>
                  <a:lnTo>
                    <a:pt x="822375" y="85064"/>
                  </a:lnTo>
                  <a:lnTo>
                    <a:pt x="831557" y="86931"/>
                  </a:lnTo>
                  <a:lnTo>
                    <a:pt x="831557" y="94945"/>
                  </a:lnTo>
                  <a:lnTo>
                    <a:pt x="856957" y="94945"/>
                  </a:lnTo>
                  <a:lnTo>
                    <a:pt x="856957" y="87655"/>
                  </a:lnTo>
                  <a:lnTo>
                    <a:pt x="869734" y="85064"/>
                  </a:lnTo>
                  <a:lnTo>
                    <a:pt x="881849" y="76898"/>
                  </a:lnTo>
                  <a:lnTo>
                    <a:pt x="890016" y="64795"/>
                  </a:lnTo>
                  <a:lnTo>
                    <a:pt x="890447" y="62661"/>
                  </a:lnTo>
                  <a:lnTo>
                    <a:pt x="913409" y="62661"/>
                  </a:lnTo>
                  <a:lnTo>
                    <a:pt x="913409" y="37261"/>
                  </a:lnTo>
                  <a:close/>
                </a:path>
                <a:path w="1692275" h="895350">
                  <a:moveTo>
                    <a:pt x="964209" y="37261"/>
                  </a:moveTo>
                  <a:lnTo>
                    <a:pt x="938809" y="37261"/>
                  </a:lnTo>
                  <a:lnTo>
                    <a:pt x="938809" y="62661"/>
                  </a:lnTo>
                  <a:lnTo>
                    <a:pt x="964209" y="62661"/>
                  </a:lnTo>
                  <a:lnTo>
                    <a:pt x="964209" y="37261"/>
                  </a:lnTo>
                  <a:close/>
                </a:path>
                <a:path w="1692275" h="895350">
                  <a:moveTo>
                    <a:pt x="1015009" y="37261"/>
                  </a:moveTo>
                  <a:lnTo>
                    <a:pt x="989609" y="37261"/>
                  </a:lnTo>
                  <a:lnTo>
                    <a:pt x="989609" y="62661"/>
                  </a:lnTo>
                  <a:lnTo>
                    <a:pt x="1015009" y="62661"/>
                  </a:lnTo>
                  <a:lnTo>
                    <a:pt x="1015009" y="37261"/>
                  </a:lnTo>
                  <a:close/>
                </a:path>
                <a:path w="1692275" h="895350">
                  <a:moveTo>
                    <a:pt x="1065809" y="37261"/>
                  </a:moveTo>
                  <a:lnTo>
                    <a:pt x="1040409" y="37261"/>
                  </a:lnTo>
                  <a:lnTo>
                    <a:pt x="1040409" y="62661"/>
                  </a:lnTo>
                  <a:lnTo>
                    <a:pt x="1065809" y="62661"/>
                  </a:lnTo>
                  <a:lnTo>
                    <a:pt x="1065809" y="37261"/>
                  </a:lnTo>
                  <a:close/>
                </a:path>
                <a:path w="1692275" h="895350">
                  <a:moveTo>
                    <a:pt x="1116609" y="37261"/>
                  </a:moveTo>
                  <a:lnTo>
                    <a:pt x="1091209" y="37261"/>
                  </a:lnTo>
                  <a:lnTo>
                    <a:pt x="1091209" y="62661"/>
                  </a:lnTo>
                  <a:lnTo>
                    <a:pt x="1116609" y="62661"/>
                  </a:lnTo>
                  <a:lnTo>
                    <a:pt x="1116609" y="37261"/>
                  </a:lnTo>
                  <a:close/>
                </a:path>
                <a:path w="1692275" h="895350">
                  <a:moveTo>
                    <a:pt x="1167409" y="37261"/>
                  </a:moveTo>
                  <a:lnTo>
                    <a:pt x="1142009" y="37261"/>
                  </a:lnTo>
                  <a:lnTo>
                    <a:pt x="1142009" y="62661"/>
                  </a:lnTo>
                  <a:lnTo>
                    <a:pt x="1167409" y="62661"/>
                  </a:lnTo>
                  <a:lnTo>
                    <a:pt x="1167409" y="37261"/>
                  </a:lnTo>
                  <a:close/>
                </a:path>
                <a:path w="1692275" h="895350">
                  <a:moveTo>
                    <a:pt x="1218209" y="37261"/>
                  </a:moveTo>
                  <a:lnTo>
                    <a:pt x="1192809" y="37261"/>
                  </a:lnTo>
                  <a:lnTo>
                    <a:pt x="1192809" y="62661"/>
                  </a:lnTo>
                  <a:lnTo>
                    <a:pt x="1218209" y="62661"/>
                  </a:lnTo>
                  <a:lnTo>
                    <a:pt x="1218209" y="37261"/>
                  </a:lnTo>
                  <a:close/>
                </a:path>
                <a:path w="1692275" h="895350">
                  <a:moveTo>
                    <a:pt x="1269009" y="37261"/>
                  </a:moveTo>
                  <a:lnTo>
                    <a:pt x="1243609" y="37261"/>
                  </a:lnTo>
                  <a:lnTo>
                    <a:pt x="1243609" y="62661"/>
                  </a:lnTo>
                  <a:lnTo>
                    <a:pt x="1269009" y="62661"/>
                  </a:lnTo>
                  <a:lnTo>
                    <a:pt x="1269009" y="37261"/>
                  </a:lnTo>
                  <a:close/>
                </a:path>
                <a:path w="1692275" h="895350">
                  <a:moveTo>
                    <a:pt x="1319809" y="37261"/>
                  </a:moveTo>
                  <a:lnTo>
                    <a:pt x="1294409" y="37261"/>
                  </a:lnTo>
                  <a:lnTo>
                    <a:pt x="1294409" y="62661"/>
                  </a:lnTo>
                  <a:lnTo>
                    <a:pt x="1319809" y="62661"/>
                  </a:lnTo>
                  <a:lnTo>
                    <a:pt x="1319809" y="37261"/>
                  </a:lnTo>
                  <a:close/>
                </a:path>
                <a:path w="1692275" h="895350">
                  <a:moveTo>
                    <a:pt x="1370609" y="37261"/>
                  </a:moveTo>
                  <a:lnTo>
                    <a:pt x="1345209" y="37261"/>
                  </a:lnTo>
                  <a:lnTo>
                    <a:pt x="1345209" y="62661"/>
                  </a:lnTo>
                  <a:lnTo>
                    <a:pt x="1370609" y="62661"/>
                  </a:lnTo>
                  <a:lnTo>
                    <a:pt x="1370609" y="37261"/>
                  </a:lnTo>
                  <a:close/>
                </a:path>
                <a:path w="1692275" h="895350">
                  <a:moveTo>
                    <a:pt x="1421409" y="37261"/>
                  </a:moveTo>
                  <a:lnTo>
                    <a:pt x="1396009" y="37261"/>
                  </a:lnTo>
                  <a:lnTo>
                    <a:pt x="1396009" y="62661"/>
                  </a:lnTo>
                  <a:lnTo>
                    <a:pt x="1421409" y="62661"/>
                  </a:lnTo>
                  <a:lnTo>
                    <a:pt x="1421409" y="37261"/>
                  </a:lnTo>
                  <a:close/>
                </a:path>
                <a:path w="1692275" h="895350">
                  <a:moveTo>
                    <a:pt x="1472209" y="37261"/>
                  </a:moveTo>
                  <a:lnTo>
                    <a:pt x="1446809" y="37261"/>
                  </a:lnTo>
                  <a:lnTo>
                    <a:pt x="1446809" y="62661"/>
                  </a:lnTo>
                  <a:lnTo>
                    <a:pt x="1472209" y="62661"/>
                  </a:lnTo>
                  <a:lnTo>
                    <a:pt x="1472209" y="37261"/>
                  </a:lnTo>
                  <a:close/>
                </a:path>
                <a:path w="1692275" h="895350">
                  <a:moveTo>
                    <a:pt x="1523009" y="37261"/>
                  </a:moveTo>
                  <a:lnTo>
                    <a:pt x="1497609" y="37261"/>
                  </a:lnTo>
                  <a:lnTo>
                    <a:pt x="1497609" y="62661"/>
                  </a:lnTo>
                  <a:lnTo>
                    <a:pt x="1523009" y="62661"/>
                  </a:lnTo>
                  <a:lnTo>
                    <a:pt x="1523009" y="37261"/>
                  </a:lnTo>
                  <a:close/>
                </a:path>
                <a:path w="1692275" h="895350">
                  <a:moveTo>
                    <a:pt x="1573809" y="37261"/>
                  </a:moveTo>
                  <a:lnTo>
                    <a:pt x="1548409" y="37261"/>
                  </a:lnTo>
                  <a:lnTo>
                    <a:pt x="1548409" y="62661"/>
                  </a:lnTo>
                  <a:lnTo>
                    <a:pt x="1573809" y="62661"/>
                  </a:lnTo>
                  <a:lnTo>
                    <a:pt x="1573809" y="37261"/>
                  </a:lnTo>
                  <a:close/>
                </a:path>
                <a:path w="1692275" h="895350">
                  <a:moveTo>
                    <a:pt x="1692122" y="49961"/>
                  </a:moveTo>
                  <a:lnTo>
                    <a:pt x="1668856" y="14859"/>
                  </a:lnTo>
                  <a:lnTo>
                    <a:pt x="1654022" y="11861"/>
                  </a:lnTo>
                  <a:lnTo>
                    <a:pt x="1639189" y="14859"/>
                  </a:lnTo>
                  <a:lnTo>
                    <a:pt x="1627085" y="23025"/>
                  </a:lnTo>
                  <a:lnTo>
                    <a:pt x="1618919" y="35128"/>
                  </a:lnTo>
                  <a:lnTo>
                    <a:pt x="1618488" y="37261"/>
                  </a:lnTo>
                  <a:lnTo>
                    <a:pt x="1599209" y="37261"/>
                  </a:lnTo>
                  <a:lnTo>
                    <a:pt x="1599209" y="62661"/>
                  </a:lnTo>
                  <a:lnTo>
                    <a:pt x="1618488" y="62661"/>
                  </a:lnTo>
                  <a:lnTo>
                    <a:pt x="1618919" y="64795"/>
                  </a:lnTo>
                  <a:lnTo>
                    <a:pt x="1627085" y="76898"/>
                  </a:lnTo>
                  <a:lnTo>
                    <a:pt x="1639189" y="85064"/>
                  </a:lnTo>
                  <a:lnTo>
                    <a:pt x="1654022" y="88061"/>
                  </a:lnTo>
                  <a:lnTo>
                    <a:pt x="1668856" y="85064"/>
                  </a:lnTo>
                  <a:lnTo>
                    <a:pt x="1680959" y="76898"/>
                  </a:lnTo>
                  <a:lnTo>
                    <a:pt x="1689125" y="64795"/>
                  </a:lnTo>
                  <a:lnTo>
                    <a:pt x="1689557" y="62661"/>
                  </a:lnTo>
                  <a:lnTo>
                    <a:pt x="1692122" y="499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17208" y="7702021"/>
              <a:ext cx="139701" cy="171938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136400" y="7702021"/>
              <a:ext cx="476251" cy="146538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232325" y="7737112"/>
              <a:ext cx="495301" cy="152401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1228883" y="6770104"/>
              <a:ext cx="114300" cy="895350"/>
            </a:xfrm>
            <a:custGeom>
              <a:avLst/>
              <a:gdLst/>
              <a:ahLst/>
              <a:cxnLst/>
              <a:rect l="l" t="t" r="r" b="b"/>
              <a:pathLst>
                <a:path w="114300" h="895350">
                  <a:moveTo>
                    <a:pt x="38100" y="784582"/>
                  </a:moveTo>
                  <a:lnTo>
                    <a:pt x="34905" y="785227"/>
                  </a:lnTo>
                  <a:lnTo>
                    <a:pt x="16739" y="797475"/>
                  </a:lnTo>
                  <a:lnTo>
                    <a:pt x="4491" y="815640"/>
                  </a:lnTo>
                  <a:lnTo>
                    <a:pt x="0" y="837886"/>
                  </a:lnTo>
                  <a:lnTo>
                    <a:pt x="4491" y="860131"/>
                  </a:lnTo>
                  <a:lnTo>
                    <a:pt x="16739" y="878297"/>
                  </a:lnTo>
                  <a:lnTo>
                    <a:pt x="34905" y="890545"/>
                  </a:lnTo>
                  <a:lnTo>
                    <a:pt x="57150" y="895036"/>
                  </a:lnTo>
                  <a:lnTo>
                    <a:pt x="79395" y="890545"/>
                  </a:lnTo>
                  <a:lnTo>
                    <a:pt x="97561" y="878297"/>
                  </a:lnTo>
                  <a:lnTo>
                    <a:pt x="109808" y="860131"/>
                  </a:lnTo>
                  <a:lnTo>
                    <a:pt x="114300" y="837886"/>
                  </a:lnTo>
                  <a:lnTo>
                    <a:pt x="38100" y="837886"/>
                  </a:lnTo>
                  <a:lnTo>
                    <a:pt x="38100" y="784582"/>
                  </a:lnTo>
                  <a:close/>
                </a:path>
                <a:path w="114300" h="895350">
                  <a:moveTo>
                    <a:pt x="57150" y="780736"/>
                  </a:moveTo>
                  <a:lnTo>
                    <a:pt x="38100" y="784582"/>
                  </a:lnTo>
                  <a:lnTo>
                    <a:pt x="38100" y="837886"/>
                  </a:lnTo>
                  <a:lnTo>
                    <a:pt x="76200" y="837886"/>
                  </a:lnTo>
                  <a:lnTo>
                    <a:pt x="76200" y="784582"/>
                  </a:lnTo>
                  <a:lnTo>
                    <a:pt x="57150" y="780736"/>
                  </a:lnTo>
                  <a:close/>
                </a:path>
                <a:path w="114300" h="895350">
                  <a:moveTo>
                    <a:pt x="76200" y="784582"/>
                  </a:moveTo>
                  <a:lnTo>
                    <a:pt x="76200" y="837886"/>
                  </a:lnTo>
                  <a:lnTo>
                    <a:pt x="114300" y="837886"/>
                  </a:lnTo>
                  <a:lnTo>
                    <a:pt x="109808" y="815640"/>
                  </a:lnTo>
                  <a:lnTo>
                    <a:pt x="97561" y="797475"/>
                  </a:lnTo>
                  <a:lnTo>
                    <a:pt x="79395" y="785227"/>
                  </a:lnTo>
                  <a:lnTo>
                    <a:pt x="76200" y="784582"/>
                  </a:lnTo>
                  <a:close/>
                </a:path>
                <a:path w="114300" h="895350">
                  <a:moveTo>
                    <a:pt x="38101" y="110454"/>
                  </a:moveTo>
                  <a:lnTo>
                    <a:pt x="38100" y="784582"/>
                  </a:lnTo>
                  <a:lnTo>
                    <a:pt x="57150" y="780736"/>
                  </a:lnTo>
                  <a:lnTo>
                    <a:pt x="76200" y="780736"/>
                  </a:lnTo>
                  <a:lnTo>
                    <a:pt x="76201" y="114299"/>
                  </a:lnTo>
                  <a:lnTo>
                    <a:pt x="57151" y="114299"/>
                  </a:lnTo>
                  <a:lnTo>
                    <a:pt x="38101" y="110454"/>
                  </a:lnTo>
                  <a:close/>
                </a:path>
                <a:path w="114300" h="895350">
                  <a:moveTo>
                    <a:pt x="76200" y="780736"/>
                  </a:moveTo>
                  <a:lnTo>
                    <a:pt x="57150" y="780736"/>
                  </a:lnTo>
                  <a:lnTo>
                    <a:pt x="76200" y="784582"/>
                  </a:lnTo>
                  <a:lnTo>
                    <a:pt x="76200" y="780736"/>
                  </a:lnTo>
                  <a:close/>
                </a:path>
                <a:path w="114300" h="895350">
                  <a:moveTo>
                    <a:pt x="76201" y="57149"/>
                  </a:moveTo>
                  <a:lnTo>
                    <a:pt x="38101" y="57149"/>
                  </a:lnTo>
                  <a:lnTo>
                    <a:pt x="38101" y="110454"/>
                  </a:lnTo>
                  <a:lnTo>
                    <a:pt x="57151" y="114299"/>
                  </a:lnTo>
                  <a:lnTo>
                    <a:pt x="76201" y="110454"/>
                  </a:lnTo>
                  <a:lnTo>
                    <a:pt x="76201" y="57149"/>
                  </a:lnTo>
                  <a:close/>
                </a:path>
                <a:path w="114300" h="895350">
                  <a:moveTo>
                    <a:pt x="76201" y="110454"/>
                  </a:moveTo>
                  <a:lnTo>
                    <a:pt x="57151" y="114299"/>
                  </a:lnTo>
                  <a:lnTo>
                    <a:pt x="76201" y="114299"/>
                  </a:lnTo>
                  <a:lnTo>
                    <a:pt x="76201" y="110454"/>
                  </a:lnTo>
                  <a:close/>
                </a:path>
                <a:path w="114300" h="895350">
                  <a:moveTo>
                    <a:pt x="114301" y="57149"/>
                  </a:moveTo>
                  <a:lnTo>
                    <a:pt x="76201" y="57149"/>
                  </a:lnTo>
                  <a:lnTo>
                    <a:pt x="76201" y="110454"/>
                  </a:lnTo>
                  <a:lnTo>
                    <a:pt x="79396" y="109808"/>
                  </a:lnTo>
                  <a:lnTo>
                    <a:pt x="97562" y="97561"/>
                  </a:lnTo>
                  <a:lnTo>
                    <a:pt x="109810" y="79395"/>
                  </a:lnTo>
                  <a:lnTo>
                    <a:pt x="114301" y="57149"/>
                  </a:lnTo>
                  <a:close/>
                </a:path>
                <a:path w="114300" h="895350">
                  <a:moveTo>
                    <a:pt x="57151" y="0"/>
                  </a:moveTo>
                  <a:lnTo>
                    <a:pt x="34905" y="4491"/>
                  </a:lnTo>
                  <a:lnTo>
                    <a:pt x="16739" y="16739"/>
                  </a:lnTo>
                  <a:lnTo>
                    <a:pt x="4492" y="34905"/>
                  </a:lnTo>
                  <a:lnTo>
                    <a:pt x="1" y="57149"/>
                  </a:lnTo>
                  <a:lnTo>
                    <a:pt x="4492" y="79395"/>
                  </a:lnTo>
                  <a:lnTo>
                    <a:pt x="16740" y="97561"/>
                  </a:lnTo>
                  <a:lnTo>
                    <a:pt x="34905" y="109808"/>
                  </a:lnTo>
                  <a:lnTo>
                    <a:pt x="38101" y="110454"/>
                  </a:lnTo>
                  <a:lnTo>
                    <a:pt x="38101" y="57149"/>
                  </a:lnTo>
                  <a:lnTo>
                    <a:pt x="114301" y="57149"/>
                  </a:lnTo>
                  <a:lnTo>
                    <a:pt x="109809" y="34904"/>
                  </a:lnTo>
                  <a:lnTo>
                    <a:pt x="97561" y="16738"/>
                  </a:lnTo>
                  <a:lnTo>
                    <a:pt x="79395" y="4491"/>
                  </a:lnTo>
                  <a:lnTo>
                    <a:pt x="57151" y="0"/>
                  </a:lnTo>
                  <a:close/>
                </a:path>
              </a:pathLst>
            </a:custGeom>
            <a:solidFill>
              <a:srgbClr val="FF4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426965" y="7118455"/>
              <a:ext cx="1304941" cy="254297"/>
            </a:xfrm>
            <a:prstGeom prst="rect">
              <a:avLst/>
            </a:prstGeom>
          </p:spPr>
        </p:pic>
      </p:grpSp>
      <p:pic>
        <p:nvPicPr>
          <p:cNvPr id="46" name="object 4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131756" y="2574700"/>
            <a:ext cx="6159501" cy="1206501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20778" y="5345889"/>
            <a:ext cx="11168297" cy="787393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0275" y="1404111"/>
            <a:ext cx="8602980" cy="2077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 indent="260350">
              <a:lnSpc>
                <a:spcPct val="100899"/>
              </a:lnSpc>
              <a:spcBef>
                <a:spcPts val="25"/>
              </a:spcBef>
            </a:pPr>
            <a:r>
              <a:rPr sz="6700" b="0" dirty="0">
                <a:solidFill>
                  <a:srgbClr val="000000"/>
                </a:solidFill>
                <a:latin typeface="Helvetica Light"/>
                <a:cs typeface="Helvetica Light"/>
              </a:rPr>
              <a:t>How</a:t>
            </a:r>
            <a:r>
              <a:rPr sz="6700" b="0" spc="-3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6700" b="0" dirty="0">
                <a:solidFill>
                  <a:srgbClr val="000000"/>
                </a:solidFill>
                <a:latin typeface="Helvetica Light"/>
                <a:cs typeface="Helvetica Light"/>
              </a:rPr>
              <a:t>do</a:t>
            </a:r>
            <a:r>
              <a:rPr sz="6700" b="0" spc="-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6700" b="0" dirty="0">
                <a:solidFill>
                  <a:srgbClr val="000000"/>
                </a:solidFill>
                <a:latin typeface="Helvetica Light"/>
                <a:cs typeface="Helvetica Light"/>
              </a:rPr>
              <a:t>we</a:t>
            </a:r>
            <a:r>
              <a:rPr sz="6700"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6700" b="0" dirty="0">
                <a:solidFill>
                  <a:srgbClr val="000000"/>
                </a:solidFill>
                <a:latin typeface="Helvetica Light"/>
                <a:cs typeface="Helvetica Light"/>
              </a:rPr>
              <a:t>solve</a:t>
            </a:r>
            <a:r>
              <a:rPr sz="6700" b="0" spc="-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6700" b="0" spc="-20" dirty="0">
                <a:solidFill>
                  <a:srgbClr val="000000"/>
                </a:solidFill>
                <a:latin typeface="Helvetica Light"/>
                <a:cs typeface="Helvetica Light"/>
              </a:rPr>
              <a:t>this </a:t>
            </a:r>
            <a:r>
              <a:rPr sz="6700" b="0" dirty="0">
                <a:solidFill>
                  <a:srgbClr val="000000"/>
                </a:solidFill>
                <a:latin typeface="Helvetica Light"/>
                <a:cs typeface="Helvetica Light"/>
              </a:rPr>
              <a:t>minimization</a:t>
            </a:r>
            <a:r>
              <a:rPr sz="6700" b="0" spc="-13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6700"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problem?</a:t>
            </a:r>
            <a:endParaRPr sz="6700">
              <a:latin typeface="Helvetica Light"/>
              <a:cs typeface="Helvetica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5081" y="4711373"/>
            <a:ext cx="9674636" cy="2083451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8954" y="7241540"/>
            <a:ext cx="10643235" cy="9347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3403600" algn="l"/>
              </a:tabLst>
            </a:pPr>
            <a:r>
              <a:rPr sz="3600" dirty="0">
                <a:solidFill>
                  <a:srgbClr val="00882B"/>
                </a:solidFill>
                <a:latin typeface="Helvetica Light"/>
                <a:cs typeface="Helvetica Light"/>
              </a:rPr>
              <a:t>Compute</a:t>
            </a:r>
            <a:r>
              <a:rPr sz="3600" spc="-100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3600" spc="-10" dirty="0">
                <a:solidFill>
                  <a:srgbClr val="00882B"/>
                </a:solidFill>
                <a:latin typeface="Helvetica Light"/>
                <a:cs typeface="Helvetica Light"/>
              </a:rPr>
              <a:t>partial</a:t>
            </a:r>
            <a:r>
              <a:rPr sz="3600" dirty="0">
                <a:solidFill>
                  <a:srgbClr val="00882B"/>
                </a:solidFill>
                <a:latin typeface="Helvetica Light"/>
                <a:cs typeface="Helvetica Light"/>
              </a:rPr>
              <a:t>	derivative,</a:t>
            </a:r>
            <a:r>
              <a:rPr sz="3600" spc="-65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3600" dirty="0">
                <a:solidFill>
                  <a:srgbClr val="00882B"/>
                </a:solidFill>
                <a:latin typeface="Helvetica Light"/>
                <a:cs typeface="Helvetica Light"/>
              </a:rPr>
              <a:t>derive</a:t>
            </a:r>
            <a:r>
              <a:rPr sz="3600" spc="-65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3600" dirty="0">
                <a:solidFill>
                  <a:srgbClr val="00882B"/>
                </a:solidFill>
                <a:latin typeface="Helvetica Light"/>
                <a:cs typeface="Helvetica Light"/>
              </a:rPr>
              <a:t>update</a:t>
            </a:r>
            <a:r>
              <a:rPr sz="3600" spc="-65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3600" spc="-10" dirty="0">
                <a:solidFill>
                  <a:srgbClr val="00882B"/>
                </a:solidFill>
                <a:latin typeface="Helvetica Light"/>
                <a:cs typeface="Helvetica Light"/>
              </a:rPr>
              <a:t>equations</a:t>
            </a:r>
            <a:endParaRPr sz="3600">
              <a:latin typeface="Helvetica Light"/>
              <a:cs typeface="Helvetica Light"/>
            </a:endParaRPr>
          </a:p>
          <a:p>
            <a:pPr algn="ctr">
              <a:lnSpc>
                <a:spcPct val="100000"/>
              </a:lnSpc>
              <a:spcBef>
                <a:spcPts val="75"/>
              </a:spcBef>
            </a:pPr>
            <a:r>
              <a:rPr sz="2300" b="1" dirty="0">
                <a:solidFill>
                  <a:srgbClr val="00882B"/>
                </a:solidFill>
                <a:latin typeface="Helvetica"/>
                <a:cs typeface="Helvetica"/>
              </a:rPr>
              <a:t>(gradient</a:t>
            </a:r>
            <a:r>
              <a:rPr sz="2300" b="1" spc="-60" dirty="0">
                <a:solidFill>
                  <a:srgbClr val="00882B"/>
                </a:solidFill>
                <a:latin typeface="Helvetica"/>
                <a:cs typeface="Helvetica"/>
              </a:rPr>
              <a:t> </a:t>
            </a:r>
            <a:r>
              <a:rPr sz="2300" b="1" spc="-10" dirty="0">
                <a:solidFill>
                  <a:srgbClr val="00882B"/>
                </a:solidFill>
                <a:latin typeface="Helvetica"/>
                <a:cs typeface="Helvetica"/>
              </a:rPr>
              <a:t>decent!)</a:t>
            </a:r>
            <a:endParaRPr sz="2300">
              <a:latin typeface="Helvetica"/>
              <a:cs typeface="Helvetic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5081" y="4711373"/>
            <a:ext cx="9674636" cy="208345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200275" y="1404111"/>
            <a:ext cx="8602980" cy="2077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 indent="260350">
              <a:lnSpc>
                <a:spcPct val="100899"/>
              </a:lnSpc>
              <a:spcBef>
                <a:spcPts val="25"/>
              </a:spcBef>
            </a:pPr>
            <a:r>
              <a:rPr sz="6700" b="0" dirty="0">
                <a:solidFill>
                  <a:srgbClr val="000000"/>
                </a:solidFill>
                <a:latin typeface="Helvetica Light"/>
                <a:cs typeface="Helvetica Light"/>
              </a:rPr>
              <a:t>How</a:t>
            </a:r>
            <a:r>
              <a:rPr sz="6700" b="0" spc="-3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6700" b="0" dirty="0">
                <a:solidFill>
                  <a:srgbClr val="000000"/>
                </a:solidFill>
                <a:latin typeface="Helvetica Light"/>
                <a:cs typeface="Helvetica Light"/>
              </a:rPr>
              <a:t>do</a:t>
            </a:r>
            <a:r>
              <a:rPr sz="6700" b="0" spc="-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6700" b="0" dirty="0">
                <a:solidFill>
                  <a:srgbClr val="000000"/>
                </a:solidFill>
                <a:latin typeface="Helvetica Light"/>
                <a:cs typeface="Helvetica Light"/>
              </a:rPr>
              <a:t>we</a:t>
            </a:r>
            <a:r>
              <a:rPr sz="6700"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6700" b="0" dirty="0">
                <a:solidFill>
                  <a:srgbClr val="000000"/>
                </a:solidFill>
                <a:latin typeface="Helvetica Light"/>
                <a:cs typeface="Helvetica Light"/>
              </a:rPr>
              <a:t>solve</a:t>
            </a:r>
            <a:r>
              <a:rPr sz="6700" b="0" spc="-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6700" b="0" spc="-20" dirty="0">
                <a:solidFill>
                  <a:srgbClr val="000000"/>
                </a:solidFill>
                <a:latin typeface="Helvetica Light"/>
                <a:cs typeface="Helvetica Light"/>
              </a:rPr>
              <a:t>this </a:t>
            </a:r>
            <a:r>
              <a:rPr sz="6700" b="0" dirty="0">
                <a:solidFill>
                  <a:srgbClr val="000000"/>
                </a:solidFill>
                <a:latin typeface="Helvetica Light"/>
                <a:cs typeface="Helvetica Light"/>
              </a:rPr>
              <a:t>minimization</a:t>
            </a:r>
            <a:r>
              <a:rPr sz="6700" b="0" spc="-13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6700"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problem?</a:t>
            </a:r>
            <a:endParaRPr sz="6700">
              <a:latin typeface="Helvetica Light"/>
              <a:cs typeface="Helvetica Light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FE29A-CB43-3680-4693-666391593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9194822-B9C6-EA2A-9FEB-7DEA6F88F6F7}"/>
              </a:ext>
            </a:extLst>
          </p:cNvPr>
          <p:cNvSpPr txBox="1"/>
          <p:nvPr/>
        </p:nvSpPr>
        <p:spPr>
          <a:xfrm>
            <a:off x="1008954" y="7241540"/>
            <a:ext cx="10643235" cy="20210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3403600" algn="l"/>
              </a:tabLst>
            </a:pPr>
            <a:r>
              <a:rPr sz="3600" dirty="0">
                <a:solidFill>
                  <a:srgbClr val="00882B"/>
                </a:solidFill>
                <a:latin typeface="Helvetica Light"/>
                <a:cs typeface="Helvetica Light"/>
              </a:rPr>
              <a:t>Compute</a:t>
            </a:r>
            <a:r>
              <a:rPr sz="3600" spc="-100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3600" spc="-10" dirty="0">
                <a:solidFill>
                  <a:srgbClr val="00882B"/>
                </a:solidFill>
                <a:latin typeface="Helvetica Light"/>
                <a:cs typeface="Helvetica Light"/>
              </a:rPr>
              <a:t>partial</a:t>
            </a:r>
            <a:r>
              <a:rPr sz="3600" dirty="0">
                <a:solidFill>
                  <a:srgbClr val="00882B"/>
                </a:solidFill>
                <a:latin typeface="Helvetica Light"/>
                <a:cs typeface="Helvetica Light"/>
              </a:rPr>
              <a:t>	derivative,</a:t>
            </a:r>
            <a:r>
              <a:rPr sz="3600" spc="-65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3600" dirty="0">
                <a:solidFill>
                  <a:srgbClr val="00882B"/>
                </a:solidFill>
                <a:latin typeface="Helvetica Light"/>
                <a:cs typeface="Helvetica Light"/>
              </a:rPr>
              <a:t>derive</a:t>
            </a:r>
            <a:r>
              <a:rPr sz="3600" spc="-65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3600" dirty="0">
                <a:solidFill>
                  <a:srgbClr val="00882B"/>
                </a:solidFill>
                <a:latin typeface="Helvetica Light"/>
                <a:cs typeface="Helvetica Light"/>
              </a:rPr>
              <a:t>update</a:t>
            </a:r>
            <a:r>
              <a:rPr sz="3600" spc="-65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3600" spc="-10" dirty="0">
                <a:solidFill>
                  <a:srgbClr val="00882B"/>
                </a:solidFill>
                <a:latin typeface="Helvetica Light"/>
                <a:cs typeface="Helvetica Light"/>
              </a:rPr>
              <a:t>equations</a:t>
            </a:r>
            <a:endParaRPr sz="3600" dirty="0">
              <a:latin typeface="Helvetica Light"/>
              <a:cs typeface="Helvetica Light"/>
            </a:endParaRPr>
          </a:p>
          <a:p>
            <a:pPr algn="ctr">
              <a:lnSpc>
                <a:spcPct val="100000"/>
              </a:lnSpc>
              <a:spcBef>
                <a:spcPts val="75"/>
              </a:spcBef>
            </a:pPr>
            <a:r>
              <a:rPr sz="2300" b="1" dirty="0">
                <a:solidFill>
                  <a:srgbClr val="00882B"/>
                </a:solidFill>
                <a:latin typeface="Helvetica"/>
                <a:cs typeface="Helvetica"/>
              </a:rPr>
              <a:t>(gradient</a:t>
            </a:r>
            <a:r>
              <a:rPr sz="2300" b="1" spc="-60" dirty="0">
                <a:solidFill>
                  <a:srgbClr val="00882B"/>
                </a:solidFill>
                <a:latin typeface="Helvetica"/>
                <a:cs typeface="Helvetica"/>
              </a:rPr>
              <a:t> </a:t>
            </a:r>
            <a:r>
              <a:rPr sz="2300" b="1" spc="-10" dirty="0">
                <a:solidFill>
                  <a:srgbClr val="00882B"/>
                </a:solidFill>
                <a:latin typeface="Helvetica"/>
                <a:cs typeface="Helvetica"/>
              </a:rPr>
              <a:t>decent!)</a:t>
            </a:r>
            <a:endParaRPr lang="en-US" sz="2300" b="1" spc="-10" dirty="0">
              <a:solidFill>
                <a:srgbClr val="00882B"/>
              </a:solidFill>
              <a:latin typeface="Helvetica"/>
              <a:cs typeface="Helvetica"/>
            </a:endParaRPr>
          </a:p>
          <a:p>
            <a:pPr algn="ctr">
              <a:lnSpc>
                <a:spcPct val="100000"/>
              </a:lnSpc>
              <a:spcBef>
                <a:spcPts val="75"/>
              </a:spcBef>
            </a:pPr>
            <a:endParaRPr lang="en-US" sz="2300" b="1" spc="-10" dirty="0">
              <a:solidFill>
                <a:srgbClr val="00882B"/>
              </a:solidFill>
              <a:latin typeface="Helvetica"/>
              <a:cs typeface="Helvetica"/>
            </a:endParaRPr>
          </a:p>
          <a:p>
            <a:pPr algn="ctr">
              <a:lnSpc>
                <a:spcPct val="100000"/>
              </a:lnSpc>
              <a:spcBef>
                <a:spcPts val="75"/>
              </a:spcBef>
            </a:pPr>
            <a:r>
              <a:rPr lang="en-US" sz="2300" b="1" spc="-10" dirty="0">
                <a:solidFill>
                  <a:srgbClr val="00882B"/>
                </a:solidFill>
                <a:latin typeface="Helvetica"/>
                <a:cs typeface="Helvetica"/>
              </a:rPr>
              <a:t>There are a series of steps we must do to arrive at the end… look at the hidden slides if you’re interested!</a:t>
            </a:r>
            <a:endParaRPr sz="2400" dirty="0">
              <a:latin typeface="Helvetica"/>
              <a:cs typeface="Helvetica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AF4E9F28-28A6-7C73-62F0-8EA1302F4CD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5081" y="4711373"/>
            <a:ext cx="9674636" cy="2083451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AE288A2B-9B8C-3262-AD70-F17ADB8824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00275" y="1404111"/>
            <a:ext cx="8602980" cy="2077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 indent="260350">
              <a:lnSpc>
                <a:spcPct val="100899"/>
              </a:lnSpc>
              <a:spcBef>
                <a:spcPts val="25"/>
              </a:spcBef>
            </a:pPr>
            <a:r>
              <a:rPr sz="6700" b="0" dirty="0">
                <a:solidFill>
                  <a:srgbClr val="000000"/>
                </a:solidFill>
                <a:latin typeface="Helvetica Light"/>
                <a:cs typeface="Helvetica Light"/>
              </a:rPr>
              <a:t>How</a:t>
            </a:r>
            <a:r>
              <a:rPr sz="6700" b="0" spc="-3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6700" b="0" dirty="0">
                <a:solidFill>
                  <a:srgbClr val="000000"/>
                </a:solidFill>
                <a:latin typeface="Helvetica Light"/>
                <a:cs typeface="Helvetica Light"/>
              </a:rPr>
              <a:t>do</a:t>
            </a:r>
            <a:r>
              <a:rPr sz="6700" b="0" spc="-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6700" b="0" dirty="0">
                <a:solidFill>
                  <a:srgbClr val="000000"/>
                </a:solidFill>
                <a:latin typeface="Helvetica Light"/>
                <a:cs typeface="Helvetica Light"/>
              </a:rPr>
              <a:t>we</a:t>
            </a:r>
            <a:r>
              <a:rPr sz="6700"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6700" b="0" dirty="0">
                <a:solidFill>
                  <a:srgbClr val="000000"/>
                </a:solidFill>
                <a:latin typeface="Helvetica Light"/>
                <a:cs typeface="Helvetica Light"/>
              </a:rPr>
              <a:t>solve</a:t>
            </a:r>
            <a:r>
              <a:rPr sz="6700" b="0" spc="-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6700" b="0" spc="-20" dirty="0">
                <a:solidFill>
                  <a:srgbClr val="000000"/>
                </a:solidFill>
                <a:latin typeface="Helvetica Light"/>
                <a:cs typeface="Helvetica Light"/>
              </a:rPr>
              <a:t>this </a:t>
            </a:r>
            <a:r>
              <a:rPr sz="6700" b="0" dirty="0">
                <a:solidFill>
                  <a:srgbClr val="000000"/>
                </a:solidFill>
                <a:latin typeface="Helvetica Light"/>
                <a:cs typeface="Helvetica Light"/>
              </a:rPr>
              <a:t>minimization</a:t>
            </a:r>
            <a:r>
              <a:rPr sz="6700" b="0" spc="-13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6700"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problem?</a:t>
            </a:r>
            <a:endParaRPr sz="6700">
              <a:latin typeface="Helvetica Light"/>
              <a:cs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23570769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9152" y="477519"/>
            <a:ext cx="8677275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b="0" dirty="0">
                <a:solidFill>
                  <a:srgbClr val="000000"/>
                </a:solidFill>
                <a:latin typeface="Helvetica Light"/>
                <a:cs typeface="Helvetica Light"/>
              </a:rPr>
              <a:t>Compute</a:t>
            </a:r>
            <a:r>
              <a:rPr sz="3100" b="0" spc="-6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3100" b="0" dirty="0">
                <a:solidFill>
                  <a:srgbClr val="000000"/>
                </a:solidFill>
                <a:latin typeface="Helvetica Light"/>
                <a:cs typeface="Helvetica Light"/>
              </a:rPr>
              <a:t>the</a:t>
            </a:r>
            <a:r>
              <a:rPr sz="3100" b="0" spc="-6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3100" b="0" dirty="0">
                <a:solidFill>
                  <a:srgbClr val="000000"/>
                </a:solidFill>
                <a:latin typeface="Helvetica Light"/>
                <a:cs typeface="Helvetica Light"/>
              </a:rPr>
              <a:t>partial</a:t>
            </a:r>
            <a:r>
              <a:rPr sz="3100" b="0" spc="-6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3100" b="0" dirty="0">
                <a:solidFill>
                  <a:srgbClr val="000000"/>
                </a:solidFill>
                <a:latin typeface="Helvetica Light"/>
                <a:cs typeface="Helvetica Light"/>
              </a:rPr>
              <a:t>derivatives</a:t>
            </a:r>
            <a:r>
              <a:rPr sz="3100" b="0" spc="-6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3100" b="0" dirty="0">
                <a:solidFill>
                  <a:srgbClr val="000000"/>
                </a:solidFill>
                <a:latin typeface="Helvetica Light"/>
                <a:cs typeface="Helvetica Light"/>
              </a:rPr>
              <a:t>of</a:t>
            </a:r>
            <a:r>
              <a:rPr sz="3100" b="0" spc="-6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3100" b="0" dirty="0">
                <a:solidFill>
                  <a:srgbClr val="000000"/>
                </a:solidFill>
                <a:latin typeface="Helvetica Light"/>
                <a:cs typeface="Helvetica Light"/>
              </a:rPr>
              <a:t>this</a:t>
            </a:r>
            <a:r>
              <a:rPr sz="3100" b="0" spc="-6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3100" b="0" dirty="0">
                <a:solidFill>
                  <a:srgbClr val="000000"/>
                </a:solidFill>
                <a:latin typeface="Helvetica Light"/>
                <a:cs typeface="Helvetica Light"/>
              </a:rPr>
              <a:t>huge</a:t>
            </a:r>
            <a:r>
              <a:rPr sz="3100" b="0" spc="-6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3100" b="0" spc="-20" dirty="0">
                <a:solidFill>
                  <a:srgbClr val="000000"/>
                </a:solidFill>
                <a:latin typeface="Helvetica Light"/>
                <a:cs typeface="Helvetica Light"/>
              </a:rPr>
              <a:t>sum!</a:t>
            </a:r>
            <a:endParaRPr sz="3100">
              <a:latin typeface="Helvetica Light"/>
              <a:cs typeface="Helvetica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2008" y="1401180"/>
            <a:ext cx="12522475" cy="88030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179208" y="2217928"/>
            <a:ext cx="188087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00882B"/>
                </a:solidFill>
                <a:latin typeface="Helvetica Light"/>
                <a:cs typeface="Helvetica Light"/>
              </a:rPr>
              <a:t>smoothness</a:t>
            </a:r>
            <a:r>
              <a:rPr sz="1900" spc="-65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1900" spc="-20" dirty="0">
                <a:solidFill>
                  <a:srgbClr val="00882B"/>
                </a:solidFill>
                <a:latin typeface="Helvetica Light"/>
                <a:cs typeface="Helvetica Light"/>
              </a:rPr>
              <a:t>term</a:t>
            </a:r>
            <a:endParaRPr sz="1900">
              <a:latin typeface="Helvetica Light"/>
              <a:cs typeface="Helvetica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66463" y="2217928"/>
            <a:ext cx="235267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00882B"/>
                </a:solidFill>
                <a:latin typeface="Helvetica Light"/>
                <a:cs typeface="Helvetica Light"/>
              </a:rPr>
              <a:t>brightness</a:t>
            </a:r>
            <a:r>
              <a:rPr sz="1900" spc="-65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1900" spc="-10" dirty="0">
                <a:solidFill>
                  <a:srgbClr val="00882B"/>
                </a:solidFill>
                <a:latin typeface="Helvetica Light"/>
                <a:cs typeface="Helvetica Light"/>
              </a:rPr>
              <a:t>constancy</a:t>
            </a:r>
            <a:endParaRPr sz="1900">
              <a:latin typeface="Helvetica Light"/>
              <a:cs typeface="Helvetica Light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6758" rIns="0" bIns="0" rtlCol="0">
            <a:spAutoFit/>
          </a:bodyPr>
          <a:lstStyle/>
          <a:p>
            <a:pPr marL="1711325">
              <a:lnSpc>
                <a:spcPct val="100000"/>
              </a:lnSpc>
              <a:spcBef>
                <a:spcPts val="100"/>
              </a:spcBef>
            </a:pPr>
            <a:r>
              <a:rPr sz="3100" b="0" dirty="0">
                <a:solidFill>
                  <a:srgbClr val="000000"/>
                </a:solidFill>
                <a:latin typeface="Helvetica Light"/>
                <a:cs typeface="Helvetica Light"/>
              </a:rPr>
              <a:t>Compute</a:t>
            </a:r>
            <a:r>
              <a:rPr sz="3100" b="0" spc="-6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3100" b="0" dirty="0">
                <a:solidFill>
                  <a:srgbClr val="000000"/>
                </a:solidFill>
                <a:latin typeface="Helvetica Light"/>
                <a:cs typeface="Helvetica Light"/>
              </a:rPr>
              <a:t>the</a:t>
            </a:r>
            <a:r>
              <a:rPr sz="3100" b="0" spc="-6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3100" b="0" dirty="0">
                <a:solidFill>
                  <a:srgbClr val="000000"/>
                </a:solidFill>
                <a:latin typeface="Helvetica Light"/>
                <a:cs typeface="Helvetica Light"/>
              </a:rPr>
              <a:t>partial</a:t>
            </a:r>
            <a:r>
              <a:rPr sz="3100" b="0" spc="-6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3100" b="0" dirty="0">
                <a:solidFill>
                  <a:srgbClr val="000000"/>
                </a:solidFill>
                <a:latin typeface="Helvetica Light"/>
                <a:cs typeface="Helvetica Light"/>
              </a:rPr>
              <a:t>derivatives</a:t>
            </a:r>
            <a:r>
              <a:rPr sz="3100" b="0" spc="-6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3100" b="0" dirty="0">
                <a:solidFill>
                  <a:srgbClr val="000000"/>
                </a:solidFill>
                <a:latin typeface="Helvetica Light"/>
                <a:cs typeface="Helvetica Light"/>
              </a:rPr>
              <a:t>of</a:t>
            </a:r>
            <a:r>
              <a:rPr sz="3100" b="0" spc="-6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3100" b="0" dirty="0">
                <a:solidFill>
                  <a:srgbClr val="000000"/>
                </a:solidFill>
                <a:latin typeface="Helvetica Light"/>
                <a:cs typeface="Helvetica Light"/>
              </a:rPr>
              <a:t>this</a:t>
            </a:r>
            <a:r>
              <a:rPr sz="3100" b="0" spc="-6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3100" b="0" dirty="0">
                <a:solidFill>
                  <a:srgbClr val="000000"/>
                </a:solidFill>
                <a:latin typeface="Helvetica Light"/>
                <a:cs typeface="Helvetica Light"/>
              </a:rPr>
              <a:t>huge</a:t>
            </a:r>
            <a:r>
              <a:rPr sz="3100" b="0" spc="-6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3100" b="0" spc="-20" dirty="0">
                <a:solidFill>
                  <a:srgbClr val="000000"/>
                </a:solidFill>
                <a:latin typeface="Helvetica Light"/>
                <a:cs typeface="Helvetica Light"/>
              </a:rPr>
              <a:t>sum!</a:t>
            </a:r>
            <a:endParaRPr sz="3100">
              <a:latin typeface="Helvetica Light"/>
              <a:cs typeface="Helvetica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2008" y="1401180"/>
            <a:ext cx="12522475" cy="88030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88952" y="3816666"/>
            <a:ext cx="1489236" cy="102870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055393" y="2861055"/>
            <a:ext cx="2894330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dirty="0">
                <a:latin typeface="Helvetica Light"/>
                <a:cs typeface="Helvetica Light"/>
              </a:rPr>
              <a:t>it’s</a:t>
            </a:r>
            <a:r>
              <a:rPr sz="3100" spc="-35" dirty="0">
                <a:latin typeface="Helvetica Light"/>
                <a:cs typeface="Helvetica Light"/>
              </a:rPr>
              <a:t> </a:t>
            </a:r>
            <a:r>
              <a:rPr sz="3100" dirty="0">
                <a:latin typeface="Helvetica Light"/>
                <a:cs typeface="Helvetica Light"/>
              </a:rPr>
              <a:t>not</a:t>
            </a:r>
            <a:r>
              <a:rPr sz="3100" spc="-30" dirty="0">
                <a:latin typeface="Helvetica Light"/>
                <a:cs typeface="Helvetica Light"/>
              </a:rPr>
              <a:t> </a:t>
            </a:r>
            <a:r>
              <a:rPr sz="3100" dirty="0">
                <a:latin typeface="Helvetica Light"/>
                <a:cs typeface="Helvetica Light"/>
              </a:rPr>
              <a:t>so</a:t>
            </a:r>
            <a:r>
              <a:rPr sz="3100" spc="-30" dirty="0">
                <a:latin typeface="Helvetica Light"/>
                <a:cs typeface="Helvetica Light"/>
              </a:rPr>
              <a:t> </a:t>
            </a:r>
            <a:r>
              <a:rPr sz="3100" spc="-20" dirty="0">
                <a:latin typeface="Helvetica Light"/>
                <a:cs typeface="Helvetica Light"/>
              </a:rPr>
              <a:t>bad…</a:t>
            </a:r>
            <a:endParaRPr sz="3100">
              <a:latin typeface="Helvetica Light"/>
              <a:cs typeface="Helvetica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24989" y="5479288"/>
            <a:ext cx="6706234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i="1" dirty="0">
                <a:solidFill>
                  <a:srgbClr val="0365C0"/>
                </a:solidFill>
                <a:latin typeface="Helvetica"/>
                <a:cs typeface="Helvetica"/>
              </a:rPr>
              <a:t>how</a:t>
            </a:r>
            <a:r>
              <a:rPr sz="3100" i="1" spc="-4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100" i="1" dirty="0">
                <a:solidFill>
                  <a:srgbClr val="0365C0"/>
                </a:solidFill>
                <a:latin typeface="Helvetica"/>
                <a:cs typeface="Helvetica"/>
              </a:rPr>
              <a:t>many</a:t>
            </a:r>
            <a:r>
              <a:rPr sz="3100" i="1" spc="-4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100" i="1" dirty="0">
                <a:solidFill>
                  <a:srgbClr val="0365C0"/>
                </a:solidFill>
                <a:latin typeface="Helvetica"/>
                <a:cs typeface="Helvetica"/>
              </a:rPr>
              <a:t>u</a:t>
            </a:r>
            <a:r>
              <a:rPr sz="3100" i="1" spc="-4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100" i="1" dirty="0">
                <a:solidFill>
                  <a:srgbClr val="0365C0"/>
                </a:solidFill>
                <a:latin typeface="Helvetica"/>
                <a:cs typeface="Helvetica"/>
              </a:rPr>
              <a:t>terms</a:t>
            </a:r>
            <a:r>
              <a:rPr sz="3100" i="1" spc="-4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100" i="1" dirty="0">
                <a:solidFill>
                  <a:srgbClr val="0365C0"/>
                </a:solidFill>
                <a:latin typeface="Helvetica"/>
                <a:cs typeface="Helvetica"/>
              </a:rPr>
              <a:t>depend</a:t>
            </a:r>
            <a:r>
              <a:rPr sz="3100" i="1" spc="-4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100" i="1" dirty="0">
                <a:solidFill>
                  <a:srgbClr val="0365C0"/>
                </a:solidFill>
                <a:latin typeface="Helvetica"/>
                <a:cs typeface="Helvetica"/>
              </a:rPr>
              <a:t>on</a:t>
            </a:r>
            <a:r>
              <a:rPr sz="3100" i="1" spc="-4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100" i="1" dirty="0">
                <a:solidFill>
                  <a:srgbClr val="0365C0"/>
                </a:solidFill>
                <a:latin typeface="Helvetica"/>
                <a:cs typeface="Helvetica"/>
              </a:rPr>
              <a:t>k</a:t>
            </a:r>
            <a:r>
              <a:rPr sz="3100" i="1" spc="-4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100" i="1" dirty="0">
                <a:solidFill>
                  <a:srgbClr val="0365C0"/>
                </a:solidFill>
                <a:latin typeface="Helvetica"/>
                <a:cs typeface="Helvetica"/>
              </a:rPr>
              <a:t>and</a:t>
            </a:r>
            <a:r>
              <a:rPr sz="3100" i="1" spc="-4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100" i="1" spc="-25" dirty="0">
                <a:solidFill>
                  <a:srgbClr val="0365C0"/>
                </a:solidFill>
                <a:latin typeface="Helvetica"/>
                <a:cs typeface="Helvetica"/>
              </a:rPr>
              <a:t>l?</a:t>
            </a:r>
            <a:endParaRPr sz="31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6758" rIns="0" bIns="0" rtlCol="0">
            <a:spAutoFit/>
          </a:bodyPr>
          <a:lstStyle/>
          <a:p>
            <a:pPr marL="1711325">
              <a:lnSpc>
                <a:spcPct val="100000"/>
              </a:lnSpc>
              <a:spcBef>
                <a:spcPts val="100"/>
              </a:spcBef>
            </a:pPr>
            <a:r>
              <a:rPr sz="3100" b="0" dirty="0">
                <a:solidFill>
                  <a:srgbClr val="000000"/>
                </a:solidFill>
                <a:latin typeface="Helvetica Light"/>
                <a:cs typeface="Helvetica Light"/>
              </a:rPr>
              <a:t>Compute</a:t>
            </a:r>
            <a:r>
              <a:rPr sz="3100" b="0" spc="-6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3100" b="0" dirty="0">
                <a:solidFill>
                  <a:srgbClr val="000000"/>
                </a:solidFill>
                <a:latin typeface="Helvetica Light"/>
                <a:cs typeface="Helvetica Light"/>
              </a:rPr>
              <a:t>the</a:t>
            </a:r>
            <a:r>
              <a:rPr sz="3100" b="0" spc="-6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3100" b="0" dirty="0">
                <a:solidFill>
                  <a:srgbClr val="000000"/>
                </a:solidFill>
                <a:latin typeface="Helvetica Light"/>
                <a:cs typeface="Helvetica Light"/>
              </a:rPr>
              <a:t>partial</a:t>
            </a:r>
            <a:r>
              <a:rPr sz="3100" b="0" spc="-6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3100" b="0" dirty="0">
                <a:solidFill>
                  <a:srgbClr val="000000"/>
                </a:solidFill>
                <a:latin typeface="Helvetica Light"/>
                <a:cs typeface="Helvetica Light"/>
              </a:rPr>
              <a:t>derivatives</a:t>
            </a:r>
            <a:r>
              <a:rPr sz="3100" b="0" spc="-6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3100" b="0" dirty="0">
                <a:solidFill>
                  <a:srgbClr val="000000"/>
                </a:solidFill>
                <a:latin typeface="Helvetica Light"/>
                <a:cs typeface="Helvetica Light"/>
              </a:rPr>
              <a:t>of</a:t>
            </a:r>
            <a:r>
              <a:rPr sz="3100" b="0" spc="-6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3100" b="0" dirty="0">
                <a:solidFill>
                  <a:srgbClr val="000000"/>
                </a:solidFill>
                <a:latin typeface="Helvetica Light"/>
                <a:cs typeface="Helvetica Light"/>
              </a:rPr>
              <a:t>this</a:t>
            </a:r>
            <a:r>
              <a:rPr sz="3100" b="0" spc="-6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3100" b="0" dirty="0">
                <a:solidFill>
                  <a:srgbClr val="000000"/>
                </a:solidFill>
                <a:latin typeface="Helvetica Light"/>
                <a:cs typeface="Helvetica Light"/>
              </a:rPr>
              <a:t>huge</a:t>
            </a:r>
            <a:r>
              <a:rPr sz="3100" b="0" spc="-6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3100" b="0" spc="-20" dirty="0">
                <a:solidFill>
                  <a:srgbClr val="000000"/>
                </a:solidFill>
                <a:latin typeface="Helvetica Light"/>
                <a:cs typeface="Helvetica Light"/>
              </a:rPr>
              <a:t>sum!</a:t>
            </a:r>
            <a:endParaRPr sz="3100">
              <a:latin typeface="Helvetica Light"/>
              <a:cs typeface="Helvetica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2008" y="1401180"/>
            <a:ext cx="12522475" cy="88030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88952" y="3816666"/>
            <a:ext cx="1489236" cy="102870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055393" y="2861055"/>
            <a:ext cx="2894330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dirty="0">
                <a:latin typeface="Helvetica Light"/>
                <a:cs typeface="Helvetica Light"/>
              </a:rPr>
              <a:t>it’s</a:t>
            </a:r>
            <a:r>
              <a:rPr sz="3100" spc="-35" dirty="0">
                <a:latin typeface="Helvetica Light"/>
                <a:cs typeface="Helvetica Light"/>
              </a:rPr>
              <a:t> </a:t>
            </a:r>
            <a:r>
              <a:rPr sz="3100" dirty="0">
                <a:latin typeface="Helvetica Light"/>
                <a:cs typeface="Helvetica Light"/>
              </a:rPr>
              <a:t>not</a:t>
            </a:r>
            <a:r>
              <a:rPr sz="3100" spc="-30" dirty="0">
                <a:latin typeface="Helvetica Light"/>
                <a:cs typeface="Helvetica Light"/>
              </a:rPr>
              <a:t> </a:t>
            </a:r>
            <a:r>
              <a:rPr sz="3100" dirty="0">
                <a:latin typeface="Helvetica Light"/>
                <a:cs typeface="Helvetica Light"/>
              </a:rPr>
              <a:t>so</a:t>
            </a:r>
            <a:r>
              <a:rPr sz="3100" spc="-30" dirty="0">
                <a:latin typeface="Helvetica Light"/>
                <a:cs typeface="Helvetica Light"/>
              </a:rPr>
              <a:t> </a:t>
            </a:r>
            <a:r>
              <a:rPr sz="3100" spc="-20" dirty="0">
                <a:latin typeface="Helvetica Light"/>
                <a:cs typeface="Helvetica Light"/>
              </a:rPr>
              <a:t>bad…</a:t>
            </a:r>
            <a:endParaRPr sz="3100">
              <a:latin typeface="Helvetica Light"/>
              <a:cs typeface="Helvetica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24989" y="5479288"/>
            <a:ext cx="6786245" cy="1012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i="1" dirty="0">
                <a:solidFill>
                  <a:srgbClr val="0365C0"/>
                </a:solidFill>
                <a:latin typeface="Helvetica"/>
                <a:cs typeface="Helvetica"/>
              </a:rPr>
              <a:t>how</a:t>
            </a:r>
            <a:r>
              <a:rPr sz="3100" i="1" spc="-4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100" i="1" dirty="0">
                <a:solidFill>
                  <a:srgbClr val="0365C0"/>
                </a:solidFill>
                <a:latin typeface="Helvetica"/>
                <a:cs typeface="Helvetica"/>
              </a:rPr>
              <a:t>many</a:t>
            </a:r>
            <a:r>
              <a:rPr sz="3100" i="1" spc="-4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100" i="1" dirty="0">
                <a:solidFill>
                  <a:srgbClr val="0365C0"/>
                </a:solidFill>
                <a:latin typeface="Helvetica"/>
                <a:cs typeface="Helvetica"/>
              </a:rPr>
              <a:t>u</a:t>
            </a:r>
            <a:r>
              <a:rPr sz="3100" i="1" spc="-4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100" i="1" dirty="0">
                <a:solidFill>
                  <a:srgbClr val="0365C0"/>
                </a:solidFill>
                <a:latin typeface="Helvetica"/>
                <a:cs typeface="Helvetica"/>
              </a:rPr>
              <a:t>terms</a:t>
            </a:r>
            <a:r>
              <a:rPr sz="3100" i="1" spc="-4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100" i="1" dirty="0">
                <a:solidFill>
                  <a:srgbClr val="0365C0"/>
                </a:solidFill>
                <a:latin typeface="Helvetica"/>
                <a:cs typeface="Helvetica"/>
              </a:rPr>
              <a:t>depend</a:t>
            </a:r>
            <a:r>
              <a:rPr sz="3100" i="1" spc="-4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100" i="1" dirty="0">
                <a:solidFill>
                  <a:srgbClr val="0365C0"/>
                </a:solidFill>
                <a:latin typeface="Helvetica"/>
                <a:cs typeface="Helvetica"/>
              </a:rPr>
              <a:t>on</a:t>
            </a:r>
            <a:r>
              <a:rPr sz="3100" i="1" spc="-4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100" i="1" dirty="0">
                <a:solidFill>
                  <a:srgbClr val="0365C0"/>
                </a:solidFill>
                <a:latin typeface="Helvetica"/>
                <a:cs typeface="Helvetica"/>
              </a:rPr>
              <a:t>k</a:t>
            </a:r>
            <a:r>
              <a:rPr sz="3100" i="1" spc="-4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100" i="1" dirty="0">
                <a:solidFill>
                  <a:srgbClr val="0365C0"/>
                </a:solidFill>
                <a:latin typeface="Helvetica"/>
                <a:cs typeface="Helvetica"/>
              </a:rPr>
              <a:t>and</a:t>
            </a:r>
            <a:r>
              <a:rPr sz="3100" i="1" spc="-4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100" i="1" spc="-25" dirty="0">
                <a:solidFill>
                  <a:srgbClr val="0365C0"/>
                </a:solidFill>
                <a:latin typeface="Helvetica"/>
                <a:cs typeface="Helvetica"/>
              </a:rPr>
              <a:t>l?</a:t>
            </a:r>
            <a:endParaRPr sz="3100">
              <a:latin typeface="Helvetica"/>
              <a:cs typeface="Helvetica"/>
            </a:endParaRPr>
          </a:p>
          <a:p>
            <a:pPr marL="437515">
              <a:lnSpc>
                <a:spcPct val="100000"/>
              </a:lnSpc>
              <a:spcBef>
                <a:spcPts val="2370"/>
              </a:spcBef>
              <a:tabLst>
                <a:tab pos="4231005" algn="l"/>
              </a:tabLst>
            </a:pPr>
            <a:r>
              <a:rPr sz="1400" b="1" dirty="0">
                <a:solidFill>
                  <a:srgbClr val="00882B"/>
                </a:solidFill>
                <a:latin typeface="Helvetica"/>
                <a:cs typeface="Helvetica"/>
              </a:rPr>
              <a:t>FOUR</a:t>
            </a:r>
            <a:r>
              <a:rPr sz="1400" b="1" spc="-35" dirty="0">
                <a:solidFill>
                  <a:srgbClr val="00882B"/>
                </a:solidFill>
                <a:latin typeface="Helvetica"/>
                <a:cs typeface="Helvetica"/>
              </a:rPr>
              <a:t> </a:t>
            </a:r>
            <a:r>
              <a:rPr sz="1400" dirty="0">
                <a:solidFill>
                  <a:srgbClr val="00882B"/>
                </a:solidFill>
                <a:latin typeface="Helvetica Light"/>
                <a:cs typeface="Helvetica Light"/>
              </a:rPr>
              <a:t>from</a:t>
            </a:r>
            <a:r>
              <a:rPr sz="1400" spc="-35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1400" spc="-10" dirty="0">
                <a:solidFill>
                  <a:srgbClr val="00882B"/>
                </a:solidFill>
                <a:latin typeface="Helvetica Light"/>
                <a:cs typeface="Helvetica Light"/>
              </a:rPr>
              <a:t>smoothness</a:t>
            </a:r>
            <a:r>
              <a:rPr sz="1400" dirty="0">
                <a:solidFill>
                  <a:srgbClr val="00882B"/>
                </a:solidFill>
                <a:latin typeface="Helvetica Light"/>
                <a:cs typeface="Helvetica Light"/>
              </a:rPr>
              <a:t>	</a:t>
            </a:r>
            <a:r>
              <a:rPr sz="1400" b="1" dirty="0">
                <a:solidFill>
                  <a:srgbClr val="00882B"/>
                </a:solidFill>
                <a:latin typeface="Helvetica"/>
                <a:cs typeface="Helvetica"/>
              </a:rPr>
              <a:t>ONE</a:t>
            </a:r>
            <a:r>
              <a:rPr sz="1400" b="1" spc="-30" dirty="0">
                <a:solidFill>
                  <a:srgbClr val="00882B"/>
                </a:solidFill>
                <a:latin typeface="Helvetica"/>
                <a:cs typeface="Helvetica"/>
              </a:rPr>
              <a:t> </a:t>
            </a:r>
            <a:r>
              <a:rPr sz="1400" dirty="0">
                <a:solidFill>
                  <a:srgbClr val="00882B"/>
                </a:solidFill>
                <a:latin typeface="Helvetica Light"/>
                <a:cs typeface="Helvetica Light"/>
              </a:rPr>
              <a:t>from</a:t>
            </a:r>
            <a:r>
              <a:rPr sz="1400" spc="-35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1400" dirty="0">
                <a:solidFill>
                  <a:srgbClr val="00882B"/>
                </a:solidFill>
                <a:latin typeface="Helvetica Light"/>
                <a:cs typeface="Helvetica Light"/>
              </a:rPr>
              <a:t>brightness</a:t>
            </a:r>
            <a:r>
              <a:rPr sz="1400" spc="-30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1400" spc="-10" dirty="0">
                <a:solidFill>
                  <a:srgbClr val="00882B"/>
                </a:solidFill>
                <a:latin typeface="Helvetica Light"/>
                <a:cs typeface="Helvetica Light"/>
              </a:rPr>
              <a:t>constancy</a:t>
            </a:r>
            <a:endParaRPr sz="1400">
              <a:latin typeface="Helvetica Light"/>
              <a:cs typeface="Helvetica Light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6758" rIns="0" bIns="0" rtlCol="0">
            <a:spAutoFit/>
          </a:bodyPr>
          <a:lstStyle/>
          <a:p>
            <a:pPr marL="1711325">
              <a:lnSpc>
                <a:spcPct val="100000"/>
              </a:lnSpc>
              <a:spcBef>
                <a:spcPts val="100"/>
              </a:spcBef>
            </a:pPr>
            <a:r>
              <a:rPr sz="3100" b="0" dirty="0">
                <a:solidFill>
                  <a:srgbClr val="000000"/>
                </a:solidFill>
                <a:latin typeface="Helvetica Light"/>
                <a:cs typeface="Helvetica Light"/>
              </a:rPr>
              <a:t>Compute</a:t>
            </a:r>
            <a:r>
              <a:rPr sz="3100" b="0" spc="-6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3100" b="0" dirty="0">
                <a:solidFill>
                  <a:srgbClr val="000000"/>
                </a:solidFill>
                <a:latin typeface="Helvetica Light"/>
                <a:cs typeface="Helvetica Light"/>
              </a:rPr>
              <a:t>the</a:t>
            </a:r>
            <a:r>
              <a:rPr sz="3100" b="0" spc="-6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3100" b="0" dirty="0">
                <a:solidFill>
                  <a:srgbClr val="000000"/>
                </a:solidFill>
                <a:latin typeface="Helvetica Light"/>
                <a:cs typeface="Helvetica Light"/>
              </a:rPr>
              <a:t>partial</a:t>
            </a:r>
            <a:r>
              <a:rPr sz="3100" b="0" spc="-6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3100" b="0" dirty="0">
                <a:solidFill>
                  <a:srgbClr val="000000"/>
                </a:solidFill>
                <a:latin typeface="Helvetica Light"/>
                <a:cs typeface="Helvetica Light"/>
              </a:rPr>
              <a:t>derivatives</a:t>
            </a:r>
            <a:r>
              <a:rPr sz="3100" b="0" spc="-6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3100" b="0" dirty="0">
                <a:solidFill>
                  <a:srgbClr val="000000"/>
                </a:solidFill>
                <a:latin typeface="Helvetica Light"/>
                <a:cs typeface="Helvetica Light"/>
              </a:rPr>
              <a:t>of</a:t>
            </a:r>
            <a:r>
              <a:rPr sz="3100" b="0" spc="-6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3100" b="0" dirty="0">
                <a:solidFill>
                  <a:srgbClr val="000000"/>
                </a:solidFill>
                <a:latin typeface="Helvetica Light"/>
                <a:cs typeface="Helvetica Light"/>
              </a:rPr>
              <a:t>this</a:t>
            </a:r>
            <a:r>
              <a:rPr sz="3100" b="0" spc="-6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3100" b="0" dirty="0">
                <a:solidFill>
                  <a:srgbClr val="000000"/>
                </a:solidFill>
                <a:latin typeface="Helvetica Light"/>
                <a:cs typeface="Helvetica Light"/>
              </a:rPr>
              <a:t>huge</a:t>
            </a:r>
            <a:r>
              <a:rPr sz="3100" b="0" spc="-6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3100" b="0" spc="-20" dirty="0">
                <a:solidFill>
                  <a:srgbClr val="000000"/>
                </a:solidFill>
                <a:latin typeface="Helvetica Light"/>
                <a:cs typeface="Helvetica Light"/>
              </a:rPr>
              <a:t>sum!</a:t>
            </a:r>
            <a:endParaRPr sz="3100">
              <a:latin typeface="Helvetica Light"/>
              <a:cs typeface="Helvetica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2008" y="1401180"/>
            <a:ext cx="12522475" cy="88030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88952" y="3816666"/>
            <a:ext cx="9156700" cy="102870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055393" y="2861055"/>
            <a:ext cx="2894330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dirty="0">
                <a:latin typeface="Helvetica Light"/>
                <a:cs typeface="Helvetica Light"/>
              </a:rPr>
              <a:t>it’s</a:t>
            </a:r>
            <a:r>
              <a:rPr sz="3100" spc="-35" dirty="0">
                <a:latin typeface="Helvetica Light"/>
                <a:cs typeface="Helvetica Light"/>
              </a:rPr>
              <a:t> </a:t>
            </a:r>
            <a:r>
              <a:rPr sz="3100" dirty="0">
                <a:latin typeface="Helvetica Light"/>
                <a:cs typeface="Helvetica Light"/>
              </a:rPr>
              <a:t>not</a:t>
            </a:r>
            <a:r>
              <a:rPr sz="3100" spc="-30" dirty="0">
                <a:latin typeface="Helvetica Light"/>
                <a:cs typeface="Helvetica Light"/>
              </a:rPr>
              <a:t> </a:t>
            </a:r>
            <a:r>
              <a:rPr sz="3100" dirty="0">
                <a:latin typeface="Helvetica Light"/>
                <a:cs typeface="Helvetica Light"/>
              </a:rPr>
              <a:t>so</a:t>
            </a:r>
            <a:r>
              <a:rPr sz="3100" spc="-30" dirty="0">
                <a:latin typeface="Helvetica Light"/>
                <a:cs typeface="Helvetica Light"/>
              </a:rPr>
              <a:t> </a:t>
            </a:r>
            <a:r>
              <a:rPr sz="3100" spc="-20" dirty="0">
                <a:latin typeface="Helvetica Light"/>
                <a:cs typeface="Helvetica Light"/>
              </a:rPr>
              <a:t>bad…</a:t>
            </a:r>
            <a:endParaRPr sz="3100">
              <a:latin typeface="Helvetica Light"/>
              <a:cs typeface="Helvetica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24989" y="5479288"/>
            <a:ext cx="6786245" cy="1012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i="1" dirty="0">
                <a:solidFill>
                  <a:srgbClr val="0365C0"/>
                </a:solidFill>
                <a:latin typeface="Helvetica"/>
                <a:cs typeface="Helvetica"/>
              </a:rPr>
              <a:t>how</a:t>
            </a:r>
            <a:r>
              <a:rPr sz="3100" i="1" spc="-4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100" i="1" dirty="0">
                <a:solidFill>
                  <a:srgbClr val="0365C0"/>
                </a:solidFill>
                <a:latin typeface="Helvetica"/>
                <a:cs typeface="Helvetica"/>
              </a:rPr>
              <a:t>many</a:t>
            </a:r>
            <a:r>
              <a:rPr sz="3100" i="1" spc="-4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100" i="1" dirty="0">
                <a:solidFill>
                  <a:srgbClr val="0365C0"/>
                </a:solidFill>
                <a:latin typeface="Helvetica"/>
                <a:cs typeface="Helvetica"/>
              </a:rPr>
              <a:t>u</a:t>
            </a:r>
            <a:r>
              <a:rPr sz="3100" i="1" spc="-4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100" i="1" dirty="0">
                <a:solidFill>
                  <a:srgbClr val="0365C0"/>
                </a:solidFill>
                <a:latin typeface="Helvetica"/>
                <a:cs typeface="Helvetica"/>
              </a:rPr>
              <a:t>terms</a:t>
            </a:r>
            <a:r>
              <a:rPr sz="3100" i="1" spc="-4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100" i="1" dirty="0">
                <a:solidFill>
                  <a:srgbClr val="0365C0"/>
                </a:solidFill>
                <a:latin typeface="Helvetica"/>
                <a:cs typeface="Helvetica"/>
              </a:rPr>
              <a:t>depend</a:t>
            </a:r>
            <a:r>
              <a:rPr sz="3100" i="1" spc="-4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100" i="1" dirty="0">
                <a:solidFill>
                  <a:srgbClr val="0365C0"/>
                </a:solidFill>
                <a:latin typeface="Helvetica"/>
                <a:cs typeface="Helvetica"/>
              </a:rPr>
              <a:t>on</a:t>
            </a:r>
            <a:r>
              <a:rPr sz="3100" i="1" spc="-4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100" i="1" dirty="0">
                <a:solidFill>
                  <a:srgbClr val="0365C0"/>
                </a:solidFill>
                <a:latin typeface="Helvetica"/>
                <a:cs typeface="Helvetica"/>
              </a:rPr>
              <a:t>k</a:t>
            </a:r>
            <a:r>
              <a:rPr sz="3100" i="1" spc="-4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100" i="1" dirty="0">
                <a:solidFill>
                  <a:srgbClr val="0365C0"/>
                </a:solidFill>
                <a:latin typeface="Helvetica"/>
                <a:cs typeface="Helvetica"/>
              </a:rPr>
              <a:t>and</a:t>
            </a:r>
            <a:r>
              <a:rPr sz="3100" i="1" spc="-4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100" i="1" spc="-25" dirty="0">
                <a:solidFill>
                  <a:srgbClr val="0365C0"/>
                </a:solidFill>
                <a:latin typeface="Helvetica"/>
                <a:cs typeface="Helvetica"/>
              </a:rPr>
              <a:t>l?</a:t>
            </a:r>
            <a:endParaRPr sz="3100">
              <a:latin typeface="Helvetica"/>
              <a:cs typeface="Helvetica"/>
            </a:endParaRPr>
          </a:p>
          <a:p>
            <a:pPr marL="437515">
              <a:lnSpc>
                <a:spcPct val="100000"/>
              </a:lnSpc>
              <a:spcBef>
                <a:spcPts val="2370"/>
              </a:spcBef>
              <a:tabLst>
                <a:tab pos="4231005" algn="l"/>
              </a:tabLst>
            </a:pPr>
            <a:r>
              <a:rPr sz="1400" b="1" dirty="0">
                <a:solidFill>
                  <a:srgbClr val="00882B"/>
                </a:solidFill>
                <a:latin typeface="Helvetica"/>
                <a:cs typeface="Helvetica"/>
              </a:rPr>
              <a:t>FOUR</a:t>
            </a:r>
            <a:r>
              <a:rPr sz="1400" b="1" spc="-35" dirty="0">
                <a:solidFill>
                  <a:srgbClr val="00882B"/>
                </a:solidFill>
                <a:latin typeface="Helvetica"/>
                <a:cs typeface="Helvetica"/>
              </a:rPr>
              <a:t> </a:t>
            </a:r>
            <a:r>
              <a:rPr sz="1400" dirty="0">
                <a:solidFill>
                  <a:srgbClr val="00882B"/>
                </a:solidFill>
                <a:latin typeface="Helvetica Light"/>
                <a:cs typeface="Helvetica Light"/>
              </a:rPr>
              <a:t>from</a:t>
            </a:r>
            <a:r>
              <a:rPr sz="1400" spc="-35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1400" spc="-10" dirty="0">
                <a:solidFill>
                  <a:srgbClr val="00882B"/>
                </a:solidFill>
                <a:latin typeface="Helvetica Light"/>
                <a:cs typeface="Helvetica Light"/>
              </a:rPr>
              <a:t>smoothness</a:t>
            </a:r>
            <a:r>
              <a:rPr sz="1400" dirty="0">
                <a:solidFill>
                  <a:srgbClr val="00882B"/>
                </a:solidFill>
                <a:latin typeface="Helvetica Light"/>
                <a:cs typeface="Helvetica Light"/>
              </a:rPr>
              <a:t>	</a:t>
            </a:r>
            <a:r>
              <a:rPr sz="1400" b="1" dirty="0">
                <a:solidFill>
                  <a:srgbClr val="00882B"/>
                </a:solidFill>
                <a:latin typeface="Helvetica"/>
                <a:cs typeface="Helvetica"/>
              </a:rPr>
              <a:t>ONE</a:t>
            </a:r>
            <a:r>
              <a:rPr sz="1400" b="1" spc="-30" dirty="0">
                <a:solidFill>
                  <a:srgbClr val="00882B"/>
                </a:solidFill>
                <a:latin typeface="Helvetica"/>
                <a:cs typeface="Helvetica"/>
              </a:rPr>
              <a:t> </a:t>
            </a:r>
            <a:r>
              <a:rPr sz="1400" dirty="0">
                <a:solidFill>
                  <a:srgbClr val="00882B"/>
                </a:solidFill>
                <a:latin typeface="Helvetica Light"/>
                <a:cs typeface="Helvetica Light"/>
              </a:rPr>
              <a:t>from</a:t>
            </a:r>
            <a:r>
              <a:rPr sz="1400" spc="-35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1400" dirty="0">
                <a:solidFill>
                  <a:srgbClr val="00882B"/>
                </a:solidFill>
                <a:latin typeface="Helvetica Light"/>
                <a:cs typeface="Helvetica Light"/>
              </a:rPr>
              <a:t>brightness</a:t>
            </a:r>
            <a:r>
              <a:rPr sz="1400" spc="-30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1400" spc="-10" dirty="0">
                <a:solidFill>
                  <a:srgbClr val="00882B"/>
                </a:solidFill>
                <a:latin typeface="Helvetica Light"/>
                <a:cs typeface="Helvetica Light"/>
              </a:rPr>
              <a:t>constancy</a:t>
            </a:r>
            <a:endParaRPr sz="1400">
              <a:latin typeface="Helvetica Light"/>
              <a:cs typeface="Helvetica Light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6758" rIns="0" bIns="0" rtlCol="0">
            <a:spAutoFit/>
          </a:bodyPr>
          <a:lstStyle/>
          <a:p>
            <a:pPr marL="1711325">
              <a:lnSpc>
                <a:spcPct val="100000"/>
              </a:lnSpc>
              <a:spcBef>
                <a:spcPts val="100"/>
              </a:spcBef>
            </a:pPr>
            <a:r>
              <a:rPr sz="3100" b="0" dirty="0">
                <a:solidFill>
                  <a:srgbClr val="000000"/>
                </a:solidFill>
                <a:latin typeface="Helvetica Light"/>
                <a:cs typeface="Helvetica Light"/>
              </a:rPr>
              <a:t>Compute</a:t>
            </a:r>
            <a:r>
              <a:rPr sz="3100" b="0" spc="-6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3100" b="0" dirty="0">
                <a:solidFill>
                  <a:srgbClr val="000000"/>
                </a:solidFill>
                <a:latin typeface="Helvetica Light"/>
                <a:cs typeface="Helvetica Light"/>
              </a:rPr>
              <a:t>the</a:t>
            </a:r>
            <a:r>
              <a:rPr sz="3100" b="0" spc="-6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3100" b="0" dirty="0">
                <a:solidFill>
                  <a:srgbClr val="000000"/>
                </a:solidFill>
                <a:latin typeface="Helvetica Light"/>
                <a:cs typeface="Helvetica Light"/>
              </a:rPr>
              <a:t>partial</a:t>
            </a:r>
            <a:r>
              <a:rPr sz="3100" b="0" spc="-6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3100" b="0" dirty="0">
                <a:solidFill>
                  <a:srgbClr val="000000"/>
                </a:solidFill>
                <a:latin typeface="Helvetica Light"/>
                <a:cs typeface="Helvetica Light"/>
              </a:rPr>
              <a:t>derivatives</a:t>
            </a:r>
            <a:r>
              <a:rPr sz="3100" b="0" spc="-6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3100" b="0" dirty="0">
                <a:solidFill>
                  <a:srgbClr val="000000"/>
                </a:solidFill>
                <a:latin typeface="Helvetica Light"/>
                <a:cs typeface="Helvetica Light"/>
              </a:rPr>
              <a:t>of</a:t>
            </a:r>
            <a:r>
              <a:rPr sz="3100" b="0" spc="-6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3100" b="0" dirty="0">
                <a:solidFill>
                  <a:srgbClr val="000000"/>
                </a:solidFill>
                <a:latin typeface="Helvetica Light"/>
                <a:cs typeface="Helvetica Light"/>
              </a:rPr>
              <a:t>this</a:t>
            </a:r>
            <a:r>
              <a:rPr sz="3100" b="0" spc="-6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3100" b="0" dirty="0">
                <a:solidFill>
                  <a:srgbClr val="000000"/>
                </a:solidFill>
                <a:latin typeface="Helvetica Light"/>
                <a:cs typeface="Helvetica Light"/>
              </a:rPr>
              <a:t>huge</a:t>
            </a:r>
            <a:r>
              <a:rPr sz="3100" b="0" spc="-6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3100" b="0" spc="-20" dirty="0">
                <a:solidFill>
                  <a:srgbClr val="000000"/>
                </a:solidFill>
                <a:latin typeface="Helvetica Light"/>
                <a:cs typeface="Helvetica Light"/>
              </a:rPr>
              <a:t>sum!</a:t>
            </a:r>
            <a:endParaRPr sz="3100">
              <a:latin typeface="Helvetica Light"/>
              <a:cs typeface="Helvetica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2008" y="1401180"/>
            <a:ext cx="12522475" cy="880302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111580" y="3119605"/>
            <a:ext cx="1880235" cy="1695450"/>
            <a:chOff x="8111580" y="3119605"/>
            <a:chExt cx="1880235" cy="1695450"/>
          </a:xfrm>
        </p:grpSpPr>
        <p:sp>
          <p:nvSpPr>
            <p:cNvPr id="5" name="object 5"/>
            <p:cNvSpPr/>
            <p:nvPr/>
          </p:nvSpPr>
          <p:spPr>
            <a:xfrm>
              <a:off x="8324736" y="3119614"/>
              <a:ext cx="893444" cy="1695450"/>
            </a:xfrm>
            <a:custGeom>
              <a:avLst/>
              <a:gdLst/>
              <a:ahLst/>
              <a:cxnLst/>
              <a:rect l="l" t="t" r="r" b="b"/>
              <a:pathLst>
                <a:path w="893445" h="1695450">
                  <a:moveTo>
                    <a:pt x="76200" y="849884"/>
                  </a:moveTo>
                  <a:lnTo>
                    <a:pt x="52933" y="814781"/>
                  </a:lnTo>
                  <a:lnTo>
                    <a:pt x="38100" y="811784"/>
                  </a:lnTo>
                  <a:lnTo>
                    <a:pt x="23266" y="814781"/>
                  </a:lnTo>
                  <a:lnTo>
                    <a:pt x="11150" y="822947"/>
                  </a:lnTo>
                  <a:lnTo>
                    <a:pt x="2997" y="835050"/>
                  </a:lnTo>
                  <a:lnTo>
                    <a:pt x="0" y="849884"/>
                  </a:lnTo>
                  <a:lnTo>
                    <a:pt x="2997" y="864717"/>
                  </a:lnTo>
                  <a:lnTo>
                    <a:pt x="11150" y="876820"/>
                  </a:lnTo>
                  <a:lnTo>
                    <a:pt x="23266" y="884986"/>
                  </a:lnTo>
                  <a:lnTo>
                    <a:pt x="38100" y="887984"/>
                  </a:lnTo>
                  <a:lnTo>
                    <a:pt x="52933" y="884986"/>
                  </a:lnTo>
                  <a:lnTo>
                    <a:pt x="65036" y="876820"/>
                  </a:lnTo>
                  <a:lnTo>
                    <a:pt x="73202" y="864717"/>
                  </a:lnTo>
                  <a:lnTo>
                    <a:pt x="73634" y="862584"/>
                  </a:lnTo>
                  <a:lnTo>
                    <a:pt x="76200" y="849884"/>
                  </a:lnTo>
                  <a:close/>
                </a:path>
                <a:path w="893445" h="1695450">
                  <a:moveTo>
                    <a:pt x="114300" y="837184"/>
                  </a:moveTo>
                  <a:lnTo>
                    <a:pt x="88900" y="837184"/>
                  </a:lnTo>
                  <a:lnTo>
                    <a:pt x="88900" y="862584"/>
                  </a:lnTo>
                  <a:lnTo>
                    <a:pt x="114300" y="862584"/>
                  </a:lnTo>
                  <a:lnTo>
                    <a:pt x="114300" y="837184"/>
                  </a:lnTo>
                  <a:close/>
                </a:path>
                <a:path w="893445" h="1695450">
                  <a:moveTo>
                    <a:pt x="165100" y="837184"/>
                  </a:moveTo>
                  <a:lnTo>
                    <a:pt x="139700" y="837184"/>
                  </a:lnTo>
                  <a:lnTo>
                    <a:pt x="139700" y="862584"/>
                  </a:lnTo>
                  <a:lnTo>
                    <a:pt x="165100" y="862584"/>
                  </a:lnTo>
                  <a:lnTo>
                    <a:pt x="165100" y="837184"/>
                  </a:lnTo>
                  <a:close/>
                </a:path>
                <a:path w="893445" h="1695450">
                  <a:moveTo>
                    <a:pt x="215900" y="837184"/>
                  </a:moveTo>
                  <a:lnTo>
                    <a:pt x="190500" y="837184"/>
                  </a:lnTo>
                  <a:lnTo>
                    <a:pt x="190500" y="862584"/>
                  </a:lnTo>
                  <a:lnTo>
                    <a:pt x="215900" y="862584"/>
                  </a:lnTo>
                  <a:lnTo>
                    <a:pt x="215900" y="837184"/>
                  </a:lnTo>
                  <a:close/>
                </a:path>
                <a:path w="893445" h="1695450">
                  <a:moveTo>
                    <a:pt x="266700" y="837184"/>
                  </a:moveTo>
                  <a:lnTo>
                    <a:pt x="241300" y="837184"/>
                  </a:lnTo>
                  <a:lnTo>
                    <a:pt x="241300" y="862584"/>
                  </a:lnTo>
                  <a:lnTo>
                    <a:pt x="266700" y="862584"/>
                  </a:lnTo>
                  <a:lnTo>
                    <a:pt x="266700" y="837184"/>
                  </a:lnTo>
                  <a:close/>
                </a:path>
                <a:path w="893445" h="1695450">
                  <a:moveTo>
                    <a:pt x="317500" y="837184"/>
                  </a:moveTo>
                  <a:lnTo>
                    <a:pt x="292100" y="837184"/>
                  </a:lnTo>
                  <a:lnTo>
                    <a:pt x="292100" y="862584"/>
                  </a:lnTo>
                  <a:lnTo>
                    <a:pt x="317500" y="862584"/>
                  </a:lnTo>
                  <a:lnTo>
                    <a:pt x="317500" y="837184"/>
                  </a:lnTo>
                  <a:close/>
                </a:path>
                <a:path w="893445" h="1695450">
                  <a:moveTo>
                    <a:pt x="368300" y="837184"/>
                  </a:moveTo>
                  <a:lnTo>
                    <a:pt x="342900" y="837184"/>
                  </a:lnTo>
                  <a:lnTo>
                    <a:pt x="342900" y="862584"/>
                  </a:lnTo>
                  <a:lnTo>
                    <a:pt x="368300" y="862584"/>
                  </a:lnTo>
                  <a:lnTo>
                    <a:pt x="368300" y="837184"/>
                  </a:lnTo>
                  <a:close/>
                </a:path>
                <a:path w="893445" h="1695450">
                  <a:moveTo>
                    <a:pt x="419100" y="837184"/>
                  </a:moveTo>
                  <a:lnTo>
                    <a:pt x="393700" y="837184"/>
                  </a:lnTo>
                  <a:lnTo>
                    <a:pt x="393700" y="862584"/>
                  </a:lnTo>
                  <a:lnTo>
                    <a:pt x="419100" y="862584"/>
                  </a:lnTo>
                  <a:lnTo>
                    <a:pt x="419100" y="837184"/>
                  </a:lnTo>
                  <a:close/>
                </a:path>
                <a:path w="893445" h="1695450">
                  <a:moveTo>
                    <a:pt x="469900" y="837184"/>
                  </a:moveTo>
                  <a:lnTo>
                    <a:pt x="444500" y="837184"/>
                  </a:lnTo>
                  <a:lnTo>
                    <a:pt x="444500" y="862584"/>
                  </a:lnTo>
                  <a:lnTo>
                    <a:pt x="469900" y="862584"/>
                  </a:lnTo>
                  <a:lnTo>
                    <a:pt x="469900" y="837184"/>
                  </a:lnTo>
                  <a:close/>
                </a:path>
                <a:path w="893445" h="1695450">
                  <a:moveTo>
                    <a:pt x="520700" y="837184"/>
                  </a:moveTo>
                  <a:lnTo>
                    <a:pt x="495300" y="837184"/>
                  </a:lnTo>
                  <a:lnTo>
                    <a:pt x="495300" y="862584"/>
                  </a:lnTo>
                  <a:lnTo>
                    <a:pt x="520700" y="862584"/>
                  </a:lnTo>
                  <a:lnTo>
                    <a:pt x="520700" y="837184"/>
                  </a:lnTo>
                  <a:close/>
                </a:path>
                <a:path w="893445" h="1695450">
                  <a:moveTo>
                    <a:pt x="571500" y="837184"/>
                  </a:moveTo>
                  <a:lnTo>
                    <a:pt x="546100" y="837184"/>
                  </a:lnTo>
                  <a:lnTo>
                    <a:pt x="546100" y="862584"/>
                  </a:lnTo>
                  <a:lnTo>
                    <a:pt x="571500" y="862584"/>
                  </a:lnTo>
                  <a:lnTo>
                    <a:pt x="571500" y="837184"/>
                  </a:lnTo>
                  <a:close/>
                </a:path>
                <a:path w="893445" h="1695450">
                  <a:moveTo>
                    <a:pt x="622300" y="837184"/>
                  </a:moveTo>
                  <a:lnTo>
                    <a:pt x="596900" y="837184"/>
                  </a:lnTo>
                  <a:lnTo>
                    <a:pt x="596900" y="862584"/>
                  </a:lnTo>
                  <a:lnTo>
                    <a:pt x="622300" y="862584"/>
                  </a:lnTo>
                  <a:lnTo>
                    <a:pt x="622300" y="837184"/>
                  </a:lnTo>
                  <a:close/>
                </a:path>
                <a:path w="893445" h="1695450">
                  <a:moveTo>
                    <a:pt x="673100" y="837184"/>
                  </a:moveTo>
                  <a:lnTo>
                    <a:pt x="647700" y="837184"/>
                  </a:lnTo>
                  <a:lnTo>
                    <a:pt x="647700" y="862584"/>
                  </a:lnTo>
                  <a:lnTo>
                    <a:pt x="673100" y="862584"/>
                  </a:lnTo>
                  <a:lnTo>
                    <a:pt x="673100" y="837184"/>
                  </a:lnTo>
                  <a:close/>
                </a:path>
                <a:path w="893445" h="1695450">
                  <a:moveTo>
                    <a:pt x="723900" y="837184"/>
                  </a:moveTo>
                  <a:lnTo>
                    <a:pt x="698500" y="837184"/>
                  </a:lnTo>
                  <a:lnTo>
                    <a:pt x="698500" y="862584"/>
                  </a:lnTo>
                  <a:lnTo>
                    <a:pt x="723900" y="862584"/>
                  </a:lnTo>
                  <a:lnTo>
                    <a:pt x="723900" y="837184"/>
                  </a:lnTo>
                  <a:close/>
                </a:path>
                <a:path w="893445" h="1695450">
                  <a:moveTo>
                    <a:pt x="774700" y="837184"/>
                  </a:moveTo>
                  <a:lnTo>
                    <a:pt x="749300" y="837184"/>
                  </a:lnTo>
                  <a:lnTo>
                    <a:pt x="749300" y="862584"/>
                  </a:lnTo>
                  <a:lnTo>
                    <a:pt x="774700" y="862584"/>
                  </a:lnTo>
                  <a:lnTo>
                    <a:pt x="774700" y="837184"/>
                  </a:lnTo>
                  <a:close/>
                </a:path>
                <a:path w="893445" h="1695450">
                  <a:moveTo>
                    <a:pt x="856957" y="1580667"/>
                  </a:moveTo>
                  <a:lnTo>
                    <a:pt x="831557" y="1580667"/>
                  </a:lnTo>
                  <a:lnTo>
                    <a:pt x="831557" y="1606067"/>
                  </a:lnTo>
                  <a:lnTo>
                    <a:pt x="856957" y="1606067"/>
                  </a:lnTo>
                  <a:lnTo>
                    <a:pt x="856957" y="1580667"/>
                  </a:lnTo>
                  <a:close/>
                </a:path>
                <a:path w="893445" h="1695450">
                  <a:moveTo>
                    <a:pt x="856957" y="1529867"/>
                  </a:moveTo>
                  <a:lnTo>
                    <a:pt x="831557" y="1529867"/>
                  </a:lnTo>
                  <a:lnTo>
                    <a:pt x="831557" y="1555267"/>
                  </a:lnTo>
                  <a:lnTo>
                    <a:pt x="856957" y="1555267"/>
                  </a:lnTo>
                  <a:lnTo>
                    <a:pt x="856957" y="1529867"/>
                  </a:lnTo>
                  <a:close/>
                </a:path>
                <a:path w="893445" h="1695450">
                  <a:moveTo>
                    <a:pt x="856957" y="1479067"/>
                  </a:moveTo>
                  <a:lnTo>
                    <a:pt x="831557" y="1479067"/>
                  </a:lnTo>
                  <a:lnTo>
                    <a:pt x="831557" y="1504467"/>
                  </a:lnTo>
                  <a:lnTo>
                    <a:pt x="856957" y="1504467"/>
                  </a:lnTo>
                  <a:lnTo>
                    <a:pt x="856957" y="1479067"/>
                  </a:lnTo>
                  <a:close/>
                </a:path>
                <a:path w="893445" h="1695450">
                  <a:moveTo>
                    <a:pt x="856957" y="1428267"/>
                  </a:moveTo>
                  <a:lnTo>
                    <a:pt x="831557" y="1428267"/>
                  </a:lnTo>
                  <a:lnTo>
                    <a:pt x="831557" y="1453667"/>
                  </a:lnTo>
                  <a:lnTo>
                    <a:pt x="856957" y="1453667"/>
                  </a:lnTo>
                  <a:lnTo>
                    <a:pt x="856957" y="1428267"/>
                  </a:lnTo>
                  <a:close/>
                </a:path>
                <a:path w="893445" h="1695450">
                  <a:moveTo>
                    <a:pt x="856957" y="1377467"/>
                  </a:moveTo>
                  <a:lnTo>
                    <a:pt x="831557" y="1377467"/>
                  </a:lnTo>
                  <a:lnTo>
                    <a:pt x="831557" y="1402867"/>
                  </a:lnTo>
                  <a:lnTo>
                    <a:pt x="856957" y="1402867"/>
                  </a:lnTo>
                  <a:lnTo>
                    <a:pt x="856957" y="1377467"/>
                  </a:lnTo>
                  <a:close/>
                </a:path>
                <a:path w="893445" h="1695450">
                  <a:moveTo>
                    <a:pt x="856957" y="1326667"/>
                  </a:moveTo>
                  <a:lnTo>
                    <a:pt x="831557" y="1326667"/>
                  </a:lnTo>
                  <a:lnTo>
                    <a:pt x="831557" y="1352067"/>
                  </a:lnTo>
                  <a:lnTo>
                    <a:pt x="856957" y="1352067"/>
                  </a:lnTo>
                  <a:lnTo>
                    <a:pt x="856957" y="1326667"/>
                  </a:lnTo>
                  <a:close/>
                </a:path>
                <a:path w="893445" h="1695450">
                  <a:moveTo>
                    <a:pt x="856957" y="1275867"/>
                  </a:moveTo>
                  <a:lnTo>
                    <a:pt x="831557" y="1275867"/>
                  </a:lnTo>
                  <a:lnTo>
                    <a:pt x="831557" y="1301267"/>
                  </a:lnTo>
                  <a:lnTo>
                    <a:pt x="856957" y="1301267"/>
                  </a:lnTo>
                  <a:lnTo>
                    <a:pt x="856957" y="1275867"/>
                  </a:lnTo>
                  <a:close/>
                </a:path>
                <a:path w="893445" h="1695450">
                  <a:moveTo>
                    <a:pt x="856957" y="1225067"/>
                  </a:moveTo>
                  <a:lnTo>
                    <a:pt x="831557" y="1225067"/>
                  </a:lnTo>
                  <a:lnTo>
                    <a:pt x="831557" y="1250467"/>
                  </a:lnTo>
                  <a:lnTo>
                    <a:pt x="856957" y="1250467"/>
                  </a:lnTo>
                  <a:lnTo>
                    <a:pt x="856957" y="1225067"/>
                  </a:lnTo>
                  <a:close/>
                </a:path>
                <a:path w="893445" h="1695450">
                  <a:moveTo>
                    <a:pt x="856957" y="1174267"/>
                  </a:moveTo>
                  <a:lnTo>
                    <a:pt x="831557" y="1174267"/>
                  </a:lnTo>
                  <a:lnTo>
                    <a:pt x="831557" y="1199667"/>
                  </a:lnTo>
                  <a:lnTo>
                    <a:pt x="856957" y="1199667"/>
                  </a:lnTo>
                  <a:lnTo>
                    <a:pt x="856957" y="1174267"/>
                  </a:lnTo>
                  <a:close/>
                </a:path>
                <a:path w="893445" h="1695450">
                  <a:moveTo>
                    <a:pt x="856957" y="1123467"/>
                  </a:moveTo>
                  <a:lnTo>
                    <a:pt x="831557" y="1123467"/>
                  </a:lnTo>
                  <a:lnTo>
                    <a:pt x="831557" y="1148867"/>
                  </a:lnTo>
                  <a:lnTo>
                    <a:pt x="856957" y="1148867"/>
                  </a:lnTo>
                  <a:lnTo>
                    <a:pt x="856957" y="1123467"/>
                  </a:lnTo>
                  <a:close/>
                </a:path>
                <a:path w="893445" h="1695450">
                  <a:moveTo>
                    <a:pt x="856957" y="1072667"/>
                  </a:moveTo>
                  <a:lnTo>
                    <a:pt x="831557" y="1072667"/>
                  </a:lnTo>
                  <a:lnTo>
                    <a:pt x="831557" y="1098067"/>
                  </a:lnTo>
                  <a:lnTo>
                    <a:pt x="856957" y="1098067"/>
                  </a:lnTo>
                  <a:lnTo>
                    <a:pt x="856957" y="1072667"/>
                  </a:lnTo>
                  <a:close/>
                </a:path>
                <a:path w="893445" h="1695450">
                  <a:moveTo>
                    <a:pt x="856957" y="1021867"/>
                  </a:moveTo>
                  <a:lnTo>
                    <a:pt x="831557" y="1021867"/>
                  </a:lnTo>
                  <a:lnTo>
                    <a:pt x="831557" y="1047267"/>
                  </a:lnTo>
                  <a:lnTo>
                    <a:pt x="856957" y="1047267"/>
                  </a:lnTo>
                  <a:lnTo>
                    <a:pt x="856957" y="1021867"/>
                  </a:lnTo>
                  <a:close/>
                </a:path>
                <a:path w="893445" h="1695450">
                  <a:moveTo>
                    <a:pt x="856957" y="971067"/>
                  </a:moveTo>
                  <a:lnTo>
                    <a:pt x="831557" y="971067"/>
                  </a:lnTo>
                  <a:lnTo>
                    <a:pt x="831557" y="996467"/>
                  </a:lnTo>
                  <a:lnTo>
                    <a:pt x="856957" y="996467"/>
                  </a:lnTo>
                  <a:lnTo>
                    <a:pt x="856957" y="971067"/>
                  </a:lnTo>
                  <a:close/>
                </a:path>
                <a:path w="893445" h="1695450">
                  <a:moveTo>
                    <a:pt x="856957" y="920267"/>
                  </a:moveTo>
                  <a:lnTo>
                    <a:pt x="831557" y="920267"/>
                  </a:lnTo>
                  <a:lnTo>
                    <a:pt x="831557" y="945667"/>
                  </a:lnTo>
                  <a:lnTo>
                    <a:pt x="856957" y="945667"/>
                  </a:lnTo>
                  <a:lnTo>
                    <a:pt x="856957" y="920267"/>
                  </a:lnTo>
                  <a:close/>
                </a:path>
                <a:path w="893445" h="1695450">
                  <a:moveTo>
                    <a:pt x="856957" y="729932"/>
                  </a:moveTo>
                  <a:lnTo>
                    <a:pt x="831557" y="729932"/>
                  </a:lnTo>
                  <a:lnTo>
                    <a:pt x="831557" y="755332"/>
                  </a:lnTo>
                  <a:lnTo>
                    <a:pt x="856957" y="755332"/>
                  </a:lnTo>
                  <a:lnTo>
                    <a:pt x="856957" y="729932"/>
                  </a:lnTo>
                  <a:close/>
                </a:path>
                <a:path w="893445" h="1695450">
                  <a:moveTo>
                    <a:pt x="856957" y="679132"/>
                  </a:moveTo>
                  <a:lnTo>
                    <a:pt x="831557" y="679132"/>
                  </a:lnTo>
                  <a:lnTo>
                    <a:pt x="831557" y="704532"/>
                  </a:lnTo>
                  <a:lnTo>
                    <a:pt x="856957" y="704532"/>
                  </a:lnTo>
                  <a:lnTo>
                    <a:pt x="856957" y="679132"/>
                  </a:lnTo>
                  <a:close/>
                </a:path>
                <a:path w="893445" h="1695450">
                  <a:moveTo>
                    <a:pt x="856957" y="628332"/>
                  </a:moveTo>
                  <a:lnTo>
                    <a:pt x="831557" y="628332"/>
                  </a:lnTo>
                  <a:lnTo>
                    <a:pt x="831557" y="653732"/>
                  </a:lnTo>
                  <a:lnTo>
                    <a:pt x="856957" y="653732"/>
                  </a:lnTo>
                  <a:lnTo>
                    <a:pt x="856957" y="628332"/>
                  </a:lnTo>
                  <a:close/>
                </a:path>
                <a:path w="893445" h="1695450">
                  <a:moveTo>
                    <a:pt x="856957" y="577532"/>
                  </a:moveTo>
                  <a:lnTo>
                    <a:pt x="831557" y="577532"/>
                  </a:lnTo>
                  <a:lnTo>
                    <a:pt x="831557" y="602932"/>
                  </a:lnTo>
                  <a:lnTo>
                    <a:pt x="856957" y="602932"/>
                  </a:lnTo>
                  <a:lnTo>
                    <a:pt x="856957" y="577532"/>
                  </a:lnTo>
                  <a:close/>
                </a:path>
                <a:path w="893445" h="1695450">
                  <a:moveTo>
                    <a:pt x="856957" y="526732"/>
                  </a:moveTo>
                  <a:lnTo>
                    <a:pt x="831557" y="526732"/>
                  </a:lnTo>
                  <a:lnTo>
                    <a:pt x="831557" y="552132"/>
                  </a:lnTo>
                  <a:lnTo>
                    <a:pt x="856957" y="552132"/>
                  </a:lnTo>
                  <a:lnTo>
                    <a:pt x="856957" y="526732"/>
                  </a:lnTo>
                  <a:close/>
                </a:path>
                <a:path w="893445" h="1695450">
                  <a:moveTo>
                    <a:pt x="856957" y="475932"/>
                  </a:moveTo>
                  <a:lnTo>
                    <a:pt x="831557" y="475932"/>
                  </a:lnTo>
                  <a:lnTo>
                    <a:pt x="831557" y="501332"/>
                  </a:lnTo>
                  <a:lnTo>
                    <a:pt x="856957" y="501332"/>
                  </a:lnTo>
                  <a:lnTo>
                    <a:pt x="856957" y="475932"/>
                  </a:lnTo>
                  <a:close/>
                </a:path>
                <a:path w="893445" h="1695450">
                  <a:moveTo>
                    <a:pt x="856957" y="425132"/>
                  </a:moveTo>
                  <a:lnTo>
                    <a:pt x="831557" y="425132"/>
                  </a:lnTo>
                  <a:lnTo>
                    <a:pt x="831557" y="450532"/>
                  </a:lnTo>
                  <a:lnTo>
                    <a:pt x="856957" y="450532"/>
                  </a:lnTo>
                  <a:lnTo>
                    <a:pt x="856957" y="425132"/>
                  </a:lnTo>
                  <a:close/>
                </a:path>
                <a:path w="893445" h="1695450">
                  <a:moveTo>
                    <a:pt x="856957" y="374332"/>
                  </a:moveTo>
                  <a:lnTo>
                    <a:pt x="831557" y="374332"/>
                  </a:lnTo>
                  <a:lnTo>
                    <a:pt x="831557" y="399732"/>
                  </a:lnTo>
                  <a:lnTo>
                    <a:pt x="856957" y="399732"/>
                  </a:lnTo>
                  <a:lnTo>
                    <a:pt x="856957" y="374332"/>
                  </a:lnTo>
                  <a:close/>
                </a:path>
                <a:path w="893445" h="1695450">
                  <a:moveTo>
                    <a:pt x="856957" y="323532"/>
                  </a:moveTo>
                  <a:lnTo>
                    <a:pt x="831557" y="323532"/>
                  </a:lnTo>
                  <a:lnTo>
                    <a:pt x="831557" y="348932"/>
                  </a:lnTo>
                  <a:lnTo>
                    <a:pt x="856957" y="348932"/>
                  </a:lnTo>
                  <a:lnTo>
                    <a:pt x="856957" y="323532"/>
                  </a:lnTo>
                  <a:close/>
                </a:path>
                <a:path w="893445" h="1695450">
                  <a:moveTo>
                    <a:pt x="856957" y="272732"/>
                  </a:moveTo>
                  <a:lnTo>
                    <a:pt x="831557" y="272732"/>
                  </a:lnTo>
                  <a:lnTo>
                    <a:pt x="831557" y="298132"/>
                  </a:lnTo>
                  <a:lnTo>
                    <a:pt x="856957" y="298132"/>
                  </a:lnTo>
                  <a:lnTo>
                    <a:pt x="856957" y="272732"/>
                  </a:lnTo>
                  <a:close/>
                </a:path>
                <a:path w="893445" h="1695450">
                  <a:moveTo>
                    <a:pt x="856957" y="221932"/>
                  </a:moveTo>
                  <a:lnTo>
                    <a:pt x="831557" y="221932"/>
                  </a:lnTo>
                  <a:lnTo>
                    <a:pt x="831557" y="247332"/>
                  </a:lnTo>
                  <a:lnTo>
                    <a:pt x="856957" y="247332"/>
                  </a:lnTo>
                  <a:lnTo>
                    <a:pt x="856957" y="221932"/>
                  </a:lnTo>
                  <a:close/>
                </a:path>
                <a:path w="893445" h="1695450">
                  <a:moveTo>
                    <a:pt x="856957" y="171132"/>
                  </a:moveTo>
                  <a:lnTo>
                    <a:pt x="831557" y="171132"/>
                  </a:lnTo>
                  <a:lnTo>
                    <a:pt x="831557" y="196532"/>
                  </a:lnTo>
                  <a:lnTo>
                    <a:pt x="856957" y="196532"/>
                  </a:lnTo>
                  <a:lnTo>
                    <a:pt x="856957" y="171132"/>
                  </a:lnTo>
                  <a:close/>
                </a:path>
                <a:path w="893445" h="1695450">
                  <a:moveTo>
                    <a:pt x="856957" y="120332"/>
                  </a:moveTo>
                  <a:lnTo>
                    <a:pt x="831557" y="120332"/>
                  </a:lnTo>
                  <a:lnTo>
                    <a:pt x="831557" y="145732"/>
                  </a:lnTo>
                  <a:lnTo>
                    <a:pt x="856957" y="145732"/>
                  </a:lnTo>
                  <a:lnTo>
                    <a:pt x="856957" y="120332"/>
                  </a:lnTo>
                  <a:close/>
                </a:path>
                <a:path w="893445" h="1695450">
                  <a:moveTo>
                    <a:pt x="882357" y="1656867"/>
                  </a:moveTo>
                  <a:lnTo>
                    <a:pt x="879360" y="1642033"/>
                  </a:lnTo>
                  <a:lnTo>
                    <a:pt x="872236" y="1631467"/>
                  </a:lnTo>
                  <a:lnTo>
                    <a:pt x="871194" y="1629918"/>
                  </a:lnTo>
                  <a:lnTo>
                    <a:pt x="859078" y="1621751"/>
                  </a:lnTo>
                  <a:lnTo>
                    <a:pt x="844257" y="1618767"/>
                  </a:lnTo>
                  <a:lnTo>
                    <a:pt x="829424" y="1621751"/>
                  </a:lnTo>
                  <a:lnTo>
                    <a:pt x="817308" y="1629918"/>
                  </a:lnTo>
                  <a:lnTo>
                    <a:pt x="809155" y="1642033"/>
                  </a:lnTo>
                  <a:lnTo>
                    <a:pt x="806157" y="1656867"/>
                  </a:lnTo>
                  <a:lnTo>
                    <a:pt x="809155" y="1671688"/>
                  </a:lnTo>
                  <a:lnTo>
                    <a:pt x="817308" y="1683804"/>
                  </a:lnTo>
                  <a:lnTo>
                    <a:pt x="829424" y="1691970"/>
                  </a:lnTo>
                  <a:lnTo>
                    <a:pt x="844257" y="1694967"/>
                  </a:lnTo>
                  <a:lnTo>
                    <a:pt x="859091" y="1691970"/>
                  </a:lnTo>
                  <a:lnTo>
                    <a:pt x="871194" y="1683804"/>
                  </a:lnTo>
                  <a:lnTo>
                    <a:pt x="879360" y="1671688"/>
                  </a:lnTo>
                  <a:lnTo>
                    <a:pt x="882357" y="1656867"/>
                  </a:lnTo>
                  <a:close/>
                </a:path>
                <a:path w="893445" h="1695450">
                  <a:moveTo>
                    <a:pt x="882357" y="38100"/>
                  </a:moveTo>
                  <a:lnTo>
                    <a:pt x="879360" y="23266"/>
                  </a:lnTo>
                  <a:lnTo>
                    <a:pt x="871194" y="11150"/>
                  </a:lnTo>
                  <a:lnTo>
                    <a:pt x="859091" y="2984"/>
                  </a:lnTo>
                  <a:lnTo>
                    <a:pt x="844257" y="0"/>
                  </a:lnTo>
                  <a:lnTo>
                    <a:pt x="829424" y="2984"/>
                  </a:lnTo>
                  <a:lnTo>
                    <a:pt x="817321" y="11150"/>
                  </a:lnTo>
                  <a:lnTo>
                    <a:pt x="809155" y="23266"/>
                  </a:lnTo>
                  <a:lnTo>
                    <a:pt x="806157" y="38100"/>
                  </a:lnTo>
                  <a:lnTo>
                    <a:pt x="809155" y="52920"/>
                  </a:lnTo>
                  <a:lnTo>
                    <a:pt x="817321" y="65036"/>
                  </a:lnTo>
                  <a:lnTo>
                    <a:pt x="829424" y="73202"/>
                  </a:lnTo>
                  <a:lnTo>
                    <a:pt x="831557" y="73634"/>
                  </a:lnTo>
                  <a:lnTo>
                    <a:pt x="831557" y="94932"/>
                  </a:lnTo>
                  <a:lnTo>
                    <a:pt x="856957" y="94932"/>
                  </a:lnTo>
                  <a:lnTo>
                    <a:pt x="856957" y="76200"/>
                  </a:lnTo>
                  <a:lnTo>
                    <a:pt x="856957" y="73634"/>
                  </a:lnTo>
                  <a:lnTo>
                    <a:pt x="859091" y="73202"/>
                  </a:lnTo>
                  <a:lnTo>
                    <a:pt x="864527" y="69532"/>
                  </a:lnTo>
                  <a:lnTo>
                    <a:pt x="871194" y="65036"/>
                  </a:lnTo>
                  <a:lnTo>
                    <a:pt x="879360" y="52920"/>
                  </a:lnTo>
                  <a:lnTo>
                    <a:pt x="881138" y="44132"/>
                  </a:lnTo>
                  <a:lnTo>
                    <a:pt x="882357" y="38100"/>
                  </a:lnTo>
                  <a:close/>
                </a:path>
                <a:path w="893445" h="1695450">
                  <a:moveTo>
                    <a:pt x="893013" y="849884"/>
                  </a:moveTo>
                  <a:lnTo>
                    <a:pt x="890447" y="837184"/>
                  </a:lnTo>
                  <a:lnTo>
                    <a:pt x="890016" y="835050"/>
                  </a:lnTo>
                  <a:lnTo>
                    <a:pt x="881849" y="822947"/>
                  </a:lnTo>
                  <a:lnTo>
                    <a:pt x="876973" y="819670"/>
                  </a:lnTo>
                  <a:lnTo>
                    <a:pt x="871194" y="811085"/>
                  </a:lnTo>
                  <a:lnTo>
                    <a:pt x="859091" y="802919"/>
                  </a:lnTo>
                  <a:lnTo>
                    <a:pt x="856957" y="802500"/>
                  </a:lnTo>
                  <a:lnTo>
                    <a:pt x="856957" y="780732"/>
                  </a:lnTo>
                  <a:lnTo>
                    <a:pt x="831557" y="780732"/>
                  </a:lnTo>
                  <a:lnTo>
                    <a:pt x="831557" y="802500"/>
                  </a:lnTo>
                  <a:lnTo>
                    <a:pt x="829424" y="802919"/>
                  </a:lnTo>
                  <a:lnTo>
                    <a:pt x="817321" y="811085"/>
                  </a:lnTo>
                  <a:lnTo>
                    <a:pt x="809155" y="823201"/>
                  </a:lnTo>
                  <a:lnTo>
                    <a:pt x="806323" y="837184"/>
                  </a:lnTo>
                  <a:lnTo>
                    <a:pt x="800100" y="837184"/>
                  </a:lnTo>
                  <a:lnTo>
                    <a:pt x="800100" y="862584"/>
                  </a:lnTo>
                  <a:lnTo>
                    <a:pt x="807288" y="862584"/>
                  </a:lnTo>
                  <a:lnTo>
                    <a:pt x="809155" y="871766"/>
                  </a:lnTo>
                  <a:lnTo>
                    <a:pt x="817321" y="883869"/>
                  </a:lnTo>
                  <a:lnTo>
                    <a:pt x="829424" y="892035"/>
                  </a:lnTo>
                  <a:lnTo>
                    <a:pt x="831557" y="892467"/>
                  </a:lnTo>
                  <a:lnTo>
                    <a:pt x="831557" y="894867"/>
                  </a:lnTo>
                  <a:lnTo>
                    <a:pt x="843432" y="894867"/>
                  </a:lnTo>
                  <a:lnTo>
                    <a:pt x="844257" y="895032"/>
                  </a:lnTo>
                  <a:lnTo>
                    <a:pt x="845070" y="894867"/>
                  </a:lnTo>
                  <a:lnTo>
                    <a:pt x="856957" y="894867"/>
                  </a:lnTo>
                  <a:lnTo>
                    <a:pt x="856957" y="892467"/>
                  </a:lnTo>
                  <a:lnTo>
                    <a:pt x="859091" y="892035"/>
                  </a:lnTo>
                  <a:lnTo>
                    <a:pt x="869442" y="885050"/>
                  </a:lnTo>
                  <a:lnTo>
                    <a:pt x="869734" y="884986"/>
                  </a:lnTo>
                  <a:lnTo>
                    <a:pt x="881849" y="876820"/>
                  </a:lnTo>
                  <a:lnTo>
                    <a:pt x="890016" y="864717"/>
                  </a:lnTo>
                  <a:lnTo>
                    <a:pt x="890447" y="862584"/>
                  </a:lnTo>
                  <a:lnTo>
                    <a:pt x="893013" y="8498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53221" y="4059200"/>
              <a:ext cx="139701" cy="17193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11580" y="4061972"/>
              <a:ext cx="495301" cy="15240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098445" y="3119614"/>
              <a:ext cx="893444" cy="900430"/>
            </a:xfrm>
            <a:custGeom>
              <a:avLst/>
              <a:gdLst/>
              <a:ahLst/>
              <a:cxnLst/>
              <a:rect l="l" t="t" r="r" b="b"/>
              <a:pathLst>
                <a:path w="893445" h="900429">
                  <a:moveTo>
                    <a:pt x="893013" y="837184"/>
                  </a:moveTo>
                  <a:lnTo>
                    <a:pt x="888517" y="814933"/>
                  </a:lnTo>
                  <a:lnTo>
                    <a:pt x="876274" y="796772"/>
                  </a:lnTo>
                  <a:lnTo>
                    <a:pt x="858100" y="784529"/>
                  </a:lnTo>
                  <a:lnTo>
                    <a:pt x="835863" y="780034"/>
                  </a:lnTo>
                  <a:lnTo>
                    <a:pt x="813612" y="784529"/>
                  </a:lnTo>
                  <a:lnTo>
                    <a:pt x="795451" y="796772"/>
                  </a:lnTo>
                  <a:lnTo>
                    <a:pt x="783209" y="814946"/>
                  </a:lnTo>
                  <a:lnTo>
                    <a:pt x="782561" y="818134"/>
                  </a:lnTo>
                  <a:lnTo>
                    <a:pt x="121640" y="818134"/>
                  </a:lnTo>
                  <a:lnTo>
                    <a:pt x="110959" y="802284"/>
                  </a:lnTo>
                  <a:lnTo>
                    <a:pt x="92786" y="790041"/>
                  </a:lnTo>
                  <a:lnTo>
                    <a:pt x="89598" y="789393"/>
                  </a:lnTo>
                  <a:lnTo>
                    <a:pt x="89598" y="785545"/>
                  </a:lnTo>
                  <a:lnTo>
                    <a:pt x="89598" y="114300"/>
                  </a:lnTo>
                  <a:lnTo>
                    <a:pt x="89598" y="110451"/>
                  </a:lnTo>
                  <a:lnTo>
                    <a:pt x="92786" y="109804"/>
                  </a:lnTo>
                  <a:lnTo>
                    <a:pt x="110959" y="97561"/>
                  </a:lnTo>
                  <a:lnTo>
                    <a:pt x="123202" y="79387"/>
                  </a:lnTo>
                  <a:lnTo>
                    <a:pt x="127698" y="57150"/>
                  </a:lnTo>
                  <a:lnTo>
                    <a:pt x="123202" y="34899"/>
                  </a:lnTo>
                  <a:lnTo>
                    <a:pt x="110959" y="16738"/>
                  </a:lnTo>
                  <a:lnTo>
                    <a:pt x="92786" y="4483"/>
                  </a:lnTo>
                  <a:lnTo>
                    <a:pt x="70548" y="0"/>
                  </a:lnTo>
                  <a:lnTo>
                    <a:pt x="48298" y="4483"/>
                  </a:lnTo>
                  <a:lnTo>
                    <a:pt x="30137" y="16738"/>
                  </a:lnTo>
                  <a:lnTo>
                    <a:pt x="17881" y="34899"/>
                  </a:lnTo>
                  <a:lnTo>
                    <a:pt x="13398" y="57150"/>
                  </a:lnTo>
                  <a:lnTo>
                    <a:pt x="17881" y="79387"/>
                  </a:lnTo>
                  <a:lnTo>
                    <a:pt x="30137" y="97561"/>
                  </a:lnTo>
                  <a:lnTo>
                    <a:pt x="48298" y="109804"/>
                  </a:lnTo>
                  <a:lnTo>
                    <a:pt x="51498" y="110451"/>
                  </a:lnTo>
                  <a:lnTo>
                    <a:pt x="51498" y="781177"/>
                  </a:lnTo>
                  <a:lnTo>
                    <a:pt x="34899" y="784529"/>
                  </a:lnTo>
                  <a:lnTo>
                    <a:pt x="16738" y="796772"/>
                  </a:lnTo>
                  <a:lnTo>
                    <a:pt x="4495" y="814946"/>
                  </a:lnTo>
                  <a:lnTo>
                    <a:pt x="0" y="837184"/>
                  </a:lnTo>
                  <a:lnTo>
                    <a:pt x="4495" y="859434"/>
                  </a:lnTo>
                  <a:lnTo>
                    <a:pt x="16738" y="877595"/>
                  </a:lnTo>
                  <a:lnTo>
                    <a:pt x="34912" y="889850"/>
                  </a:lnTo>
                  <a:lnTo>
                    <a:pt x="42367" y="891362"/>
                  </a:lnTo>
                  <a:lnTo>
                    <a:pt x="48298" y="895350"/>
                  </a:lnTo>
                  <a:lnTo>
                    <a:pt x="70548" y="899845"/>
                  </a:lnTo>
                  <a:lnTo>
                    <a:pt x="92786" y="895350"/>
                  </a:lnTo>
                  <a:lnTo>
                    <a:pt x="110959" y="883107"/>
                  </a:lnTo>
                  <a:lnTo>
                    <a:pt x="123202" y="864946"/>
                  </a:lnTo>
                  <a:lnTo>
                    <a:pt x="124955" y="856234"/>
                  </a:lnTo>
                  <a:lnTo>
                    <a:pt x="782561" y="856234"/>
                  </a:lnTo>
                  <a:lnTo>
                    <a:pt x="783209" y="859434"/>
                  </a:lnTo>
                  <a:lnTo>
                    <a:pt x="795451" y="877595"/>
                  </a:lnTo>
                  <a:lnTo>
                    <a:pt x="813612" y="889850"/>
                  </a:lnTo>
                  <a:lnTo>
                    <a:pt x="835863" y="894334"/>
                  </a:lnTo>
                  <a:lnTo>
                    <a:pt x="858113" y="889838"/>
                  </a:lnTo>
                  <a:lnTo>
                    <a:pt x="876274" y="877595"/>
                  </a:lnTo>
                  <a:lnTo>
                    <a:pt x="888517" y="859434"/>
                  </a:lnTo>
                  <a:lnTo>
                    <a:pt x="889165" y="856234"/>
                  </a:lnTo>
                  <a:lnTo>
                    <a:pt x="893013" y="837184"/>
                  </a:lnTo>
                  <a:close/>
                </a:path>
              </a:pathLst>
            </a:custGeom>
            <a:solidFill>
              <a:srgbClr val="FF4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81199" y="3446324"/>
            <a:ext cx="1284274" cy="24159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41894" y="2786650"/>
            <a:ext cx="451087" cy="13879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972413" y="4059200"/>
            <a:ext cx="476251" cy="14653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916671" y="4886543"/>
            <a:ext cx="495301" cy="15240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211165" y="2415898"/>
            <a:ext cx="201766" cy="90710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05741" y="3814473"/>
            <a:ext cx="2696009" cy="310042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856484" y="3843592"/>
            <a:ext cx="2586371" cy="297434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4244001" y="2376448"/>
            <a:ext cx="664845" cy="1097915"/>
            <a:chOff x="4244001" y="2376448"/>
            <a:chExt cx="664845" cy="1097915"/>
          </a:xfrm>
        </p:grpSpPr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244001" y="2376448"/>
              <a:ext cx="664557" cy="109773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244001" y="2395214"/>
              <a:ext cx="514995" cy="107896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393562" y="2376448"/>
              <a:ext cx="514996" cy="1078964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402707" y="4449571"/>
            <a:ext cx="3975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882B"/>
                </a:solidFill>
                <a:latin typeface="Helvetica Light"/>
                <a:cs typeface="Helvetica Light"/>
              </a:rPr>
              <a:t>(variable</a:t>
            </a:r>
            <a:r>
              <a:rPr sz="1800" spc="-35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1800" dirty="0">
                <a:solidFill>
                  <a:srgbClr val="00882B"/>
                </a:solidFill>
                <a:latin typeface="Helvetica Light"/>
                <a:cs typeface="Helvetica Light"/>
              </a:rPr>
              <a:t>will</a:t>
            </a:r>
            <a:r>
              <a:rPr sz="1800" spc="-25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1800" dirty="0">
                <a:solidFill>
                  <a:srgbClr val="00882B"/>
                </a:solidFill>
                <a:latin typeface="Helvetica Light"/>
                <a:cs typeface="Helvetica Light"/>
              </a:rPr>
              <a:t>appear</a:t>
            </a:r>
            <a:r>
              <a:rPr sz="1800" spc="-30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1800" dirty="0">
                <a:solidFill>
                  <a:srgbClr val="00882B"/>
                </a:solidFill>
                <a:latin typeface="Helvetica Light"/>
                <a:cs typeface="Helvetica Light"/>
              </a:rPr>
              <a:t>four</a:t>
            </a:r>
            <a:r>
              <a:rPr sz="1800" spc="-25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1800" dirty="0">
                <a:solidFill>
                  <a:srgbClr val="00882B"/>
                </a:solidFill>
                <a:latin typeface="Helvetica Light"/>
                <a:cs typeface="Helvetica Light"/>
              </a:rPr>
              <a:t>times</a:t>
            </a:r>
            <a:r>
              <a:rPr sz="1800" spc="-35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1800" dirty="0">
                <a:solidFill>
                  <a:srgbClr val="00882B"/>
                </a:solidFill>
                <a:latin typeface="Helvetica Light"/>
                <a:cs typeface="Helvetica Light"/>
              </a:rPr>
              <a:t>in</a:t>
            </a:r>
            <a:r>
              <a:rPr sz="1800" spc="-30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1800" spc="-20" dirty="0">
                <a:solidFill>
                  <a:srgbClr val="00882B"/>
                </a:solidFill>
                <a:latin typeface="Helvetica Light"/>
                <a:cs typeface="Helvetica Light"/>
              </a:rPr>
              <a:t>sum)</a:t>
            </a:r>
            <a:endParaRPr sz="1800">
              <a:latin typeface="Helvetica Light"/>
              <a:cs typeface="Helvetica Light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6758" rIns="0" bIns="0" rtlCol="0">
            <a:spAutoFit/>
          </a:bodyPr>
          <a:lstStyle/>
          <a:p>
            <a:pPr marL="1711325">
              <a:lnSpc>
                <a:spcPct val="100000"/>
              </a:lnSpc>
              <a:spcBef>
                <a:spcPts val="100"/>
              </a:spcBef>
            </a:pPr>
            <a:r>
              <a:rPr sz="3100" b="0" dirty="0">
                <a:solidFill>
                  <a:srgbClr val="000000"/>
                </a:solidFill>
                <a:latin typeface="Helvetica Light"/>
                <a:cs typeface="Helvetica Light"/>
              </a:rPr>
              <a:t>Compute</a:t>
            </a:r>
            <a:r>
              <a:rPr sz="3100" b="0" spc="-6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3100" b="0" dirty="0">
                <a:solidFill>
                  <a:srgbClr val="000000"/>
                </a:solidFill>
                <a:latin typeface="Helvetica Light"/>
                <a:cs typeface="Helvetica Light"/>
              </a:rPr>
              <a:t>the</a:t>
            </a:r>
            <a:r>
              <a:rPr sz="3100" b="0" spc="-6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3100" b="0" dirty="0">
                <a:solidFill>
                  <a:srgbClr val="000000"/>
                </a:solidFill>
                <a:latin typeface="Helvetica Light"/>
                <a:cs typeface="Helvetica Light"/>
              </a:rPr>
              <a:t>partial</a:t>
            </a:r>
            <a:r>
              <a:rPr sz="3100" b="0" spc="-6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3100" b="0" dirty="0">
                <a:solidFill>
                  <a:srgbClr val="000000"/>
                </a:solidFill>
                <a:latin typeface="Helvetica Light"/>
                <a:cs typeface="Helvetica Light"/>
              </a:rPr>
              <a:t>derivatives</a:t>
            </a:r>
            <a:r>
              <a:rPr sz="3100" b="0" spc="-6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3100" b="0" dirty="0">
                <a:solidFill>
                  <a:srgbClr val="000000"/>
                </a:solidFill>
                <a:latin typeface="Helvetica Light"/>
                <a:cs typeface="Helvetica Light"/>
              </a:rPr>
              <a:t>of</a:t>
            </a:r>
            <a:r>
              <a:rPr sz="3100" b="0" spc="-6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3100" b="0" dirty="0">
                <a:solidFill>
                  <a:srgbClr val="000000"/>
                </a:solidFill>
                <a:latin typeface="Helvetica Light"/>
                <a:cs typeface="Helvetica Light"/>
              </a:rPr>
              <a:t>this</a:t>
            </a:r>
            <a:r>
              <a:rPr sz="3100" b="0" spc="-6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3100" b="0" dirty="0">
                <a:solidFill>
                  <a:srgbClr val="000000"/>
                </a:solidFill>
                <a:latin typeface="Helvetica Light"/>
                <a:cs typeface="Helvetica Light"/>
              </a:rPr>
              <a:t>huge</a:t>
            </a:r>
            <a:r>
              <a:rPr sz="3100" b="0" spc="-6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3100" b="0" spc="-20" dirty="0">
                <a:solidFill>
                  <a:srgbClr val="000000"/>
                </a:solidFill>
                <a:latin typeface="Helvetica Light"/>
                <a:cs typeface="Helvetica Light"/>
              </a:rPr>
              <a:t>sum!</a:t>
            </a:r>
            <a:endParaRPr sz="3100">
              <a:latin typeface="Helvetica Light"/>
              <a:cs typeface="Helvetica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2008" y="1401180"/>
            <a:ext cx="12522475" cy="880302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111580" y="3119605"/>
            <a:ext cx="1880235" cy="1695450"/>
            <a:chOff x="8111580" y="3119605"/>
            <a:chExt cx="1880235" cy="1695450"/>
          </a:xfrm>
        </p:grpSpPr>
        <p:sp>
          <p:nvSpPr>
            <p:cNvPr id="5" name="object 5"/>
            <p:cNvSpPr/>
            <p:nvPr/>
          </p:nvSpPr>
          <p:spPr>
            <a:xfrm>
              <a:off x="8324736" y="3119614"/>
              <a:ext cx="893444" cy="1695450"/>
            </a:xfrm>
            <a:custGeom>
              <a:avLst/>
              <a:gdLst/>
              <a:ahLst/>
              <a:cxnLst/>
              <a:rect l="l" t="t" r="r" b="b"/>
              <a:pathLst>
                <a:path w="893445" h="1695450">
                  <a:moveTo>
                    <a:pt x="76200" y="849884"/>
                  </a:moveTo>
                  <a:lnTo>
                    <a:pt x="52933" y="814781"/>
                  </a:lnTo>
                  <a:lnTo>
                    <a:pt x="38100" y="811784"/>
                  </a:lnTo>
                  <a:lnTo>
                    <a:pt x="23266" y="814781"/>
                  </a:lnTo>
                  <a:lnTo>
                    <a:pt x="11150" y="822947"/>
                  </a:lnTo>
                  <a:lnTo>
                    <a:pt x="2997" y="835050"/>
                  </a:lnTo>
                  <a:lnTo>
                    <a:pt x="0" y="849884"/>
                  </a:lnTo>
                  <a:lnTo>
                    <a:pt x="2997" y="864717"/>
                  </a:lnTo>
                  <a:lnTo>
                    <a:pt x="11150" y="876820"/>
                  </a:lnTo>
                  <a:lnTo>
                    <a:pt x="23266" y="884986"/>
                  </a:lnTo>
                  <a:lnTo>
                    <a:pt x="38100" y="887984"/>
                  </a:lnTo>
                  <a:lnTo>
                    <a:pt x="52933" y="884986"/>
                  </a:lnTo>
                  <a:lnTo>
                    <a:pt x="65036" y="876820"/>
                  </a:lnTo>
                  <a:lnTo>
                    <a:pt x="73202" y="864717"/>
                  </a:lnTo>
                  <a:lnTo>
                    <a:pt x="73634" y="862584"/>
                  </a:lnTo>
                  <a:lnTo>
                    <a:pt x="76200" y="849884"/>
                  </a:lnTo>
                  <a:close/>
                </a:path>
                <a:path w="893445" h="1695450">
                  <a:moveTo>
                    <a:pt x="114300" y="837184"/>
                  </a:moveTo>
                  <a:lnTo>
                    <a:pt x="88900" y="837184"/>
                  </a:lnTo>
                  <a:lnTo>
                    <a:pt x="88900" y="862584"/>
                  </a:lnTo>
                  <a:lnTo>
                    <a:pt x="114300" y="862584"/>
                  </a:lnTo>
                  <a:lnTo>
                    <a:pt x="114300" y="837184"/>
                  </a:lnTo>
                  <a:close/>
                </a:path>
                <a:path w="893445" h="1695450">
                  <a:moveTo>
                    <a:pt x="165100" y="837184"/>
                  </a:moveTo>
                  <a:lnTo>
                    <a:pt x="139700" y="837184"/>
                  </a:lnTo>
                  <a:lnTo>
                    <a:pt x="139700" y="862584"/>
                  </a:lnTo>
                  <a:lnTo>
                    <a:pt x="165100" y="862584"/>
                  </a:lnTo>
                  <a:lnTo>
                    <a:pt x="165100" y="837184"/>
                  </a:lnTo>
                  <a:close/>
                </a:path>
                <a:path w="893445" h="1695450">
                  <a:moveTo>
                    <a:pt x="215900" y="837184"/>
                  </a:moveTo>
                  <a:lnTo>
                    <a:pt x="190500" y="837184"/>
                  </a:lnTo>
                  <a:lnTo>
                    <a:pt x="190500" y="862584"/>
                  </a:lnTo>
                  <a:lnTo>
                    <a:pt x="215900" y="862584"/>
                  </a:lnTo>
                  <a:lnTo>
                    <a:pt x="215900" y="837184"/>
                  </a:lnTo>
                  <a:close/>
                </a:path>
                <a:path w="893445" h="1695450">
                  <a:moveTo>
                    <a:pt x="266700" y="837184"/>
                  </a:moveTo>
                  <a:lnTo>
                    <a:pt x="241300" y="837184"/>
                  </a:lnTo>
                  <a:lnTo>
                    <a:pt x="241300" y="862584"/>
                  </a:lnTo>
                  <a:lnTo>
                    <a:pt x="266700" y="862584"/>
                  </a:lnTo>
                  <a:lnTo>
                    <a:pt x="266700" y="837184"/>
                  </a:lnTo>
                  <a:close/>
                </a:path>
                <a:path w="893445" h="1695450">
                  <a:moveTo>
                    <a:pt x="317500" y="837184"/>
                  </a:moveTo>
                  <a:lnTo>
                    <a:pt x="292100" y="837184"/>
                  </a:lnTo>
                  <a:lnTo>
                    <a:pt x="292100" y="862584"/>
                  </a:lnTo>
                  <a:lnTo>
                    <a:pt x="317500" y="862584"/>
                  </a:lnTo>
                  <a:lnTo>
                    <a:pt x="317500" y="837184"/>
                  </a:lnTo>
                  <a:close/>
                </a:path>
                <a:path w="893445" h="1695450">
                  <a:moveTo>
                    <a:pt x="368300" y="837184"/>
                  </a:moveTo>
                  <a:lnTo>
                    <a:pt x="342900" y="837184"/>
                  </a:lnTo>
                  <a:lnTo>
                    <a:pt x="342900" y="862584"/>
                  </a:lnTo>
                  <a:lnTo>
                    <a:pt x="368300" y="862584"/>
                  </a:lnTo>
                  <a:lnTo>
                    <a:pt x="368300" y="837184"/>
                  </a:lnTo>
                  <a:close/>
                </a:path>
                <a:path w="893445" h="1695450">
                  <a:moveTo>
                    <a:pt x="419100" y="837184"/>
                  </a:moveTo>
                  <a:lnTo>
                    <a:pt x="393700" y="837184"/>
                  </a:lnTo>
                  <a:lnTo>
                    <a:pt x="393700" y="862584"/>
                  </a:lnTo>
                  <a:lnTo>
                    <a:pt x="419100" y="862584"/>
                  </a:lnTo>
                  <a:lnTo>
                    <a:pt x="419100" y="837184"/>
                  </a:lnTo>
                  <a:close/>
                </a:path>
                <a:path w="893445" h="1695450">
                  <a:moveTo>
                    <a:pt x="469900" y="837184"/>
                  </a:moveTo>
                  <a:lnTo>
                    <a:pt x="444500" y="837184"/>
                  </a:lnTo>
                  <a:lnTo>
                    <a:pt x="444500" y="862584"/>
                  </a:lnTo>
                  <a:lnTo>
                    <a:pt x="469900" y="862584"/>
                  </a:lnTo>
                  <a:lnTo>
                    <a:pt x="469900" y="837184"/>
                  </a:lnTo>
                  <a:close/>
                </a:path>
                <a:path w="893445" h="1695450">
                  <a:moveTo>
                    <a:pt x="520700" y="837184"/>
                  </a:moveTo>
                  <a:lnTo>
                    <a:pt x="495300" y="837184"/>
                  </a:lnTo>
                  <a:lnTo>
                    <a:pt x="495300" y="862584"/>
                  </a:lnTo>
                  <a:lnTo>
                    <a:pt x="520700" y="862584"/>
                  </a:lnTo>
                  <a:lnTo>
                    <a:pt x="520700" y="837184"/>
                  </a:lnTo>
                  <a:close/>
                </a:path>
                <a:path w="893445" h="1695450">
                  <a:moveTo>
                    <a:pt x="571500" y="837184"/>
                  </a:moveTo>
                  <a:lnTo>
                    <a:pt x="546100" y="837184"/>
                  </a:lnTo>
                  <a:lnTo>
                    <a:pt x="546100" y="862584"/>
                  </a:lnTo>
                  <a:lnTo>
                    <a:pt x="571500" y="862584"/>
                  </a:lnTo>
                  <a:lnTo>
                    <a:pt x="571500" y="837184"/>
                  </a:lnTo>
                  <a:close/>
                </a:path>
                <a:path w="893445" h="1695450">
                  <a:moveTo>
                    <a:pt x="622300" y="837184"/>
                  </a:moveTo>
                  <a:lnTo>
                    <a:pt x="596900" y="837184"/>
                  </a:lnTo>
                  <a:lnTo>
                    <a:pt x="596900" y="862584"/>
                  </a:lnTo>
                  <a:lnTo>
                    <a:pt x="622300" y="862584"/>
                  </a:lnTo>
                  <a:lnTo>
                    <a:pt x="622300" y="837184"/>
                  </a:lnTo>
                  <a:close/>
                </a:path>
                <a:path w="893445" h="1695450">
                  <a:moveTo>
                    <a:pt x="673100" y="837184"/>
                  </a:moveTo>
                  <a:lnTo>
                    <a:pt x="647700" y="837184"/>
                  </a:lnTo>
                  <a:lnTo>
                    <a:pt x="647700" y="862584"/>
                  </a:lnTo>
                  <a:lnTo>
                    <a:pt x="673100" y="862584"/>
                  </a:lnTo>
                  <a:lnTo>
                    <a:pt x="673100" y="837184"/>
                  </a:lnTo>
                  <a:close/>
                </a:path>
                <a:path w="893445" h="1695450">
                  <a:moveTo>
                    <a:pt x="723900" y="837184"/>
                  </a:moveTo>
                  <a:lnTo>
                    <a:pt x="698500" y="837184"/>
                  </a:lnTo>
                  <a:lnTo>
                    <a:pt x="698500" y="862584"/>
                  </a:lnTo>
                  <a:lnTo>
                    <a:pt x="723900" y="862584"/>
                  </a:lnTo>
                  <a:lnTo>
                    <a:pt x="723900" y="837184"/>
                  </a:lnTo>
                  <a:close/>
                </a:path>
                <a:path w="893445" h="1695450">
                  <a:moveTo>
                    <a:pt x="774700" y="837184"/>
                  </a:moveTo>
                  <a:lnTo>
                    <a:pt x="749300" y="837184"/>
                  </a:lnTo>
                  <a:lnTo>
                    <a:pt x="749300" y="862584"/>
                  </a:lnTo>
                  <a:lnTo>
                    <a:pt x="774700" y="862584"/>
                  </a:lnTo>
                  <a:lnTo>
                    <a:pt x="774700" y="837184"/>
                  </a:lnTo>
                  <a:close/>
                </a:path>
                <a:path w="893445" h="1695450">
                  <a:moveTo>
                    <a:pt x="856957" y="1580667"/>
                  </a:moveTo>
                  <a:lnTo>
                    <a:pt x="831557" y="1580667"/>
                  </a:lnTo>
                  <a:lnTo>
                    <a:pt x="831557" y="1606067"/>
                  </a:lnTo>
                  <a:lnTo>
                    <a:pt x="856957" y="1606067"/>
                  </a:lnTo>
                  <a:lnTo>
                    <a:pt x="856957" y="1580667"/>
                  </a:lnTo>
                  <a:close/>
                </a:path>
                <a:path w="893445" h="1695450">
                  <a:moveTo>
                    <a:pt x="856957" y="1529867"/>
                  </a:moveTo>
                  <a:lnTo>
                    <a:pt x="831557" y="1529867"/>
                  </a:lnTo>
                  <a:lnTo>
                    <a:pt x="831557" y="1555267"/>
                  </a:lnTo>
                  <a:lnTo>
                    <a:pt x="856957" y="1555267"/>
                  </a:lnTo>
                  <a:lnTo>
                    <a:pt x="856957" y="1529867"/>
                  </a:lnTo>
                  <a:close/>
                </a:path>
                <a:path w="893445" h="1695450">
                  <a:moveTo>
                    <a:pt x="856957" y="1479067"/>
                  </a:moveTo>
                  <a:lnTo>
                    <a:pt x="831557" y="1479067"/>
                  </a:lnTo>
                  <a:lnTo>
                    <a:pt x="831557" y="1504467"/>
                  </a:lnTo>
                  <a:lnTo>
                    <a:pt x="856957" y="1504467"/>
                  </a:lnTo>
                  <a:lnTo>
                    <a:pt x="856957" y="1479067"/>
                  </a:lnTo>
                  <a:close/>
                </a:path>
                <a:path w="893445" h="1695450">
                  <a:moveTo>
                    <a:pt x="856957" y="1428267"/>
                  </a:moveTo>
                  <a:lnTo>
                    <a:pt x="831557" y="1428267"/>
                  </a:lnTo>
                  <a:lnTo>
                    <a:pt x="831557" y="1453667"/>
                  </a:lnTo>
                  <a:lnTo>
                    <a:pt x="856957" y="1453667"/>
                  </a:lnTo>
                  <a:lnTo>
                    <a:pt x="856957" y="1428267"/>
                  </a:lnTo>
                  <a:close/>
                </a:path>
                <a:path w="893445" h="1695450">
                  <a:moveTo>
                    <a:pt x="856957" y="1377467"/>
                  </a:moveTo>
                  <a:lnTo>
                    <a:pt x="831557" y="1377467"/>
                  </a:lnTo>
                  <a:lnTo>
                    <a:pt x="831557" y="1402867"/>
                  </a:lnTo>
                  <a:lnTo>
                    <a:pt x="856957" y="1402867"/>
                  </a:lnTo>
                  <a:lnTo>
                    <a:pt x="856957" y="1377467"/>
                  </a:lnTo>
                  <a:close/>
                </a:path>
                <a:path w="893445" h="1695450">
                  <a:moveTo>
                    <a:pt x="856957" y="1326667"/>
                  </a:moveTo>
                  <a:lnTo>
                    <a:pt x="831557" y="1326667"/>
                  </a:lnTo>
                  <a:lnTo>
                    <a:pt x="831557" y="1352067"/>
                  </a:lnTo>
                  <a:lnTo>
                    <a:pt x="856957" y="1352067"/>
                  </a:lnTo>
                  <a:lnTo>
                    <a:pt x="856957" y="1326667"/>
                  </a:lnTo>
                  <a:close/>
                </a:path>
                <a:path w="893445" h="1695450">
                  <a:moveTo>
                    <a:pt x="856957" y="1275867"/>
                  </a:moveTo>
                  <a:lnTo>
                    <a:pt x="831557" y="1275867"/>
                  </a:lnTo>
                  <a:lnTo>
                    <a:pt x="831557" y="1301267"/>
                  </a:lnTo>
                  <a:lnTo>
                    <a:pt x="856957" y="1301267"/>
                  </a:lnTo>
                  <a:lnTo>
                    <a:pt x="856957" y="1275867"/>
                  </a:lnTo>
                  <a:close/>
                </a:path>
                <a:path w="893445" h="1695450">
                  <a:moveTo>
                    <a:pt x="856957" y="1225067"/>
                  </a:moveTo>
                  <a:lnTo>
                    <a:pt x="831557" y="1225067"/>
                  </a:lnTo>
                  <a:lnTo>
                    <a:pt x="831557" y="1250467"/>
                  </a:lnTo>
                  <a:lnTo>
                    <a:pt x="856957" y="1250467"/>
                  </a:lnTo>
                  <a:lnTo>
                    <a:pt x="856957" y="1225067"/>
                  </a:lnTo>
                  <a:close/>
                </a:path>
                <a:path w="893445" h="1695450">
                  <a:moveTo>
                    <a:pt x="856957" y="1174267"/>
                  </a:moveTo>
                  <a:lnTo>
                    <a:pt x="831557" y="1174267"/>
                  </a:lnTo>
                  <a:lnTo>
                    <a:pt x="831557" y="1199667"/>
                  </a:lnTo>
                  <a:lnTo>
                    <a:pt x="856957" y="1199667"/>
                  </a:lnTo>
                  <a:lnTo>
                    <a:pt x="856957" y="1174267"/>
                  </a:lnTo>
                  <a:close/>
                </a:path>
                <a:path w="893445" h="1695450">
                  <a:moveTo>
                    <a:pt x="856957" y="1123467"/>
                  </a:moveTo>
                  <a:lnTo>
                    <a:pt x="831557" y="1123467"/>
                  </a:lnTo>
                  <a:lnTo>
                    <a:pt x="831557" y="1148867"/>
                  </a:lnTo>
                  <a:lnTo>
                    <a:pt x="856957" y="1148867"/>
                  </a:lnTo>
                  <a:lnTo>
                    <a:pt x="856957" y="1123467"/>
                  </a:lnTo>
                  <a:close/>
                </a:path>
                <a:path w="893445" h="1695450">
                  <a:moveTo>
                    <a:pt x="856957" y="1072667"/>
                  </a:moveTo>
                  <a:lnTo>
                    <a:pt x="831557" y="1072667"/>
                  </a:lnTo>
                  <a:lnTo>
                    <a:pt x="831557" y="1098067"/>
                  </a:lnTo>
                  <a:lnTo>
                    <a:pt x="856957" y="1098067"/>
                  </a:lnTo>
                  <a:lnTo>
                    <a:pt x="856957" y="1072667"/>
                  </a:lnTo>
                  <a:close/>
                </a:path>
                <a:path w="893445" h="1695450">
                  <a:moveTo>
                    <a:pt x="856957" y="1021867"/>
                  </a:moveTo>
                  <a:lnTo>
                    <a:pt x="831557" y="1021867"/>
                  </a:lnTo>
                  <a:lnTo>
                    <a:pt x="831557" y="1047267"/>
                  </a:lnTo>
                  <a:lnTo>
                    <a:pt x="856957" y="1047267"/>
                  </a:lnTo>
                  <a:lnTo>
                    <a:pt x="856957" y="1021867"/>
                  </a:lnTo>
                  <a:close/>
                </a:path>
                <a:path w="893445" h="1695450">
                  <a:moveTo>
                    <a:pt x="856957" y="971067"/>
                  </a:moveTo>
                  <a:lnTo>
                    <a:pt x="831557" y="971067"/>
                  </a:lnTo>
                  <a:lnTo>
                    <a:pt x="831557" y="996467"/>
                  </a:lnTo>
                  <a:lnTo>
                    <a:pt x="856957" y="996467"/>
                  </a:lnTo>
                  <a:lnTo>
                    <a:pt x="856957" y="971067"/>
                  </a:lnTo>
                  <a:close/>
                </a:path>
                <a:path w="893445" h="1695450">
                  <a:moveTo>
                    <a:pt x="856957" y="920267"/>
                  </a:moveTo>
                  <a:lnTo>
                    <a:pt x="831557" y="920267"/>
                  </a:lnTo>
                  <a:lnTo>
                    <a:pt x="831557" y="945667"/>
                  </a:lnTo>
                  <a:lnTo>
                    <a:pt x="856957" y="945667"/>
                  </a:lnTo>
                  <a:lnTo>
                    <a:pt x="856957" y="920267"/>
                  </a:lnTo>
                  <a:close/>
                </a:path>
                <a:path w="893445" h="1695450">
                  <a:moveTo>
                    <a:pt x="856957" y="729932"/>
                  </a:moveTo>
                  <a:lnTo>
                    <a:pt x="831557" y="729932"/>
                  </a:lnTo>
                  <a:lnTo>
                    <a:pt x="831557" y="755332"/>
                  </a:lnTo>
                  <a:lnTo>
                    <a:pt x="856957" y="755332"/>
                  </a:lnTo>
                  <a:lnTo>
                    <a:pt x="856957" y="729932"/>
                  </a:lnTo>
                  <a:close/>
                </a:path>
                <a:path w="893445" h="1695450">
                  <a:moveTo>
                    <a:pt x="856957" y="679132"/>
                  </a:moveTo>
                  <a:lnTo>
                    <a:pt x="831557" y="679132"/>
                  </a:lnTo>
                  <a:lnTo>
                    <a:pt x="831557" y="704532"/>
                  </a:lnTo>
                  <a:lnTo>
                    <a:pt x="856957" y="704532"/>
                  </a:lnTo>
                  <a:lnTo>
                    <a:pt x="856957" y="679132"/>
                  </a:lnTo>
                  <a:close/>
                </a:path>
                <a:path w="893445" h="1695450">
                  <a:moveTo>
                    <a:pt x="856957" y="628332"/>
                  </a:moveTo>
                  <a:lnTo>
                    <a:pt x="831557" y="628332"/>
                  </a:lnTo>
                  <a:lnTo>
                    <a:pt x="831557" y="653732"/>
                  </a:lnTo>
                  <a:lnTo>
                    <a:pt x="856957" y="653732"/>
                  </a:lnTo>
                  <a:lnTo>
                    <a:pt x="856957" y="628332"/>
                  </a:lnTo>
                  <a:close/>
                </a:path>
                <a:path w="893445" h="1695450">
                  <a:moveTo>
                    <a:pt x="856957" y="577532"/>
                  </a:moveTo>
                  <a:lnTo>
                    <a:pt x="831557" y="577532"/>
                  </a:lnTo>
                  <a:lnTo>
                    <a:pt x="831557" y="602932"/>
                  </a:lnTo>
                  <a:lnTo>
                    <a:pt x="856957" y="602932"/>
                  </a:lnTo>
                  <a:lnTo>
                    <a:pt x="856957" y="577532"/>
                  </a:lnTo>
                  <a:close/>
                </a:path>
                <a:path w="893445" h="1695450">
                  <a:moveTo>
                    <a:pt x="856957" y="526732"/>
                  </a:moveTo>
                  <a:lnTo>
                    <a:pt x="831557" y="526732"/>
                  </a:lnTo>
                  <a:lnTo>
                    <a:pt x="831557" y="552132"/>
                  </a:lnTo>
                  <a:lnTo>
                    <a:pt x="856957" y="552132"/>
                  </a:lnTo>
                  <a:lnTo>
                    <a:pt x="856957" y="526732"/>
                  </a:lnTo>
                  <a:close/>
                </a:path>
                <a:path w="893445" h="1695450">
                  <a:moveTo>
                    <a:pt x="856957" y="475932"/>
                  </a:moveTo>
                  <a:lnTo>
                    <a:pt x="831557" y="475932"/>
                  </a:lnTo>
                  <a:lnTo>
                    <a:pt x="831557" y="501332"/>
                  </a:lnTo>
                  <a:lnTo>
                    <a:pt x="856957" y="501332"/>
                  </a:lnTo>
                  <a:lnTo>
                    <a:pt x="856957" y="475932"/>
                  </a:lnTo>
                  <a:close/>
                </a:path>
                <a:path w="893445" h="1695450">
                  <a:moveTo>
                    <a:pt x="856957" y="425132"/>
                  </a:moveTo>
                  <a:lnTo>
                    <a:pt x="831557" y="425132"/>
                  </a:lnTo>
                  <a:lnTo>
                    <a:pt x="831557" y="450532"/>
                  </a:lnTo>
                  <a:lnTo>
                    <a:pt x="856957" y="450532"/>
                  </a:lnTo>
                  <a:lnTo>
                    <a:pt x="856957" y="425132"/>
                  </a:lnTo>
                  <a:close/>
                </a:path>
                <a:path w="893445" h="1695450">
                  <a:moveTo>
                    <a:pt x="856957" y="374332"/>
                  </a:moveTo>
                  <a:lnTo>
                    <a:pt x="831557" y="374332"/>
                  </a:lnTo>
                  <a:lnTo>
                    <a:pt x="831557" y="399732"/>
                  </a:lnTo>
                  <a:lnTo>
                    <a:pt x="856957" y="399732"/>
                  </a:lnTo>
                  <a:lnTo>
                    <a:pt x="856957" y="374332"/>
                  </a:lnTo>
                  <a:close/>
                </a:path>
                <a:path w="893445" h="1695450">
                  <a:moveTo>
                    <a:pt x="856957" y="323532"/>
                  </a:moveTo>
                  <a:lnTo>
                    <a:pt x="831557" y="323532"/>
                  </a:lnTo>
                  <a:lnTo>
                    <a:pt x="831557" y="348932"/>
                  </a:lnTo>
                  <a:lnTo>
                    <a:pt x="856957" y="348932"/>
                  </a:lnTo>
                  <a:lnTo>
                    <a:pt x="856957" y="323532"/>
                  </a:lnTo>
                  <a:close/>
                </a:path>
                <a:path w="893445" h="1695450">
                  <a:moveTo>
                    <a:pt x="856957" y="272732"/>
                  </a:moveTo>
                  <a:lnTo>
                    <a:pt x="831557" y="272732"/>
                  </a:lnTo>
                  <a:lnTo>
                    <a:pt x="831557" y="298132"/>
                  </a:lnTo>
                  <a:lnTo>
                    <a:pt x="856957" y="298132"/>
                  </a:lnTo>
                  <a:lnTo>
                    <a:pt x="856957" y="272732"/>
                  </a:lnTo>
                  <a:close/>
                </a:path>
                <a:path w="893445" h="1695450">
                  <a:moveTo>
                    <a:pt x="856957" y="221932"/>
                  </a:moveTo>
                  <a:lnTo>
                    <a:pt x="831557" y="221932"/>
                  </a:lnTo>
                  <a:lnTo>
                    <a:pt x="831557" y="247332"/>
                  </a:lnTo>
                  <a:lnTo>
                    <a:pt x="856957" y="247332"/>
                  </a:lnTo>
                  <a:lnTo>
                    <a:pt x="856957" y="221932"/>
                  </a:lnTo>
                  <a:close/>
                </a:path>
                <a:path w="893445" h="1695450">
                  <a:moveTo>
                    <a:pt x="856957" y="171132"/>
                  </a:moveTo>
                  <a:lnTo>
                    <a:pt x="831557" y="171132"/>
                  </a:lnTo>
                  <a:lnTo>
                    <a:pt x="831557" y="196532"/>
                  </a:lnTo>
                  <a:lnTo>
                    <a:pt x="856957" y="196532"/>
                  </a:lnTo>
                  <a:lnTo>
                    <a:pt x="856957" y="171132"/>
                  </a:lnTo>
                  <a:close/>
                </a:path>
                <a:path w="893445" h="1695450">
                  <a:moveTo>
                    <a:pt x="856957" y="120332"/>
                  </a:moveTo>
                  <a:lnTo>
                    <a:pt x="831557" y="120332"/>
                  </a:lnTo>
                  <a:lnTo>
                    <a:pt x="831557" y="145732"/>
                  </a:lnTo>
                  <a:lnTo>
                    <a:pt x="856957" y="145732"/>
                  </a:lnTo>
                  <a:lnTo>
                    <a:pt x="856957" y="120332"/>
                  </a:lnTo>
                  <a:close/>
                </a:path>
                <a:path w="893445" h="1695450">
                  <a:moveTo>
                    <a:pt x="882357" y="1656867"/>
                  </a:moveTo>
                  <a:lnTo>
                    <a:pt x="879360" y="1642033"/>
                  </a:lnTo>
                  <a:lnTo>
                    <a:pt x="872236" y="1631467"/>
                  </a:lnTo>
                  <a:lnTo>
                    <a:pt x="871194" y="1629918"/>
                  </a:lnTo>
                  <a:lnTo>
                    <a:pt x="859078" y="1621751"/>
                  </a:lnTo>
                  <a:lnTo>
                    <a:pt x="844257" y="1618767"/>
                  </a:lnTo>
                  <a:lnTo>
                    <a:pt x="829424" y="1621751"/>
                  </a:lnTo>
                  <a:lnTo>
                    <a:pt x="817308" y="1629918"/>
                  </a:lnTo>
                  <a:lnTo>
                    <a:pt x="809155" y="1642033"/>
                  </a:lnTo>
                  <a:lnTo>
                    <a:pt x="806157" y="1656867"/>
                  </a:lnTo>
                  <a:lnTo>
                    <a:pt x="809155" y="1671688"/>
                  </a:lnTo>
                  <a:lnTo>
                    <a:pt x="817308" y="1683804"/>
                  </a:lnTo>
                  <a:lnTo>
                    <a:pt x="829424" y="1691970"/>
                  </a:lnTo>
                  <a:lnTo>
                    <a:pt x="844257" y="1694967"/>
                  </a:lnTo>
                  <a:lnTo>
                    <a:pt x="859091" y="1691970"/>
                  </a:lnTo>
                  <a:lnTo>
                    <a:pt x="871194" y="1683804"/>
                  </a:lnTo>
                  <a:lnTo>
                    <a:pt x="879360" y="1671688"/>
                  </a:lnTo>
                  <a:lnTo>
                    <a:pt x="882357" y="1656867"/>
                  </a:lnTo>
                  <a:close/>
                </a:path>
                <a:path w="893445" h="1695450">
                  <a:moveTo>
                    <a:pt x="882357" y="38100"/>
                  </a:moveTo>
                  <a:lnTo>
                    <a:pt x="879360" y="23266"/>
                  </a:lnTo>
                  <a:lnTo>
                    <a:pt x="871194" y="11150"/>
                  </a:lnTo>
                  <a:lnTo>
                    <a:pt x="859091" y="2984"/>
                  </a:lnTo>
                  <a:lnTo>
                    <a:pt x="844257" y="0"/>
                  </a:lnTo>
                  <a:lnTo>
                    <a:pt x="829424" y="2984"/>
                  </a:lnTo>
                  <a:lnTo>
                    <a:pt x="817321" y="11150"/>
                  </a:lnTo>
                  <a:lnTo>
                    <a:pt x="809155" y="23266"/>
                  </a:lnTo>
                  <a:lnTo>
                    <a:pt x="806157" y="38100"/>
                  </a:lnTo>
                  <a:lnTo>
                    <a:pt x="809155" y="52920"/>
                  </a:lnTo>
                  <a:lnTo>
                    <a:pt x="817321" y="65036"/>
                  </a:lnTo>
                  <a:lnTo>
                    <a:pt x="829424" y="73202"/>
                  </a:lnTo>
                  <a:lnTo>
                    <a:pt x="831557" y="73634"/>
                  </a:lnTo>
                  <a:lnTo>
                    <a:pt x="831557" y="94932"/>
                  </a:lnTo>
                  <a:lnTo>
                    <a:pt x="856957" y="94932"/>
                  </a:lnTo>
                  <a:lnTo>
                    <a:pt x="856957" y="76200"/>
                  </a:lnTo>
                  <a:lnTo>
                    <a:pt x="856957" y="73634"/>
                  </a:lnTo>
                  <a:lnTo>
                    <a:pt x="859091" y="73202"/>
                  </a:lnTo>
                  <a:lnTo>
                    <a:pt x="864527" y="69532"/>
                  </a:lnTo>
                  <a:lnTo>
                    <a:pt x="871194" y="65036"/>
                  </a:lnTo>
                  <a:lnTo>
                    <a:pt x="879360" y="52920"/>
                  </a:lnTo>
                  <a:lnTo>
                    <a:pt x="881138" y="44132"/>
                  </a:lnTo>
                  <a:lnTo>
                    <a:pt x="882357" y="38100"/>
                  </a:lnTo>
                  <a:close/>
                </a:path>
                <a:path w="893445" h="1695450">
                  <a:moveTo>
                    <a:pt x="893013" y="849884"/>
                  </a:moveTo>
                  <a:lnTo>
                    <a:pt x="890447" y="837184"/>
                  </a:lnTo>
                  <a:lnTo>
                    <a:pt x="890016" y="835050"/>
                  </a:lnTo>
                  <a:lnTo>
                    <a:pt x="881849" y="822947"/>
                  </a:lnTo>
                  <a:lnTo>
                    <a:pt x="876973" y="819670"/>
                  </a:lnTo>
                  <a:lnTo>
                    <a:pt x="871194" y="811085"/>
                  </a:lnTo>
                  <a:lnTo>
                    <a:pt x="859091" y="802919"/>
                  </a:lnTo>
                  <a:lnTo>
                    <a:pt x="856957" y="802500"/>
                  </a:lnTo>
                  <a:lnTo>
                    <a:pt x="856957" y="780732"/>
                  </a:lnTo>
                  <a:lnTo>
                    <a:pt x="831557" y="780732"/>
                  </a:lnTo>
                  <a:lnTo>
                    <a:pt x="831557" y="802500"/>
                  </a:lnTo>
                  <a:lnTo>
                    <a:pt x="829424" y="802919"/>
                  </a:lnTo>
                  <a:lnTo>
                    <a:pt x="817321" y="811085"/>
                  </a:lnTo>
                  <a:lnTo>
                    <a:pt x="809155" y="823201"/>
                  </a:lnTo>
                  <a:lnTo>
                    <a:pt x="806323" y="837184"/>
                  </a:lnTo>
                  <a:lnTo>
                    <a:pt x="800100" y="837184"/>
                  </a:lnTo>
                  <a:lnTo>
                    <a:pt x="800100" y="862584"/>
                  </a:lnTo>
                  <a:lnTo>
                    <a:pt x="807288" y="862584"/>
                  </a:lnTo>
                  <a:lnTo>
                    <a:pt x="809155" y="871766"/>
                  </a:lnTo>
                  <a:lnTo>
                    <a:pt x="817321" y="883869"/>
                  </a:lnTo>
                  <a:lnTo>
                    <a:pt x="829424" y="892035"/>
                  </a:lnTo>
                  <a:lnTo>
                    <a:pt x="831557" y="892467"/>
                  </a:lnTo>
                  <a:lnTo>
                    <a:pt x="831557" y="894867"/>
                  </a:lnTo>
                  <a:lnTo>
                    <a:pt x="843432" y="894867"/>
                  </a:lnTo>
                  <a:lnTo>
                    <a:pt x="844257" y="895032"/>
                  </a:lnTo>
                  <a:lnTo>
                    <a:pt x="845070" y="894867"/>
                  </a:lnTo>
                  <a:lnTo>
                    <a:pt x="856957" y="894867"/>
                  </a:lnTo>
                  <a:lnTo>
                    <a:pt x="856957" y="892467"/>
                  </a:lnTo>
                  <a:lnTo>
                    <a:pt x="859091" y="892035"/>
                  </a:lnTo>
                  <a:lnTo>
                    <a:pt x="869442" y="885050"/>
                  </a:lnTo>
                  <a:lnTo>
                    <a:pt x="869734" y="884986"/>
                  </a:lnTo>
                  <a:lnTo>
                    <a:pt x="881849" y="876820"/>
                  </a:lnTo>
                  <a:lnTo>
                    <a:pt x="890016" y="864717"/>
                  </a:lnTo>
                  <a:lnTo>
                    <a:pt x="890447" y="862584"/>
                  </a:lnTo>
                  <a:lnTo>
                    <a:pt x="893013" y="8498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53221" y="4059200"/>
              <a:ext cx="139701" cy="17193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11580" y="4061972"/>
              <a:ext cx="495301" cy="15240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098445" y="3119614"/>
              <a:ext cx="893444" cy="900430"/>
            </a:xfrm>
            <a:custGeom>
              <a:avLst/>
              <a:gdLst/>
              <a:ahLst/>
              <a:cxnLst/>
              <a:rect l="l" t="t" r="r" b="b"/>
              <a:pathLst>
                <a:path w="893445" h="900429">
                  <a:moveTo>
                    <a:pt x="893013" y="837184"/>
                  </a:moveTo>
                  <a:lnTo>
                    <a:pt x="888517" y="814933"/>
                  </a:lnTo>
                  <a:lnTo>
                    <a:pt x="876274" y="796772"/>
                  </a:lnTo>
                  <a:lnTo>
                    <a:pt x="858100" y="784529"/>
                  </a:lnTo>
                  <a:lnTo>
                    <a:pt x="835863" y="780034"/>
                  </a:lnTo>
                  <a:lnTo>
                    <a:pt x="813612" y="784529"/>
                  </a:lnTo>
                  <a:lnTo>
                    <a:pt x="795451" y="796772"/>
                  </a:lnTo>
                  <a:lnTo>
                    <a:pt x="783209" y="814946"/>
                  </a:lnTo>
                  <a:lnTo>
                    <a:pt x="782561" y="818134"/>
                  </a:lnTo>
                  <a:lnTo>
                    <a:pt x="121640" y="818134"/>
                  </a:lnTo>
                  <a:lnTo>
                    <a:pt x="110959" y="802284"/>
                  </a:lnTo>
                  <a:lnTo>
                    <a:pt x="92786" y="790041"/>
                  </a:lnTo>
                  <a:lnTo>
                    <a:pt x="89598" y="789393"/>
                  </a:lnTo>
                  <a:lnTo>
                    <a:pt x="89598" y="785545"/>
                  </a:lnTo>
                  <a:lnTo>
                    <a:pt x="89598" y="114300"/>
                  </a:lnTo>
                  <a:lnTo>
                    <a:pt x="89598" y="110451"/>
                  </a:lnTo>
                  <a:lnTo>
                    <a:pt x="92786" y="109804"/>
                  </a:lnTo>
                  <a:lnTo>
                    <a:pt x="110959" y="97561"/>
                  </a:lnTo>
                  <a:lnTo>
                    <a:pt x="123202" y="79387"/>
                  </a:lnTo>
                  <a:lnTo>
                    <a:pt x="127698" y="57150"/>
                  </a:lnTo>
                  <a:lnTo>
                    <a:pt x="123202" y="34899"/>
                  </a:lnTo>
                  <a:lnTo>
                    <a:pt x="110959" y="16738"/>
                  </a:lnTo>
                  <a:lnTo>
                    <a:pt x="92786" y="4483"/>
                  </a:lnTo>
                  <a:lnTo>
                    <a:pt x="70548" y="0"/>
                  </a:lnTo>
                  <a:lnTo>
                    <a:pt x="48298" y="4483"/>
                  </a:lnTo>
                  <a:lnTo>
                    <a:pt x="30137" y="16738"/>
                  </a:lnTo>
                  <a:lnTo>
                    <a:pt x="17881" y="34899"/>
                  </a:lnTo>
                  <a:lnTo>
                    <a:pt x="13398" y="57150"/>
                  </a:lnTo>
                  <a:lnTo>
                    <a:pt x="17881" y="79387"/>
                  </a:lnTo>
                  <a:lnTo>
                    <a:pt x="30137" y="97561"/>
                  </a:lnTo>
                  <a:lnTo>
                    <a:pt x="48298" y="109804"/>
                  </a:lnTo>
                  <a:lnTo>
                    <a:pt x="51498" y="110451"/>
                  </a:lnTo>
                  <a:lnTo>
                    <a:pt x="51498" y="781177"/>
                  </a:lnTo>
                  <a:lnTo>
                    <a:pt x="34899" y="784529"/>
                  </a:lnTo>
                  <a:lnTo>
                    <a:pt x="16738" y="796772"/>
                  </a:lnTo>
                  <a:lnTo>
                    <a:pt x="4495" y="814946"/>
                  </a:lnTo>
                  <a:lnTo>
                    <a:pt x="0" y="837184"/>
                  </a:lnTo>
                  <a:lnTo>
                    <a:pt x="4495" y="859434"/>
                  </a:lnTo>
                  <a:lnTo>
                    <a:pt x="16738" y="877595"/>
                  </a:lnTo>
                  <a:lnTo>
                    <a:pt x="34912" y="889850"/>
                  </a:lnTo>
                  <a:lnTo>
                    <a:pt x="42367" y="891362"/>
                  </a:lnTo>
                  <a:lnTo>
                    <a:pt x="48298" y="895350"/>
                  </a:lnTo>
                  <a:lnTo>
                    <a:pt x="70548" y="899845"/>
                  </a:lnTo>
                  <a:lnTo>
                    <a:pt x="92786" y="895350"/>
                  </a:lnTo>
                  <a:lnTo>
                    <a:pt x="110959" y="883107"/>
                  </a:lnTo>
                  <a:lnTo>
                    <a:pt x="123202" y="864946"/>
                  </a:lnTo>
                  <a:lnTo>
                    <a:pt x="124955" y="856234"/>
                  </a:lnTo>
                  <a:lnTo>
                    <a:pt x="782561" y="856234"/>
                  </a:lnTo>
                  <a:lnTo>
                    <a:pt x="783209" y="859434"/>
                  </a:lnTo>
                  <a:lnTo>
                    <a:pt x="795451" y="877595"/>
                  </a:lnTo>
                  <a:lnTo>
                    <a:pt x="813612" y="889850"/>
                  </a:lnTo>
                  <a:lnTo>
                    <a:pt x="835863" y="894334"/>
                  </a:lnTo>
                  <a:lnTo>
                    <a:pt x="858113" y="889838"/>
                  </a:lnTo>
                  <a:lnTo>
                    <a:pt x="876274" y="877595"/>
                  </a:lnTo>
                  <a:lnTo>
                    <a:pt x="888517" y="859434"/>
                  </a:lnTo>
                  <a:lnTo>
                    <a:pt x="889165" y="856234"/>
                  </a:lnTo>
                  <a:lnTo>
                    <a:pt x="893013" y="837184"/>
                  </a:lnTo>
                  <a:close/>
                </a:path>
              </a:pathLst>
            </a:custGeom>
            <a:solidFill>
              <a:srgbClr val="FF4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81199" y="3446324"/>
            <a:ext cx="1284274" cy="24159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41894" y="2786650"/>
            <a:ext cx="451087" cy="13879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972413" y="4059200"/>
            <a:ext cx="476251" cy="14653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916671" y="4886543"/>
            <a:ext cx="495301" cy="15240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765113" y="6945763"/>
            <a:ext cx="9029700" cy="102870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701613" y="5544111"/>
            <a:ext cx="9156700" cy="1028701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211165" y="2415898"/>
            <a:ext cx="201766" cy="907106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520547" y="8550264"/>
            <a:ext cx="6063540" cy="79447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2322468" y="8606028"/>
            <a:ext cx="160401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" marR="5080" indent="-1905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882B"/>
                </a:solidFill>
                <a:latin typeface="Helvetica Light"/>
                <a:cs typeface="Helvetica Light"/>
              </a:rPr>
              <a:t>short</a:t>
            </a:r>
            <a:r>
              <a:rPr sz="2000" spc="-55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2000" dirty="0">
                <a:solidFill>
                  <a:srgbClr val="00882B"/>
                </a:solidFill>
                <a:latin typeface="Helvetica Light"/>
                <a:cs typeface="Helvetica Light"/>
              </a:rPr>
              <a:t>hand</a:t>
            </a:r>
            <a:r>
              <a:rPr sz="2000" spc="-45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2000" spc="-25" dirty="0">
                <a:solidFill>
                  <a:srgbClr val="00882B"/>
                </a:solidFill>
                <a:latin typeface="Helvetica Light"/>
                <a:cs typeface="Helvetica Light"/>
              </a:rPr>
              <a:t>for </a:t>
            </a:r>
            <a:r>
              <a:rPr sz="2000" dirty="0">
                <a:solidFill>
                  <a:srgbClr val="00882B"/>
                </a:solidFill>
                <a:latin typeface="Helvetica Light"/>
                <a:cs typeface="Helvetica Light"/>
              </a:rPr>
              <a:t>local</a:t>
            </a:r>
            <a:r>
              <a:rPr sz="2000" spc="-50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2000" spc="-10" dirty="0">
                <a:solidFill>
                  <a:srgbClr val="00882B"/>
                </a:solidFill>
                <a:latin typeface="Helvetica Light"/>
                <a:cs typeface="Helvetica Light"/>
              </a:rPr>
              <a:t>average</a:t>
            </a:r>
            <a:endParaRPr sz="2000">
              <a:latin typeface="Helvetica Light"/>
              <a:cs typeface="Helvetica Light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05741" y="3814473"/>
            <a:ext cx="2696009" cy="310042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856484" y="3843592"/>
            <a:ext cx="2586371" cy="297434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4244001" y="2376448"/>
            <a:ext cx="664845" cy="1097915"/>
            <a:chOff x="4244001" y="2376448"/>
            <a:chExt cx="664845" cy="1097915"/>
          </a:xfrm>
        </p:grpSpPr>
        <p:pic>
          <p:nvPicPr>
            <p:cNvPr id="21" name="object 2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244001" y="2376448"/>
              <a:ext cx="664557" cy="109773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244001" y="2395214"/>
              <a:ext cx="514995" cy="107896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393562" y="2376448"/>
              <a:ext cx="514996" cy="1078964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1402707" y="4449571"/>
            <a:ext cx="3975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882B"/>
                </a:solidFill>
                <a:latin typeface="Helvetica Light"/>
                <a:cs typeface="Helvetica Light"/>
              </a:rPr>
              <a:t>(variable</a:t>
            </a:r>
            <a:r>
              <a:rPr sz="1800" spc="-35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1800" dirty="0">
                <a:solidFill>
                  <a:srgbClr val="00882B"/>
                </a:solidFill>
                <a:latin typeface="Helvetica Light"/>
                <a:cs typeface="Helvetica Light"/>
              </a:rPr>
              <a:t>will</a:t>
            </a:r>
            <a:r>
              <a:rPr sz="1800" spc="-25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1800" dirty="0">
                <a:solidFill>
                  <a:srgbClr val="00882B"/>
                </a:solidFill>
                <a:latin typeface="Helvetica Light"/>
                <a:cs typeface="Helvetica Light"/>
              </a:rPr>
              <a:t>appear</a:t>
            </a:r>
            <a:r>
              <a:rPr sz="1800" spc="-30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1800" dirty="0">
                <a:solidFill>
                  <a:srgbClr val="00882B"/>
                </a:solidFill>
                <a:latin typeface="Helvetica Light"/>
                <a:cs typeface="Helvetica Light"/>
              </a:rPr>
              <a:t>four</a:t>
            </a:r>
            <a:r>
              <a:rPr sz="1800" spc="-25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1800" dirty="0">
                <a:solidFill>
                  <a:srgbClr val="00882B"/>
                </a:solidFill>
                <a:latin typeface="Helvetica Light"/>
                <a:cs typeface="Helvetica Light"/>
              </a:rPr>
              <a:t>times</a:t>
            </a:r>
            <a:r>
              <a:rPr sz="1800" spc="-35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1800" dirty="0">
                <a:solidFill>
                  <a:srgbClr val="00882B"/>
                </a:solidFill>
                <a:latin typeface="Helvetica Light"/>
                <a:cs typeface="Helvetica Light"/>
              </a:rPr>
              <a:t>in</a:t>
            </a:r>
            <a:r>
              <a:rPr sz="1800" spc="-30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1800" spc="-20" dirty="0">
                <a:solidFill>
                  <a:srgbClr val="00882B"/>
                </a:solidFill>
                <a:latin typeface="Helvetica Light"/>
                <a:cs typeface="Helvetica Light"/>
              </a:rPr>
              <a:t>sum)</a:t>
            </a:r>
            <a:endParaRPr sz="1800">
              <a:latin typeface="Helvetica Light"/>
              <a:cs typeface="Helvetica Light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7550" y="2282188"/>
            <a:ext cx="9029700" cy="102870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4050" y="880536"/>
            <a:ext cx="9156700" cy="102870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56000" y="4348988"/>
            <a:ext cx="58934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i="1" dirty="0">
                <a:solidFill>
                  <a:srgbClr val="0365C0"/>
                </a:solidFill>
                <a:latin typeface="Helvetica"/>
                <a:cs typeface="Helvetica"/>
              </a:rPr>
              <a:t>Where</a:t>
            </a:r>
            <a:r>
              <a:rPr b="0" i="1" spc="-4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b="0" i="1" dirty="0">
                <a:solidFill>
                  <a:srgbClr val="0365C0"/>
                </a:solidFill>
                <a:latin typeface="Helvetica"/>
                <a:cs typeface="Helvetica"/>
              </a:rPr>
              <a:t>are</a:t>
            </a:r>
            <a:r>
              <a:rPr b="0" i="1" spc="-3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b="0" i="1" dirty="0">
                <a:solidFill>
                  <a:srgbClr val="0365C0"/>
                </a:solidFill>
                <a:latin typeface="Helvetica"/>
                <a:cs typeface="Helvetica"/>
              </a:rPr>
              <a:t>the</a:t>
            </a:r>
            <a:r>
              <a:rPr b="0" i="1" spc="-3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b="0" i="1" dirty="0">
                <a:solidFill>
                  <a:srgbClr val="0365C0"/>
                </a:solidFill>
                <a:latin typeface="Helvetica"/>
                <a:cs typeface="Helvetica"/>
              </a:rPr>
              <a:t>extrema</a:t>
            </a:r>
            <a:r>
              <a:rPr b="0" i="1" spc="-3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b="0" i="1" dirty="0">
                <a:solidFill>
                  <a:srgbClr val="0365C0"/>
                </a:solidFill>
                <a:latin typeface="Helvetica"/>
                <a:cs typeface="Helvetica"/>
              </a:rPr>
              <a:t>of</a:t>
            </a:r>
            <a:r>
              <a:rPr b="0" i="1" spc="-3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b="0" i="1" spc="-25" dirty="0">
                <a:solidFill>
                  <a:srgbClr val="0365C0"/>
                </a:solidFill>
                <a:latin typeface="Helvetica"/>
                <a:cs typeface="Helvetica"/>
              </a:rPr>
              <a:t>E?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7550" y="2282188"/>
            <a:ext cx="9029700" cy="102870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4050" y="880536"/>
            <a:ext cx="9156700" cy="102870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56000" y="4348988"/>
            <a:ext cx="58934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Where</a:t>
            </a:r>
            <a:r>
              <a:rPr sz="3600" i="1" spc="-4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are</a:t>
            </a:r>
            <a:r>
              <a:rPr sz="3600" i="1" spc="-3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the</a:t>
            </a:r>
            <a:r>
              <a:rPr sz="3600" i="1" spc="-3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extrema</a:t>
            </a:r>
            <a:r>
              <a:rPr sz="3600" i="1" spc="-3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dirty="0">
                <a:solidFill>
                  <a:srgbClr val="0365C0"/>
                </a:solidFill>
                <a:latin typeface="Helvetica"/>
                <a:cs typeface="Helvetica"/>
              </a:rPr>
              <a:t>of</a:t>
            </a:r>
            <a:r>
              <a:rPr sz="3600" i="1" spc="-3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3600" i="1" spc="-25" dirty="0">
                <a:solidFill>
                  <a:srgbClr val="0365C0"/>
                </a:solidFill>
                <a:latin typeface="Helvetica"/>
                <a:cs typeface="Helvetica"/>
              </a:rPr>
              <a:t>E?</a:t>
            </a:r>
            <a:endParaRPr sz="3600">
              <a:latin typeface="Helvetica"/>
              <a:cs typeface="Helvetic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94779" y="5360923"/>
            <a:ext cx="76155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Helvetica Light"/>
                <a:cs typeface="Helvetica Light"/>
              </a:rPr>
              <a:t>(set</a:t>
            </a:r>
            <a:r>
              <a:rPr sz="2400" spc="-55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derivatives</a:t>
            </a:r>
            <a:r>
              <a:rPr sz="2400" spc="-50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to</a:t>
            </a:r>
            <a:r>
              <a:rPr sz="2400" spc="-50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zero</a:t>
            </a:r>
            <a:r>
              <a:rPr sz="2400" spc="-45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and</a:t>
            </a:r>
            <a:r>
              <a:rPr sz="2400" spc="-55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solve</a:t>
            </a:r>
            <a:r>
              <a:rPr sz="2400" spc="-50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for</a:t>
            </a:r>
            <a:r>
              <a:rPr sz="2400" spc="-50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unknowns</a:t>
            </a:r>
            <a:r>
              <a:rPr sz="2400" spc="-45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u</a:t>
            </a:r>
            <a:r>
              <a:rPr sz="2400" spc="-50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and</a:t>
            </a:r>
            <a:r>
              <a:rPr sz="2400" spc="-55" dirty="0">
                <a:latin typeface="Helvetica Light"/>
                <a:cs typeface="Helvetica Light"/>
              </a:rPr>
              <a:t> </a:t>
            </a:r>
            <a:r>
              <a:rPr sz="2400" spc="-25" dirty="0">
                <a:latin typeface="Helvetica Light"/>
                <a:cs typeface="Helvetica Light"/>
              </a:rPr>
              <a:t>v)</a:t>
            </a:r>
            <a:endParaRPr sz="2400">
              <a:latin typeface="Helvetica Light"/>
              <a:cs typeface="Helvetica Light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7961" y="7365366"/>
            <a:ext cx="7404101" cy="5842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82737" y="6371905"/>
            <a:ext cx="7429501" cy="546101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7550" y="2282188"/>
            <a:ext cx="9029700" cy="102870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4050" y="880536"/>
            <a:ext cx="9156700" cy="102870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56000" y="4348988"/>
            <a:ext cx="58934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i="1" dirty="0">
                <a:solidFill>
                  <a:srgbClr val="0365C0"/>
                </a:solidFill>
                <a:latin typeface="Helvetica"/>
                <a:cs typeface="Helvetica"/>
              </a:rPr>
              <a:t>Where</a:t>
            </a:r>
            <a:r>
              <a:rPr b="0" i="1" spc="-4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b="0" i="1" dirty="0">
                <a:solidFill>
                  <a:srgbClr val="0365C0"/>
                </a:solidFill>
                <a:latin typeface="Helvetica"/>
                <a:cs typeface="Helvetica"/>
              </a:rPr>
              <a:t>are</a:t>
            </a:r>
            <a:r>
              <a:rPr b="0" i="1" spc="-3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b="0" i="1" dirty="0">
                <a:solidFill>
                  <a:srgbClr val="0365C0"/>
                </a:solidFill>
                <a:latin typeface="Helvetica"/>
                <a:cs typeface="Helvetica"/>
              </a:rPr>
              <a:t>the</a:t>
            </a:r>
            <a:r>
              <a:rPr b="0" i="1" spc="-3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b="0" i="1" dirty="0">
                <a:solidFill>
                  <a:srgbClr val="0365C0"/>
                </a:solidFill>
                <a:latin typeface="Helvetica"/>
                <a:cs typeface="Helvetica"/>
              </a:rPr>
              <a:t>extrema</a:t>
            </a:r>
            <a:r>
              <a:rPr b="0" i="1" spc="-3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b="0" i="1" dirty="0">
                <a:solidFill>
                  <a:srgbClr val="0365C0"/>
                </a:solidFill>
                <a:latin typeface="Helvetica"/>
                <a:cs typeface="Helvetica"/>
              </a:rPr>
              <a:t>of</a:t>
            </a:r>
            <a:r>
              <a:rPr b="0" i="1" spc="-3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b="0" i="1" spc="-25" dirty="0">
                <a:solidFill>
                  <a:srgbClr val="0365C0"/>
                </a:solidFill>
                <a:latin typeface="Helvetica"/>
                <a:cs typeface="Helvetica"/>
              </a:rPr>
              <a:t>E?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694779" y="5360923"/>
            <a:ext cx="76155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Helvetica Light"/>
                <a:cs typeface="Helvetica Light"/>
              </a:rPr>
              <a:t>(set</a:t>
            </a:r>
            <a:r>
              <a:rPr sz="2400" spc="-55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derivatives</a:t>
            </a:r>
            <a:r>
              <a:rPr sz="2400" spc="-50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to</a:t>
            </a:r>
            <a:r>
              <a:rPr sz="2400" spc="-50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zero</a:t>
            </a:r>
            <a:r>
              <a:rPr sz="2400" spc="-45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and</a:t>
            </a:r>
            <a:r>
              <a:rPr sz="2400" spc="-55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solve</a:t>
            </a:r>
            <a:r>
              <a:rPr sz="2400" spc="-50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for</a:t>
            </a:r>
            <a:r>
              <a:rPr sz="2400" spc="-50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unknowns</a:t>
            </a:r>
            <a:r>
              <a:rPr sz="2400" spc="-45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u</a:t>
            </a:r>
            <a:r>
              <a:rPr sz="2400" spc="-50" dirty="0">
                <a:latin typeface="Helvetica Light"/>
                <a:cs typeface="Helvetica Light"/>
              </a:rPr>
              <a:t> </a:t>
            </a:r>
            <a:r>
              <a:rPr sz="2400" dirty="0">
                <a:latin typeface="Helvetica Light"/>
                <a:cs typeface="Helvetica Light"/>
              </a:rPr>
              <a:t>and</a:t>
            </a:r>
            <a:r>
              <a:rPr sz="2400" spc="-55" dirty="0">
                <a:latin typeface="Helvetica Light"/>
                <a:cs typeface="Helvetica Light"/>
              </a:rPr>
              <a:t> </a:t>
            </a:r>
            <a:r>
              <a:rPr sz="2400" spc="-25" dirty="0">
                <a:latin typeface="Helvetica Light"/>
                <a:cs typeface="Helvetica Light"/>
              </a:rPr>
              <a:t>v)</a:t>
            </a:r>
            <a:endParaRPr sz="2400">
              <a:latin typeface="Helvetica Light"/>
              <a:cs typeface="Helvetica Light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01841" y="8505569"/>
            <a:ext cx="2168770" cy="46990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139163" y="8518652"/>
            <a:ext cx="31115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solidFill>
                  <a:srgbClr val="0365C0"/>
                </a:solidFill>
                <a:latin typeface="Helvetica"/>
                <a:cs typeface="Helvetica"/>
              </a:rPr>
              <a:t>how</a:t>
            </a:r>
            <a:r>
              <a:rPr sz="2400" i="1" spc="-5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2400" i="1" dirty="0">
                <a:solidFill>
                  <a:srgbClr val="0365C0"/>
                </a:solidFill>
                <a:latin typeface="Helvetica"/>
                <a:cs typeface="Helvetica"/>
              </a:rPr>
              <a:t>do</a:t>
            </a:r>
            <a:r>
              <a:rPr sz="2400" i="1" spc="-5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2400" i="1" dirty="0">
                <a:solidFill>
                  <a:srgbClr val="0365C0"/>
                </a:solidFill>
                <a:latin typeface="Helvetica"/>
                <a:cs typeface="Helvetica"/>
              </a:rPr>
              <a:t>you</a:t>
            </a:r>
            <a:r>
              <a:rPr sz="2400" i="1" spc="-5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2400" i="1" dirty="0">
                <a:solidFill>
                  <a:srgbClr val="0365C0"/>
                </a:solidFill>
                <a:latin typeface="Helvetica"/>
                <a:cs typeface="Helvetica"/>
              </a:rPr>
              <a:t>solve</a:t>
            </a:r>
            <a:r>
              <a:rPr sz="2400" i="1" spc="-5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2400" i="1" spc="-20" dirty="0">
                <a:solidFill>
                  <a:srgbClr val="0365C0"/>
                </a:solidFill>
                <a:latin typeface="Helvetica"/>
                <a:cs typeface="Helvetica"/>
              </a:rPr>
              <a:t>this?</a:t>
            </a:r>
            <a:endParaRPr sz="2400">
              <a:latin typeface="Helvetica"/>
              <a:cs typeface="Helvetic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7961" y="7365366"/>
            <a:ext cx="7404101" cy="5842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82737" y="6371905"/>
            <a:ext cx="7429501" cy="54610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688956" y="8518652"/>
            <a:ext cx="29406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solidFill>
                  <a:srgbClr val="0365C0"/>
                </a:solidFill>
                <a:latin typeface="Helvetica"/>
                <a:cs typeface="Helvetica"/>
              </a:rPr>
              <a:t>this</a:t>
            </a:r>
            <a:r>
              <a:rPr sz="2400" i="1" spc="-35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2400" i="1" dirty="0">
                <a:solidFill>
                  <a:srgbClr val="0365C0"/>
                </a:solidFill>
                <a:latin typeface="Helvetica"/>
                <a:cs typeface="Helvetica"/>
              </a:rPr>
              <a:t>is</a:t>
            </a:r>
            <a:r>
              <a:rPr sz="2400" i="1" spc="-3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2400" i="1" dirty="0">
                <a:solidFill>
                  <a:srgbClr val="0365C0"/>
                </a:solidFill>
                <a:latin typeface="Helvetica"/>
                <a:cs typeface="Helvetica"/>
              </a:rPr>
              <a:t>a</a:t>
            </a:r>
            <a:r>
              <a:rPr sz="2400" i="1" spc="-3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2400" i="1" dirty="0">
                <a:solidFill>
                  <a:srgbClr val="0365C0"/>
                </a:solidFill>
                <a:latin typeface="Helvetica"/>
                <a:cs typeface="Helvetica"/>
              </a:rPr>
              <a:t>linear</a:t>
            </a:r>
            <a:r>
              <a:rPr sz="2400" i="1" spc="-30" dirty="0">
                <a:solidFill>
                  <a:srgbClr val="0365C0"/>
                </a:solidFill>
                <a:latin typeface="Helvetica"/>
                <a:cs typeface="Helvetica"/>
              </a:rPr>
              <a:t> </a:t>
            </a:r>
            <a:r>
              <a:rPr sz="2400" i="1" spc="-10" dirty="0">
                <a:solidFill>
                  <a:srgbClr val="0365C0"/>
                </a:solidFill>
                <a:latin typeface="Helvetica"/>
                <a:cs typeface="Helvetica"/>
              </a:rPr>
              <a:t>system</a:t>
            </a:r>
            <a:endParaRPr sz="24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5236" y="3559297"/>
            <a:ext cx="5222982" cy="122032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27027" y="3843020"/>
            <a:ext cx="1296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10" dirty="0">
                <a:solidFill>
                  <a:srgbClr val="FF9300"/>
                </a:solidFill>
                <a:latin typeface="Helvetica Light"/>
                <a:cs typeface="Helvetica Light"/>
              </a:rPr>
              <a:t>Recall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7961" y="1859588"/>
            <a:ext cx="7404101" cy="5842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82737" y="866128"/>
            <a:ext cx="7429501" cy="546101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512547" y="3171243"/>
            <a:ext cx="8025130" cy="1996439"/>
          </a:xfrm>
          <a:custGeom>
            <a:avLst/>
            <a:gdLst/>
            <a:ahLst/>
            <a:cxnLst/>
            <a:rect l="l" t="t" r="r" b="b"/>
            <a:pathLst>
              <a:path w="8025130" h="1996439">
                <a:moveTo>
                  <a:pt x="0" y="265368"/>
                </a:moveTo>
                <a:lnTo>
                  <a:pt x="4275" y="217667"/>
                </a:lnTo>
                <a:lnTo>
                  <a:pt x="16602" y="172772"/>
                </a:lnTo>
                <a:lnTo>
                  <a:pt x="36230" y="131431"/>
                </a:lnTo>
                <a:lnTo>
                  <a:pt x="62411" y="94394"/>
                </a:lnTo>
                <a:lnTo>
                  <a:pt x="94394" y="62411"/>
                </a:lnTo>
                <a:lnTo>
                  <a:pt x="131431" y="36230"/>
                </a:lnTo>
                <a:lnTo>
                  <a:pt x="172772" y="16602"/>
                </a:lnTo>
                <a:lnTo>
                  <a:pt x="217667" y="4275"/>
                </a:lnTo>
                <a:lnTo>
                  <a:pt x="265367" y="0"/>
                </a:lnTo>
                <a:lnTo>
                  <a:pt x="7759382" y="0"/>
                </a:lnTo>
                <a:lnTo>
                  <a:pt x="7807082" y="4275"/>
                </a:lnTo>
                <a:lnTo>
                  <a:pt x="7851977" y="16602"/>
                </a:lnTo>
                <a:lnTo>
                  <a:pt x="7893318" y="36230"/>
                </a:lnTo>
                <a:lnTo>
                  <a:pt x="7930355" y="62411"/>
                </a:lnTo>
                <a:lnTo>
                  <a:pt x="7962338" y="94394"/>
                </a:lnTo>
                <a:lnTo>
                  <a:pt x="7988519" y="131431"/>
                </a:lnTo>
                <a:lnTo>
                  <a:pt x="8008148" y="172772"/>
                </a:lnTo>
                <a:lnTo>
                  <a:pt x="8020474" y="217667"/>
                </a:lnTo>
                <a:lnTo>
                  <a:pt x="8024750" y="265368"/>
                </a:lnTo>
                <a:lnTo>
                  <a:pt x="8024750" y="1731062"/>
                </a:lnTo>
                <a:lnTo>
                  <a:pt x="8020474" y="1778762"/>
                </a:lnTo>
                <a:lnTo>
                  <a:pt x="8008148" y="1823657"/>
                </a:lnTo>
                <a:lnTo>
                  <a:pt x="7988519" y="1864998"/>
                </a:lnTo>
                <a:lnTo>
                  <a:pt x="7962338" y="1902035"/>
                </a:lnTo>
                <a:lnTo>
                  <a:pt x="7930355" y="1934018"/>
                </a:lnTo>
                <a:lnTo>
                  <a:pt x="7893318" y="1960199"/>
                </a:lnTo>
                <a:lnTo>
                  <a:pt x="7851977" y="1979827"/>
                </a:lnTo>
                <a:lnTo>
                  <a:pt x="7807082" y="1992154"/>
                </a:lnTo>
                <a:lnTo>
                  <a:pt x="7759382" y="1996430"/>
                </a:lnTo>
                <a:lnTo>
                  <a:pt x="265367" y="1996430"/>
                </a:lnTo>
                <a:lnTo>
                  <a:pt x="217667" y="1992154"/>
                </a:lnTo>
                <a:lnTo>
                  <a:pt x="172772" y="1979827"/>
                </a:lnTo>
                <a:lnTo>
                  <a:pt x="131431" y="1960199"/>
                </a:lnTo>
                <a:lnTo>
                  <a:pt x="94394" y="1934018"/>
                </a:lnTo>
                <a:lnTo>
                  <a:pt x="62411" y="1902035"/>
                </a:lnTo>
                <a:lnTo>
                  <a:pt x="36230" y="1864998"/>
                </a:lnTo>
                <a:lnTo>
                  <a:pt x="16602" y="1823657"/>
                </a:lnTo>
                <a:lnTo>
                  <a:pt x="4275" y="1778762"/>
                </a:lnTo>
                <a:lnTo>
                  <a:pt x="0" y="1731062"/>
                </a:lnTo>
                <a:lnTo>
                  <a:pt x="0" y="265368"/>
                </a:lnTo>
                <a:close/>
              </a:path>
            </a:pathLst>
          </a:custGeom>
          <a:ln w="25400">
            <a:solidFill>
              <a:srgbClr val="FF9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5236" y="3559297"/>
            <a:ext cx="5222982" cy="122032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27027" y="3843020"/>
            <a:ext cx="1296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10" dirty="0">
                <a:solidFill>
                  <a:srgbClr val="FF9300"/>
                </a:solidFill>
                <a:latin typeface="Helvetica Light"/>
                <a:cs typeface="Helvetica Light"/>
              </a:rPr>
              <a:t>Recall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47170" y="7055611"/>
            <a:ext cx="955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Helvetica Light"/>
                <a:cs typeface="Helvetica Light"/>
              </a:rPr>
              <a:t>(det</a:t>
            </a:r>
            <a:r>
              <a:rPr sz="2400" spc="-30" dirty="0">
                <a:latin typeface="Helvetica Light"/>
                <a:cs typeface="Helvetica Light"/>
              </a:rPr>
              <a:t> </a:t>
            </a:r>
            <a:r>
              <a:rPr sz="2400" spc="-25" dirty="0">
                <a:latin typeface="Helvetica Light"/>
                <a:cs typeface="Helvetica Light"/>
              </a:rPr>
              <a:t>A)</a:t>
            </a:r>
            <a:endParaRPr sz="2400">
              <a:latin typeface="Helvetica Light"/>
              <a:cs typeface="Helvetica Ligh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7961" y="1859588"/>
            <a:ext cx="7404101" cy="5842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82737" y="866128"/>
            <a:ext cx="7429501" cy="546101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2512547" y="3171243"/>
            <a:ext cx="8025130" cy="1996439"/>
          </a:xfrm>
          <a:custGeom>
            <a:avLst/>
            <a:gdLst/>
            <a:ahLst/>
            <a:cxnLst/>
            <a:rect l="l" t="t" r="r" b="b"/>
            <a:pathLst>
              <a:path w="8025130" h="1996439">
                <a:moveTo>
                  <a:pt x="0" y="265368"/>
                </a:moveTo>
                <a:lnTo>
                  <a:pt x="4275" y="217667"/>
                </a:lnTo>
                <a:lnTo>
                  <a:pt x="16602" y="172772"/>
                </a:lnTo>
                <a:lnTo>
                  <a:pt x="36230" y="131431"/>
                </a:lnTo>
                <a:lnTo>
                  <a:pt x="62411" y="94394"/>
                </a:lnTo>
                <a:lnTo>
                  <a:pt x="94394" y="62411"/>
                </a:lnTo>
                <a:lnTo>
                  <a:pt x="131431" y="36230"/>
                </a:lnTo>
                <a:lnTo>
                  <a:pt x="172772" y="16602"/>
                </a:lnTo>
                <a:lnTo>
                  <a:pt x="217667" y="4275"/>
                </a:lnTo>
                <a:lnTo>
                  <a:pt x="265367" y="0"/>
                </a:lnTo>
                <a:lnTo>
                  <a:pt x="7759382" y="0"/>
                </a:lnTo>
                <a:lnTo>
                  <a:pt x="7807082" y="4275"/>
                </a:lnTo>
                <a:lnTo>
                  <a:pt x="7851977" y="16602"/>
                </a:lnTo>
                <a:lnTo>
                  <a:pt x="7893318" y="36230"/>
                </a:lnTo>
                <a:lnTo>
                  <a:pt x="7930355" y="62411"/>
                </a:lnTo>
                <a:lnTo>
                  <a:pt x="7962338" y="94394"/>
                </a:lnTo>
                <a:lnTo>
                  <a:pt x="7988519" y="131431"/>
                </a:lnTo>
                <a:lnTo>
                  <a:pt x="8008148" y="172772"/>
                </a:lnTo>
                <a:lnTo>
                  <a:pt x="8020474" y="217667"/>
                </a:lnTo>
                <a:lnTo>
                  <a:pt x="8024750" y="265368"/>
                </a:lnTo>
                <a:lnTo>
                  <a:pt x="8024750" y="1731062"/>
                </a:lnTo>
                <a:lnTo>
                  <a:pt x="8020474" y="1778762"/>
                </a:lnTo>
                <a:lnTo>
                  <a:pt x="8008148" y="1823657"/>
                </a:lnTo>
                <a:lnTo>
                  <a:pt x="7988519" y="1864998"/>
                </a:lnTo>
                <a:lnTo>
                  <a:pt x="7962338" y="1902035"/>
                </a:lnTo>
                <a:lnTo>
                  <a:pt x="7930355" y="1934018"/>
                </a:lnTo>
                <a:lnTo>
                  <a:pt x="7893318" y="1960199"/>
                </a:lnTo>
                <a:lnTo>
                  <a:pt x="7851977" y="1979827"/>
                </a:lnTo>
                <a:lnTo>
                  <a:pt x="7807082" y="1992154"/>
                </a:lnTo>
                <a:lnTo>
                  <a:pt x="7759382" y="1996430"/>
                </a:lnTo>
                <a:lnTo>
                  <a:pt x="265367" y="1996430"/>
                </a:lnTo>
                <a:lnTo>
                  <a:pt x="217667" y="1992154"/>
                </a:lnTo>
                <a:lnTo>
                  <a:pt x="172772" y="1979827"/>
                </a:lnTo>
                <a:lnTo>
                  <a:pt x="131431" y="1960199"/>
                </a:lnTo>
                <a:lnTo>
                  <a:pt x="94394" y="1934018"/>
                </a:lnTo>
                <a:lnTo>
                  <a:pt x="62411" y="1902035"/>
                </a:lnTo>
                <a:lnTo>
                  <a:pt x="36230" y="1864998"/>
                </a:lnTo>
                <a:lnTo>
                  <a:pt x="16602" y="1823657"/>
                </a:lnTo>
                <a:lnTo>
                  <a:pt x="4275" y="1778762"/>
                </a:lnTo>
                <a:lnTo>
                  <a:pt x="0" y="1731062"/>
                </a:lnTo>
                <a:lnTo>
                  <a:pt x="0" y="265368"/>
                </a:lnTo>
                <a:close/>
              </a:path>
            </a:pathLst>
          </a:custGeom>
          <a:ln w="25400">
            <a:solidFill>
              <a:srgbClr val="FF9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605654" y="5647435"/>
            <a:ext cx="55124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Helvetica Light"/>
                <a:cs typeface="Helvetica Light"/>
              </a:rPr>
              <a:t>Same</a:t>
            </a:r>
            <a:r>
              <a:rPr sz="3600" spc="-4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as</a:t>
            </a:r>
            <a:r>
              <a:rPr sz="3600" spc="-3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the</a:t>
            </a:r>
            <a:r>
              <a:rPr sz="3600" spc="-3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linear</a:t>
            </a:r>
            <a:r>
              <a:rPr sz="3600" spc="-25" dirty="0">
                <a:latin typeface="Helvetica Light"/>
                <a:cs typeface="Helvetica Light"/>
              </a:rPr>
              <a:t> </a:t>
            </a:r>
            <a:r>
              <a:rPr sz="3600" spc="-10" dirty="0">
                <a:latin typeface="Helvetica Light"/>
                <a:cs typeface="Helvetica Light"/>
              </a:rPr>
              <a:t>system:</a:t>
            </a:r>
            <a:endParaRPr sz="3600">
              <a:latin typeface="Helvetica Light"/>
              <a:cs typeface="Helvetica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12430" y="8686292"/>
            <a:ext cx="955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Helvetica Light"/>
                <a:cs typeface="Helvetica Light"/>
              </a:rPr>
              <a:t>(det</a:t>
            </a:r>
            <a:r>
              <a:rPr sz="2400" spc="-30" dirty="0">
                <a:latin typeface="Helvetica Light"/>
                <a:cs typeface="Helvetica Light"/>
              </a:rPr>
              <a:t> </a:t>
            </a:r>
            <a:r>
              <a:rPr sz="2400" spc="-25" dirty="0">
                <a:latin typeface="Helvetica Light"/>
                <a:cs typeface="Helvetica Light"/>
              </a:rPr>
              <a:t>A)</a:t>
            </a:r>
            <a:endParaRPr sz="2400">
              <a:latin typeface="Helvetica Light"/>
              <a:cs typeface="Helvetica Ligh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92870" y="6433393"/>
            <a:ext cx="10744200" cy="622935"/>
            <a:chOff x="892870" y="6433393"/>
            <a:chExt cx="10744200" cy="622935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2870" y="6433393"/>
              <a:ext cx="10744200" cy="58420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92686" y="6701346"/>
              <a:ext cx="244928" cy="354922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918270" y="8136784"/>
            <a:ext cx="10693400" cy="613410"/>
            <a:chOff x="918270" y="8136784"/>
            <a:chExt cx="10693400" cy="61341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8270" y="8136784"/>
              <a:ext cx="10693400" cy="58420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776357" y="8484718"/>
              <a:ext cx="245110" cy="265430"/>
            </a:xfrm>
            <a:custGeom>
              <a:avLst/>
              <a:gdLst/>
              <a:ahLst/>
              <a:cxnLst/>
              <a:rect l="l" t="t" r="r" b="b"/>
              <a:pathLst>
                <a:path w="245109" h="265429">
                  <a:moveTo>
                    <a:pt x="244928" y="0"/>
                  </a:moveTo>
                  <a:lnTo>
                    <a:pt x="0" y="0"/>
                  </a:lnTo>
                  <a:lnTo>
                    <a:pt x="0" y="264948"/>
                  </a:lnTo>
                  <a:lnTo>
                    <a:pt x="244928" y="264948"/>
                  </a:lnTo>
                  <a:lnTo>
                    <a:pt x="244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01371" y="8420571"/>
              <a:ext cx="244927" cy="26494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15381" y="5285530"/>
            <a:ext cx="9374505" cy="3517900"/>
          </a:xfrm>
          <a:custGeom>
            <a:avLst/>
            <a:gdLst/>
            <a:ahLst/>
            <a:cxnLst/>
            <a:rect l="l" t="t" r="r" b="b"/>
            <a:pathLst>
              <a:path w="9374505" h="3517900">
                <a:moveTo>
                  <a:pt x="0" y="62965"/>
                </a:moveTo>
                <a:lnTo>
                  <a:pt x="4948" y="38456"/>
                </a:lnTo>
                <a:lnTo>
                  <a:pt x="18442" y="18442"/>
                </a:lnTo>
                <a:lnTo>
                  <a:pt x="38456" y="4948"/>
                </a:lnTo>
                <a:lnTo>
                  <a:pt x="62965" y="0"/>
                </a:lnTo>
                <a:lnTo>
                  <a:pt x="9311073" y="0"/>
                </a:lnTo>
                <a:lnTo>
                  <a:pt x="9335581" y="4948"/>
                </a:lnTo>
                <a:lnTo>
                  <a:pt x="9355595" y="18442"/>
                </a:lnTo>
                <a:lnTo>
                  <a:pt x="9369089" y="38456"/>
                </a:lnTo>
                <a:lnTo>
                  <a:pt x="9374038" y="62965"/>
                </a:lnTo>
                <a:lnTo>
                  <a:pt x="9374038" y="3454585"/>
                </a:lnTo>
                <a:lnTo>
                  <a:pt x="9369089" y="3479093"/>
                </a:lnTo>
                <a:lnTo>
                  <a:pt x="9355595" y="3499107"/>
                </a:lnTo>
                <a:lnTo>
                  <a:pt x="9335581" y="3512601"/>
                </a:lnTo>
                <a:lnTo>
                  <a:pt x="9311073" y="3517550"/>
                </a:lnTo>
                <a:lnTo>
                  <a:pt x="62965" y="3517550"/>
                </a:lnTo>
                <a:lnTo>
                  <a:pt x="38456" y="3512601"/>
                </a:lnTo>
                <a:lnTo>
                  <a:pt x="18442" y="3499107"/>
                </a:lnTo>
                <a:lnTo>
                  <a:pt x="4948" y="3479093"/>
                </a:lnTo>
                <a:lnTo>
                  <a:pt x="0" y="3454585"/>
                </a:lnTo>
                <a:lnTo>
                  <a:pt x="0" y="62965"/>
                </a:lnTo>
                <a:close/>
              </a:path>
            </a:pathLst>
          </a:custGeom>
          <a:ln w="50800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44800" y="4385564"/>
            <a:ext cx="731583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Rearrange</a:t>
            </a:r>
            <a:r>
              <a:rPr b="0" spc="-5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to</a:t>
            </a:r>
            <a:r>
              <a:rPr b="0" spc="-4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get</a:t>
            </a:r>
            <a:r>
              <a:rPr b="0" spc="-4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update</a:t>
            </a:r>
            <a:r>
              <a:rPr b="0" spc="-4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equations: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94723" y="6482588"/>
            <a:ext cx="572135" cy="56515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indent="63500">
              <a:lnSpc>
                <a:spcPts val="2090"/>
              </a:lnSpc>
              <a:spcBef>
                <a:spcPts val="225"/>
              </a:spcBef>
            </a:pPr>
            <a:r>
              <a:rPr sz="1800" spc="-25" dirty="0">
                <a:latin typeface="Helvetica Light"/>
                <a:cs typeface="Helvetica Light"/>
              </a:rPr>
              <a:t>new </a:t>
            </a:r>
            <a:r>
              <a:rPr sz="1800" spc="-10" dirty="0">
                <a:latin typeface="Helvetica Light"/>
                <a:cs typeface="Helvetica Light"/>
              </a:rPr>
              <a:t>value</a:t>
            </a:r>
            <a:endParaRPr sz="1800">
              <a:latin typeface="Helvetica Light"/>
              <a:cs typeface="Helvetica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27638" y="6482588"/>
            <a:ext cx="864235" cy="56515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indent="260350">
              <a:lnSpc>
                <a:spcPts val="2090"/>
              </a:lnSpc>
              <a:spcBef>
                <a:spcPts val="225"/>
              </a:spcBef>
            </a:pPr>
            <a:r>
              <a:rPr sz="1800" spc="-25" dirty="0">
                <a:latin typeface="Helvetica Light"/>
                <a:cs typeface="Helvetica Light"/>
              </a:rPr>
              <a:t>old </a:t>
            </a:r>
            <a:r>
              <a:rPr sz="1800" spc="-10" dirty="0">
                <a:latin typeface="Helvetica Light"/>
                <a:cs typeface="Helvetica Light"/>
              </a:rPr>
              <a:t>average</a:t>
            </a:r>
            <a:endParaRPr sz="1800">
              <a:latin typeface="Helvetica Light"/>
              <a:cs typeface="Helvetica Ligh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8833" y="5475222"/>
            <a:ext cx="7727132" cy="135997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89633" y="7144570"/>
            <a:ext cx="7727132" cy="1379286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1098610" y="695533"/>
            <a:ext cx="10744200" cy="622935"/>
            <a:chOff x="1098610" y="695533"/>
            <a:chExt cx="10744200" cy="62293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8610" y="695533"/>
              <a:ext cx="10744200" cy="58420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98426" y="963486"/>
              <a:ext cx="244928" cy="354922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124010" y="2398924"/>
            <a:ext cx="10693400" cy="613410"/>
            <a:chOff x="1124010" y="2398924"/>
            <a:chExt cx="10693400" cy="613410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24010" y="2398924"/>
              <a:ext cx="10693400" cy="58420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982097" y="2746858"/>
              <a:ext cx="245110" cy="265430"/>
            </a:xfrm>
            <a:custGeom>
              <a:avLst/>
              <a:gdLst/>
              <a:ahLst/>
              <a:cxnLst/>
              <a:rect l="l" t="t" r="r" b="b"/>
              <a:pathLst>
                <a:path w="245109" h="265430">
                  <a:moveTo>
                    <a:pt x="244928" y="0"/>
                  </a:moveTo>
                  <a:lnTo>
                    <a:pt x="0" y="0"/>
                  </a:lnTo>
                  <a:lnTo>
                    <a:pt x="0" y="264948"/>
                  </a:lnTo>
                  <a:lnTo>
                    <a:pt x="244928" y="264948"/>
                  </a:lnTo>
                  <a:lnTo>
                    <a:pt x="244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07111" y="2682712"/>
              <a:ext cx="244927" cy="26494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27950" y="3726966"/>
            <a:ext cx="9374505" cy="3517900"/>
          </a:xfrm>
          <a:custGeom>
            <a:avLst/>
            <a:gdLst/>
            <a:ahLst/>
            <a:cxnLst/>
            <a:rect l="l" t="t" r="r" b="b"/>
            <a:pathLst>
              <a:path w="9374505" h="3517900">
                <a:moveTo>
                  <a:pt x="0" y="62965"/>
                </a:moveTo>
                <a:lnTo>
                  <a:pt x="4948" y="38456"/>
                </a:lnTo>
                <a:lnTo>
                  <a:pt x="18442" y="18442"/>
                </a:lnTo>
                <a:lnTo>
                  <a:pt x="38456" y="4948"/>
                </a:lnTo>
                <a:lnTo>
                  <a:pt x="62965" y="0"/>
                </a:lnTo>
                <a:lnTo>
                  <a:pt x="9311073" y="0"/>
                </a:lnTo>
                <a:lnTo>
                  <a:pt x="9335581" y="4948"/>
                </a:lnTo>
                <a:lnTo>
                  <a:pt x="9355595" y="18442"/>
                </a:lnTo>
                <a:lnTo>
                  <a:pt x="9369089" y="38456"/>
                </a:lnTo>
                <a:lnTo>
                  <a:pt x="9374038" y="62965"/>
                </a:lnTo>
                <a:lnTo>
                  <a:pt x="9374038" y="3454585"/>
                </a:lnTo>
                <a:lnTo>
                  <a:pt x="9369089" y="3479093"/>
                </a:lnTo>
                <a:lnTo>
                  <a:pt x="9355595" y="3499107"/>
                </a:lnTo>
                <a:lnTo>
                  <a:pt x="9335581" y="3512601"/>
                </a:lnTo>
                <a:lnTo>
                  <a:pt x="9311073" y="3517550"/>
                </a:lnTo>
                <a:lnTo>
                  <a:pt x="62965" y="3517550"/>
                </a:lnTo>
                <a:lnTo>
                  <a:pt x="38456" y="3512601"/>
                </a:lnTo>
                <a:lnTo>
                  <a:pt x="18442" y="3499107"/>
                </a:lnTo>
                <a:lnTo>
                  <a:pt x="4948" y="3479093"/>
                </a:lnTo>
                <a:lnTo>
                  <a:pt x="0" y="3454585"/>
                </a:lnTo>
                <a:lnTo>
                  <a:pt x="0" y="62965"/>
                </a:lnTo>
                <a:close/>
              </a:path>
            </a:pathLst>
          </a:custGeom>
          <a:ln w="50800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768964" y="4985003"/>
            <a:ext cx="450215" cy="4552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48895">
              <a:lnSpc>
                <a:spcPct val="101400"/>
              </a:lnSpc>
              <a:spcBef>
                <a:spcPts val="75"/>
              </a:spcBef>
            </a:pPr>
            <a:r>
              <a:rPr sz="1400" spc="-25" dirty="0">
                <a:latin typeface="Helvetica Light"/>
                <a:cs typeface="Helvetica Light"/>
              </a:rPr>
              <a:t>new </a:t>
            </a:r>
            <a:r>
              <a:rPr sz="1400" spc="-10" dirty="0">
                <a:latin typeface="Helvetica Light"/>
                <a:cs typeface="Helvetica Light"/>
              </a:rPr>
              <a:t>value</a:t>
            </a:r>
            <a:endParaRPr sz="1400">
              <a:latin typeface="Helvetica Light"/>
              <a:cs typeface="Helvetica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34664" y="4985003"/>
            <a:ext cx="675640" cy="4552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201295">
              <a:lnSpc>
                <a:spcPct val="101400"/>
              </a:lnSpc>
              <a:spcBef>
                <a:spcPts val="75"/>
              </a:spcBef>
            </a:pPr>
            <a:r>
              <a:rPr sz="1400" spc="-25" dirty="0">
                <a:latin typeface="Helvetica Light"/>
                <a:cs typeface="Helvetica Light"/>
              </a:rPr>
              <a:t>old </a:t>
            </a:r>
            <a:r>
              <a:rPr sz="1400" spc="-10" dirty="0">
                <a:latin typeface="Helvetica Light"/>
                <a:cs typeface="Helvetica Light"/>
              </a:rPr>
              <a:t>average</a:t>
            </a:r>
            <a:endParaRPr sz="1400">
              <a:latin typeface="Helvetica Light"/>
              <a:cs typeface="Helvetica Ligh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651403" y="3916658"/>
            <a:ext cx="7778115" cy="3048635"/>
            <a:chOff x="2651403" y="3916658"/>
            <a:chExt cx="7778115" cy="304863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51403" y="3916658"/>
              <a:ext cx="7727132" cy="135997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2203" y="5586005"/>
              <a:ext cx="7727132" cy="1379286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83209" y="2824988"/>
            <a:ext cx="9805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35500" algn="l"/>
              </a:tabLst>
            </a:pPr>
            <a:r>
              <a:rPr sz="3600" dirty="0">
                <a:solidFill>
                  <a:srgbClr val="00882B"/>
                </a:solidFill>
                <a:latin typeface="Helvetica Light"/>
                <a:cs typeface="Helvetica Light"/>
              </a:rPr>
              <a:t>When</a:t>
            </a:r>
            <a:r>
              <a:rPr sz="3600" spc="-55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3600" dirty="0">
                <a:solidFill>
                  <a:srgbClr val="00882B"/>
                </a:solidFill>
                <a:latin typeface="Helvetica Light"/>
                <a:cs typeface="Helvetica Light"/>
              </a:rPr>
              <a:t>lambda</a:t>
            </a:r>
            <a:r>
              <a:rPr sz="3600" spc="-40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3600" dirty="0">
                <a:solidFill>
                  <a:srgbClr val="00882B"/>
                </a:solidFill>
                <a:latin typeface="Helvetica Light"/>
                <a:cs typeface="Helvetica Light"/>
              </a:rPr>
              <a:t>is</a:t>
            </a:r>
            <a:r>
              <a:rPr sz="3600" spc="-40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3600" spc="-10" dirty="0">
                <a:solidFill>
                  <a:srgbClr val="00882B"/>
                </a:solidFill>
                <a:latin typeface="Helvetica Light"/>
                <a:cs typeface="Helvetica Light"/>
              </a:rPr>
              <a:t>small</a:t>
            </a:r>
            <a:r>
              <a:rPr sz="3600" dirty="0">
                <a:solidFill>
                  <a:srgbClr val="00882B"/>
                </a:solidFill>
                <a:latin typeface="Helvetica Light"/>
                <a:cs typeface="Helvetica Light"/>
              </a:rPr>
              <a:t>	(lambda</a:t>
            </a:r>
            <a:r>
              <a:rPr sz="3600" spc="-55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3600" dirty="0">
                <a:solidFill>
                  <a:srgbClr val="00882B"/>
                </a:solidFill>
                <a:latin typeface="Helvetica Light"/>
                <a:cs typeface="Helvetica Light"/>
              </a:rPr>
              <a:t>inverse</a:t>
            </a:r>
            <a:r>
              <a:rPr sz="3600" spc="-50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3600" dirty="0">
                <a:solidFill>
                  <a:srgbClr val="00882B"/>
                </a:solidFill>
                <a:latin typeface="Helvetica Light"/>
                <a:cs typeface="Helvetica Light"/>
              </a:rPr>
              <a:t>is</a:t>
            </a:r>
            <a:r>
              <a:rPr sz="3600" spc="-50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3600" spc="-10" dirty="0">
                <a:solidFill>
                  <a:srgbClr val="00882B"/>
                </a:solidFill>
                <a:latin typeface="Helvetica Light"/>
                <a:cs typeface="Helvetica Light"/>
              </a:rPr>
              <a:t>big)…</a:t>
            </a:r>
            <a:endParaRPr sz="3600">
              <a:latin typeface="Helvetica Light"/>
              <a:cs typeface="Helvetica Light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54256" y="488469"/>
            <a:ext cx="4606202" cy="991953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8706" rIns="0" bIns="0" rtlCol="0">
            <a:spAutoFit/>
          </a:bodyPr>
          <a:lstStyle/>
          <a:p>
            <a:pPr marL="276161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Recall: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27950" y="3726966"/>
            <a:ext cx="9374505" cy="3517900"/>
          </a:xfrm>
          <a:custGeom>
            <a:avLst/>
            <a:gdLst/>
            <a:ahLst/>
            <a:cxnLst/>
            <a:rect l="l" t="t" r="r" b="b"/>
            <a:pathLst>
              <a:path w="9374505" h="3517900">
                <a:moveTo>
                  <a:pt x="0" y="62965"/>
                </a:moveTo>
                <a:lnTo>
                  <a:pt x="4948" y="38456"/>
                </a:lnTo>
                <a:lnTo>
                  <a:pt x="18442" y="18442"/>
                </a:lnTo>
                <a:lnTo>
                  <a:pt x="38456" y="4948"/>
                </a:lnTo>
                <a:lnTo>
                  <a:pt x="62965" y="0"/>
                </a:lnTo>
                <a:lnTo>
                  <a:pt x="9311073" y="0"/>
                </a:lnTo>
                <a:lnTo>
                  <a:pt x="9335581" y="4948"/>
                </a:lnTo>
                <a:lnTo>
                  <a:pt x="9355595" y="18442"/>
                </a:lnTo>
                <a:lnTo>
                  <a:pt x="9369089" y="38456"/>
                </a:lnTo>
                <a:lnTo>
                  <a:pt x="9374038" y="62965"/>
                </a:lnTo>
                <a:lnTo>
                  <a:pt x="9374038" y="3454585"/>
                </a:lnTo>
                <a:lnTo>
                  <a:pt x="9369089" y="3479093"/>
                </a:lnTo>
                <a:lnTo>
                  <a:pt x="9355595" y="3499107"/>
                </a:lnTo>
                <a:lnTo>
                  <a:pt x="9335581" y="3512601"/>
                </a:lnTo>
                <a:lnTo>
                  <a:pt x="9311073" y="3517550"/>
                </a:lnTo>
                <a:lnTo>
                  <a:pt x="62965" y="3517550"/>
                </a:lnTo>
                <a:lnTo>
                  <a:pt x="38456" y="3512601"/>
                </a:lnTo>
                <a:lnTo>
                  <a:pt x="18442" y="3499107"/>
                </a:lnTo>
                <a:lnTo>
                  <a:pt x="4948" y="3479093"/>
                </a:lnTo>
                <a:lnTo>
                  <a:pt x="0" y="3454585"/>
                </a:lnTo>
                <a:lnTo>
                  <a:pt x="0" y="62965"/>
                </a:lnTo>
                <a:close/>
              </a:path>
            </a:pathLst>
          </a:custGeom>
          <a:ln w="50800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768964" y="4985003"/>
            <a:ext cx="450215" cy="4552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48895">
              <a:lnSpc>
                <a:spcPct val="101400"/>
              </a:lnSpc>
              <a:spcBef>
                <a:spcPts val="75"/>
              </a:spcBef>
            </a:pPr>
            <a:r>
              <a:rPr sz="1400" spc="-25" dirty="0">
                <a:latin typeface="Helvetica Light"/>
                <a:cs typeface="Helvetica Light"/>
              </a:rPr>
              <a:t>new </a:t>
            </a:r>
            <a:r>
              <a:rPr sz="1400" spc="-10" dirty="0">
                <a:latin typeface="Helvetica Light"/>
                <a:cs typeface="Helvetica Light"/>
              </a:rPr>
              <a:t>value</a:t>
            </a:r>
            <a:endParaRPr sz="1400">
              <a:latin typeface="Helvetica Light"/>
              <a:cs typeface="Helvetica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34664" y="4985003"/>
            <a:ext cx="675640" cy="4552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201295">
              <a:lnSpc>
                <a:spcPct val="101400"/>
              </a:lnSpc>
              <a:spcBef>
                <a:spcPts val="75"/>
              </a:spcBef>
            </a:pPr>
            <a:r>
              <a:rPr sz="1400" spc="-25" dirty="0">
                <a:latin typeface="Helvetica Light"/>
                <a:cs typeface="Helvetica Light"/>
              </a:rPr>
              <a:t>old </a:t>
            </a:r>
            <a:r>
              <a:rPr sz="1400" spc="-10" dirty="0">
                <a:latin typeface="Helvetica Light"/>
                <a:cs typeface="Helvetica Light"/>
              </a:rPr>
              <a:t>average</a:t>
            </a:r>
            <a:endParaRPr sz="1400">
              <a:latin typeface="Helvetica Light"/>
              <a:cs typeface="Helvetica Ligh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651403" y="3916658"/>
            <a:ext cx="7778115" cy="3048635"/>
            <a:chOff x="2651403" y="3916658"/>
            <a:chExt cx="7778115" cy="304863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51403" y="3916658"/>
              <a:ext cx="7727132" cy="135997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2203" y="5586005"/>
              <a:ext cx="7727132" cy="137928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99790" y="4084888"/>
              <a:ext cx="4708579" cy="107214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11973" y="4278553"/>
              <a:ext cx="4696397" cy="87847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99790" y="4084888"/>
              <a:ext cx="4696396" cy="878476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83209" y="2824988"/>
            <a:ext cx="9805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35500" algn="l"/>
              </a:tabLst>
            </a:pPr>
            <a:r>
              <a:rPr sz="3600" dirty="0">
                <a:solidFill>
                  <a:srgbClr val="00882B"/>
                </a:solidFill>
                <a:latin typeface="Helvetica Light"/>
                <a:cs typeface="Helvetica Light"/>
              </a:rPr>
              <a:t>When</a:t>
            </a:r>
            <a:r>
              <a:rPr sz="3600" spc="-55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3600" dirty="0">
                <a:solidFill>
                  <a:srgbClr val="00882B"/>
                </a:solidFill>
                <a:latin typeface="Helvetica Light"/>
                <a:cs typeface="Helvetica Light"/>
              </a:rPr>
              <a:t>lambda</a:t>
            </a:r>
            <a:r>
              <a:rPr sz="3600" spc="-40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3600" dirty="0">
                <a:solidFill>
                  <a:srgbClr val="00882B"/>
                </a:solidFill>
                <a:latin typeface="Helvetica Light"/>
                <a:cs typeface="Helvetica Light"/>
              </a:rPr>
              <a:t>is</a:t>
            </a:r>
            <a:r>
              <a:rPr sz="3600" spc="-40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3600" spc="-10" dirty="0">
                <a:solidFill>
                  <a:srgbClr val="00882B"/>
                </a:solidFill>
                <a:latin typeface="Helvetica Light"/>
                <a:cs typeface="Helvetica Light"/>
              </a:rPr>
              <a:t>small</a:t>
            </a:r>
            <a:r>
              <a:rPr sz="3600" dirty="0">
                <a:solidFill>
                  <a:srgbClr val="00882B"/>
                </a:solidFill>
                <a:latin typeface="Helvetica Light"/>
                <a:cs typeface="Helvetica Light"/>
              </a:rPr>
              <a:t>	(lambda</a:t>
            </a:r>
            <a:r>
              <a:rPr sz="3600" spc="-55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3600" dirty="0">
                <a:solidFill>
                  <a:srgbClr val="00882B"/>
                </a:solidFill>
                <a:latin typeface="Helvetica Light"/>
                <a:cs typeface="Helvetica Light"/>
              </a:rPr>
              <a:t>inverse</a:t>
            </a:r>
            <a:r>
              <a:rPr sz="3600" spc="-50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3600" dirty="0">
                <a:solidFill>
                  <a:srgbClr val="00882B"/>
                </a:solidFill>
                <a:latin typeface="Helvetica Light"/>
                <a:cs typeface="Helvetica Light"/>
              </a:rPr>
              <a:t>is</a:t>
            </a:r>
            <a:r>
              <a:rPr sz="3600" spc="-50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3600" spc="-10" dirty="0">
                <a:solidFill>
                  <a:srgbClr val="00882B"/>
                </a:solidFill>
                <a:latin typeface="Helvetica Light"/>
                <a:cs typeface="Helvetica Light"/>
              </a:rPr>
              <a:t>big)…</a:t>
            </a:r>
            <a:endParaRPr sz="3600">
              <a:latin typeface="Helvetica Light"/>
              <a:cs typeface="Helvetica Ligh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325185" y="3828796"/>
            <a:ext cx="703580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53670" marR="5080" indent="-141605">
              <a:lnSpc>
                <a:spcPts val="1900"/>
              </a:lnSpc>
              <a:spcBef>
                <a:spcPts val="180"/>
              </a:spcBef>
            </a:pPr>
            <a:r>
              <a:rPr sz="1600" dirty="0">
                <a:solidFill>
                  <a:srgbClr val="00882B"/>
                </a:solidFill>
                <a:latin typeface="Helvetica Light"/>
                <a:cs typeface="Helvetica Light"/>
              </a:rPr>
              <a:t>goes</a:t>
            </a:r>
            <a:r>
              <a:rPr sz="1600" spc="-20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1600" spc="-25" dirty="0">
                <a:solidFill>
                  <a:srgbClr val="00882B"/>
                </a:solidFill>
                <a:latin typeface="Helvetica Light"/>
                <a:cs typeface="Helvetica Light"/>
              </a:rPr>
              <a:t>to </a:t>
            </a:r>
            <a:r>
              <a:rPr sz="1600" spc="-20" dirty="0">
                <a:solidFill>
                  <a:srgbClr val="00882B"/>
                </a:solidFill>
                <a:latin typeface="Helvetica Light"/>
                <a:cs typeface="Helvetica Light"/>
              </a:rPr>
              <a:t>zero</a:t>
            </a:r>
            <a:endParaRPr sz="1600">
              <a:latin typeface="Helvetica Light"/>
              <a:cs typeface="Helvetica Ligh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500546" y="5594486"/>
            <a:ext cx="4709160" cy="1072515"/>
            <a:chOff x="5500546" y="5594486"/>
            <a:chExt cx="4709160" cy="1072515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00546" y="5594486"/>
              <a:ext cx="4708579" cy="107214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12729" y="5788153"/>
              <a:ext cx="4696396" cy="87847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00546" y="5594486"/>
              <a:ext cx="4696396" cy="878478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0325185" y="5337555"/>
            <a:ext cx="703580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53670" marR="5080" indent="-141605">
              <a:lnSpc>
                <a:spcPts val="1900"/>
              </a:lnSpc>
              <a:spcBef>
                <a:spcPts val="180"/>
              </a:spcBef>
            </a:pPr>
            <a:r>
              <a:rPr sz="1600" dirty="0">
                <a:solidFill>
                  <a:srgbClr val="00882B"/>
                </a:solidFill>
                <a:latin typeface="Helvetica Light"/>
                <a:cs typeface="Helvetica Light"/>
              </a:rPr>
              <a:t>goes</a:t>
            </a:r>
            <a:r>
              <a:rPr sz="1600" spc="-20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1600" spc="-25" dirty="0">
                <a:solidFill>
                  <a:srgbClr val="00882B"/>
                </a:solidFill>
                <a:latin typeface="Helvetica Light"/>
                <a:cs typeface="Helvetica Light"/>
              </a:rPr>
              <a:t>to </a:t>
            </a:r>
            <a:r>
              <a:rPr sz="1600" spc="-20" dirty="0">
                <a:solidFill>
                  <a:srgbClr val="00882B"/>
                </a:solidFill>
                <a:latin typeface="Helvetica Light"/>
                <a:cs typeface="Helvetica Light"/>
              </a:rPr>
              <a:t>zero</a:t>
            </a:r>
            <a:endParaRPr sz="1600">
              <a:latin typeface="Helvetica Light"/>
              <a:cs typeface="Helvetica Light"/>
            </a:endParaRPr>
          </a:p>
        </p:txBody>
      </p: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54256" y="488469"/>
            <a:ext cx="4606202" cy="991953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8706" rIns="0" bIns="0" rtlCol="0">
            <a:spAutoFit/>
          </a:bodyPr>
          <a:lstStyle/>
          <a:p>
            <a:pPr marL="276161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Recall: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27950" y="3726966"/>
            <a:ext cx="9374505" cy="3517900"/>
          </a:xfrm>
          <a:custGeom>
            <a:avLst/>
            <a:gdLst/>
            <a:ahLst/>
            <a:cxnLst/>
            <a:rect l="l" t="t" r="r" b="b"/>
            <a:pathLst>
              <a:path w="9374505" h="3517900">
                <a:moveTo>
                  <a:pt x="0" y="62965"/>
                </a:moveTo>
                <a:lnTo>
                  <a:pt x="4948" y="38456"/>
                </a:lnTo>
                <a:lnTo>
                  <a:pt x="18442" y="18442"/>
                </a:lnTo>
                <a:lnTo>
                  <a:pt x="38456" y="4948"/>
                </a:lnTo>
                <a:lnTo>
                  <a:pt x="62965" y="0"/>
                </a:lnTo>
                <a:lnTo>
                  <a:pt x="9311073" y="0"/>
                </a:lnTo>
                <a:lnTo>
                  <a:pt x="9335581" y="4948"/>
                </a:lnTo>
                <a:lnTo>
                  <a:pt x="9355595" y="18442"/>
                </a:lnTo>
                <a:lnTo>
                  <a:pt x="9369089" y="38456"/>
                </a:lnTo>
                <a:lnTo>
                  <a:pt x="9374038" y="62965"/>
                </a:lnTo>
                <a:lnTo>
                  <a:pt x="9374038" y="3454585"/>
                </a:lnTo>
                <a:lnTo>
                  <a:pt x="9369089" y="3479093"/>
                </a:lnTo>
                <a:lnTo>
                  <a:pt x="9355595" y="3499107"/>
                </a:lnTo>
                <a:lnTo>
                  <a:pt x="9335581" y="3512601"/>
                </a:lnTo>
                <a:lnTo>
                  <a:pt x="9311073" y="3517550"/>
                </a:lnTo>
                <a:lnTo>
                  <a:pt x="62965" y="3517550"/>
                </a:lnTo>
                <a:lnTo>
                  <a:pt x="38456" y="3512601"/>
                </a:lnTo>
                <a:lnTo>
                  <a:pt x="18442" y="3499107"/>
                </a:lnTo>
                <a:lnTo>
                  <a:pt x="4948" y="3479093"/>
                </a:lnTo>
                <a:lnTo>
                  <a:pt x="0" y="3454585"/>
                </a:lnTo>
                <a:lnTo>
                  <a:pt x="0" y="62965"/>
                </a:lnTo>
                <a:close/>
              </a:path>
            </a:pathLst>
          </a:custGeom>
          <a:ln w="50800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768964" y="4985003"/>
            <a:ext cx="450215" cy="4552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48895">
              <a:lnSpc>
                <a:spcPct val="101400"/>
              </a:lnSpc>
              <a:spcBef>
                <a:spcPts val="75"/>
              </a:spcBef>
            </a:pPr>
            <a:r>
              <a:rPr sz="1400" spc="-25" dirty="0">
                <a:latin typeface="Helvetica Light"/>
                <a:cs typeface="Helvetica Light"/>
              </a:rPr>
              <a:t>new </a:t>
            </a:r>
            <a:r>
              <a:rPr sz="1400" spc="-10" dirty="0">
                <a:latin typeface="Helvetica Light"/>
                <a:cs typeface="Helvetica Light"/>
              </a:rPr>
              <a:t>value</a:t>
            </a:r>
            <a:endParaRPr sz="1400">
              <a:latin typeface="Helvetica Light"/>
              <a:cs typeface="Helvetica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34664" y="4985003"/>
            <a:ext cx="675640" cy="4552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201295">
              <a:lnSpc>
                <a:spcPct val="101400"/>
              </a:lnSpc>
              <a:spcBef>
                <a:spcPts val="75"/>
              </a:spcBef>
            </a:pPr>
            <a:r>
              <a:rPr sz="1400" spc="-25" dirty="0">
                <a:latin typeface="Helvetica Light"/>
                <a:cs typeface="Helvetica Light"/>
              </a:rPr>
              <a:t>old </a:t>
            </a:r>
            <a:r>
              <a:rPr sz="1400" spc="-10" dirty="0">
                <a:latin typeface="Helvetica Light"/>
                <a:cs typeface="Helvetica Light"/>
              </a:rPr>
              <a:t>average</a:t>
            </a:r>
            <a:endParaRPr sz="1400">
              <a:latin typeface="Helvetica Light"/>
              <a:cs typeface="Helvetica Ligh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651403" y="3916658"/>
            <a:ext cx="7778115" cy="3048635"/>
            <a:chOff x="2651403" y="3916658"/>
            <a:chExt cx="7778115" cy="304863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51403" y="3916658"/>
              <a:ext cx="7727132" cy="135997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2203" y="5586005"/>
              <a:ext cx="7727132" cy="137928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99790" y="4084888"/>
              <a:ext cx="4708579" cy="107214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11973" y="4278553"/>
              <a:ext cx="4696397" cy="87847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99790" y="4084888"/>
              <a:ext cx="4696396" cy="878476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83209" y="2824988"/>
            <a:ext cx="9805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35500" algn="l"/>
              </a:tabLst>
            </a:pPr>
            <a:r>
              <a:rPr sz="3600" dirty="0">
                <a:solidFill>
                  <a:srgbClr val="00882B"/>
                </a:solidFill>
                <a:latin typeface="Helvetica Light"/>
                <a:cs typeface="Helvetica Light"/>
              </a:rPr>
              <a:t>When</a:t>
            </a:r>
            <a:r>
              <a:rPr sz="3600" spc="-55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3600" dirty="0">
                <a:solidFill>
                  <a:srgbClr val="00882B"/>
                </a:solidFill>
                <a:latin typeface="Helvetica Light"/>
                <a:cs typeface="Helvetica Light"/>
              </a:rPr>
              <a:t>lambda</a:t>
            </a:r>
            <a:r>
              <a:rPr sz="3600" spc="-40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3600" dirty="0">
                <a:solidFill>
                  <a:srgbClr val="00882B"/>
                </a:solidFill>
                <a:latin typeface="Helvetica Light"/>
                <a:cs typeface="Helvetica Light"/>
              </a:rPr>
              <a:t>is</a:t>
            </a:r>
            <a:r>
              <a:rPr sz="3600" spc="-40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3600" spc="-10" dirty="0">
                <a:solidFill>
                  <a:srgbClr val="00882B"/>
                </a:solidFill>
                <a:latin typeface="Helvetica Light"/>
                <a:cs typeface="Helvetica Light"/>
              </a:rPr>
              <a:t>small</a:t>
            </a:r>
            <a:r>
              <a:rPr sz="3600" dirty="0">
                <a:solidFill>
                  <a:srgbClr val="00882B"/>
                </a:solidFill>
                <a:latin typeface="Helvetica Light"/>
                <a:cs typeface="Helvetica Light"/>
              </a:rPr>
              <a:t>	(lambda</a:t>
            </a:r>
            <a:r>
              <a:rPr sz="3600" spc="-55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3600" dirty="0">
                <a:solidFill>
                  <a:srgbClr val="00882B"/>
                </a:solidFill>
                <a:latin typeface="Helvetica Light"/>
                <a:cs typeface="Helvetica Light"/>
              </a:rPr>
              <a:t>inverse</a:t>
            </a:r>
            <a:r>
              <a:rPr sz="3600" spc="-50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3600" dirty="0">
                <a:solidFill>
                  <a:srgbClr val="00882B"/>
                </a:solidFill>
                <a:latin typeface="Helvetica Light"/>
                <a:cs typeface="Helvetica Light"/>
              </a:rPr>
              <a:t>is</a:t>
            </a:r>
            <a:r>
              <a:rPr sz="3600" spc="-50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3600" spc="-10" dirty="0">
                <a:solidFill>
                  <a:srgbClr val="00882B"/>
                </a:solidFill>
                <a:latin typeface="Helvetica Light"/>
                <a:cs typeface="Helvetica Light"/>
              </a:rPr>
              <a:t>big)…</a:t>
            </a:r>
            <a:endParaRPr sz="3600">
              <a:latin typeface="Helvetica Light"/>
              <a:cs typeface="Helvetica Ligh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325185" y="3828796"/>
            <a:ext cx="703580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53670" marR="5080" indent="-141605">
              <a:lnSpc>
                <a:spcPts val="1900"/>
              </a:lnSpc>
              <a:spcBef>
                <a:spcPts val="180"/>
              </a:spcBef>
            </a:pPr>
            <a:r>
              <a:rPr sz="1600" dirty="0">
                <a:solidFill>
                  <a:srgbClr val="00882B"/>
                </a:solidFill>
                <a:latin typeface="Helvetica Light"/>
                <a:cs typeface="Helvetica Light"/>
              </a:rPr>
              <a:t>goes</a:t>
            </a:r>
            <a:r>
              <a:rPr sz="1600" spc="-20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1600" spc="-25" dirty="0">
                <a:solidFill>
                  <a:srgbClr val="00882B"/>
                </a:solidFill>
                <a:latin typeface="Helvetica Light"/>
                <a:cs typeface="Helvetica Light"/>
              </a:rPr>
              <a:t>to </a:t>
            </a:r>
            <a:r>
              <a:rPr sz="1600" spc="-20" dirty="0">
                <a:solidFill>
                  <a:srgbClr val="00882B"/>
                </a:solidFill>
                <a:latin typeface="Helvetica Light"/>
                <a:cs typeface="Helvetica Light"/>
              </a:rPr>
              <a:t>zero</a:t>
            </a:r>
            <a:endParaRPr sz="1600">
              <a:latin typeface="Helvetica Light"/>
              <a:cs typeface="Helvetica Ligh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973641" y="5594486"/>
            <a:ext cx="6235700" cy="2266315"/>
            <a:chOff x="3973641" y="5594486"/>
            <a:chExt cx="6235700" cy="2266315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00546" y="5594486"/>
              <a:ext cx="4708579" cy="107214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12729" y="5788153"/>
              <a:ext cx="4696396" cy="87847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00546" y="5594486"/>
              <a:ext cx="4696396" cy="87847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73641" y="6578320"/>
              <a:ext cx="798410" cy="1281932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0325185" y="5337555"/>
            <a:ext cx="703580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53670" marR="5080" indent="-141605">
              <a:lnSpc>
                <a:spcPts val="1900"/>
              </a:lnSpc>
              <a:spcBef>
                <a:spcPts val="180"/>
              </a:spcBef>
            </a:pPr>
            <a:r>
              <a:rPr sz="1600" dirty="0">
                <a:solidFill>
                  <a:srgbClr val="00882B"/>
                </a:solidFill>
                <a:latin typeface="Helvetica Light"/>
                <a:cs typeface="Helvetica Light"/>
              </a:rPr>
              <a:t>goes</a:t>
            </a:r>
            <a:r>
              <a:rPr sz="1600" spc="-20" dirty="0">
                <a:solidFill>
                  <a:srgbClr val="00882B"/>
                </a:solidFill>
                <a:latin typeface="Helvetica Light"/>
                <a:cs typeface="Helvetica Light"/>
              </a:rPr>
              <a:t> </a:t>
            </a:r>
            <a:r>
              <a:rPr sz="1600" spc="-25" dirty="0">
                <a:solidFill>
                  <a:srgbClr val="00882B"/>
                </a:solidFill>
                <a:latin typeface="Helvetica Light"/>
                <a:cs typeface="Helvetica Light"/>
              </a:rPr>
              <a:t>to </a:t>
            </a:r>
            <a:r>
              <a:rPr sz="1600" spc="-20" dirty="0">
                <a:solidFill>
                  <a:srgbClr val="00882B"/>
                </a:solidFill>
                <a:latin typeface="Helvetica Light"/>
                <a:cs typeface="Helvetica Light"/>
              </a:rPr>
              <a:t>zero</a:t>
            </a:r>
            <a:endParaRPr sz="1600">
              <a:latin typeface="Helvetica Light"/>
              <a:cs typeface="Helvetica Ligh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83476" y="7494523"/>
            <a:ext cx="708723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Helvetica Light"/>
                <a:cs typeface="Helvetica Light"/>
              </a:rPr>
              <a:t>…we</a:t>
            </a:r>
            <a:r>
              <a:rPr sz="3600" spc="-4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only</a:t>
            </a:r>
            <a:r>
              <a:rPr sz="3600" spc="-4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care</a:t>
            </a:r>
            <a:r>
              <a:rPr sz="3600" spc="-4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about</a:t>
            </a:r>
            <a:r>
              <a:rPr sz="3600" spc="-40" dirty="0">
                <a:latin typeface="Helvetica Light"/>
                <a:cs typeface="Helvetica Light"/>
              </a:rPr>
              <a:t> </a:t>
            </a:r>
            <a:r>
              <a:rPr sz="3600" spc="-10" dirty="0">
                <a:latin typeface="Helvetica Light"/>
                <a:cs typeface="Helvetica Light"/>
              </a:rPr>
              <a:t>smoothness.</a:t>
            </a:r>
            <a:endParaRPr sz="3600">
              <a:latin typeface="Helvetica Light"/>
              <a:cs typeface="Helvetica Light"/>
            </a:endParaRPr>
          </a:p>
        </p:txBody>
      </p:sp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54256" y="488469"/>
            <a:ext cx="4606202" cy="991953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8706" rIns="0" bIns="0" rtlCol="0">
            <a:spAutoFit/>
          </a:bodyPr>
          <a:lstStyle/>
          <a:p>
            <a:pPr marL="276161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Recall: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9698" y="4553203"/>
            <a:ext cx="10186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089900" algn="l"/>
              </a:tabLst>
            </a:pP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ok,</a:t>
            </a:r>
            <a:r>
              <a:rPr b="0" spc="-3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take</a:t>
            </a:r>
            <a:r>
              <a:rPr b="0" spc="-3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a</a:t>
            </a:r>
            <a:r>
              <a:rPr b="0" spc="-2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step</a:t>
            </a:r>
            <a:r>
              <a:rPr b="0" spc="-3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back,</a:t>
            </a:r>
            <a:r>
              <a:rPr b="0" spc="-3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why</a:t>
            </a:r>
            <a:r>
              <a:rPr b="0" spc="-2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did</a:t>
            </a:r>
            <a:r>
              <a:rPr b="0" spc="-3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we</a:t>
            </a:r>
            <a:r>
              <a:rPr b="0" spc="-3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do</a:t>
            </a:r>
            <a:r>
              <a:rPr b="0" spc="-25" dirty="0">
                <a:solidFill>
                  <a:srgbClr val="000000"/>
                </a:solidFill>
                <a:latin typeface="Helvetica Light"/>
                <a:cs typeface="Helvetica Light"/>
              </a:rPr>
              <a:t> all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	this</a:t>
            </a:r>
            <a:r>
              <a:rPr b="0" spc="-2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math?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161" y="4436649"/>
            <a:ext cx="12522475" cy="8803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05000" y="2791459"/>
            <a:ext cx="9195435" cy="112014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060700" marR="5080" indent="-3048000">
              <a:lnSpc>
                <a:spcPts val="4300"/>
              </a:lnSpc>
              <a:spcBef>
                <a:spcPts val="215"/>
              </a:spcBef>
              <a:tabLst>
                <a:tab pos="6083300" algn="l"/>
                <a:tab pos="7023100" algn="l"/>
              </a:tabLst>
            </a:pP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We</a:t>
            </a:r>
            <a:r>
              <a:rPr b="0" spc="-4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are</a:t>
            </a:r>
            <a:r>
              <a:rPr b="0" spc="-3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solving</a:t>
            </a:r>
            <a:r>
              <a:rPr b="0" spc="-3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for</a:t>
            </a:r>
            <a:r>
              <a:rPr b="0" spc="-2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the</a:t>
            </a:r>
            <a:r>
              <a:rPr b="0" spc="-2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optical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	</a:t>
            </a:r>
            <a:r>
              <a:rPr b="0" spc="-20" dirty="0">
                <a:solidFill>
                  <a:srgbClr val="000000"/>
                </a:solidFill>
                <a:latin typeface="Helvetica Light"/>
                <a:cs typeface="Helvetica Light"/>
              </a:rPr>
              <a:t>flow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	(u,v)</a:t>
            </a:r>
            <a:r>
              <a:rPr b="0" spc="-55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given </a:t>
            </a:r>
            <a:r>
              <a:rPr b="0" dirty="0">
                <a:solidFill>
                  <a:srgbClr val="000000"/>
                </a:solidFill>
                <a:latin typeface="Helvetica Light"/>
                <a:cs typeface="Helvetica Light"/>
              </a:rPr>
              <a:t>two</a:t>
            </a:r>
            <a:r>
              <a:rPr b="0" spc="-4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constraints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60715" y="5531611"/>
            <a:ext cx="1670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Helvetica Light"/>
                <a:cs typeface="Helvetica Light"/>
              </a:rPr>
              <a:t>smoothness</a:t>
            </a:r>
            <a:endParaRPr sz="2400">
              <a:latin typeface="Helvetica Light"/>
              <a:cs typeface="Helvetica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33574" y="5531611"/>
            <a:ext cx="2957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Helvetica Light"/>
                <a:cs typeface="Helvetica Light"/>
              </a:rPr>
              <a:t>brightness</a:t>
            </a:r>
            <a:r>
              <a:rPr sz="2400" spc="-75" dirty="0">
                <a:latin typeface="Helvetica Light"/>
                <a:cs typeface="Helvetica Light"/>
              </a:rPr>
              <a:t> </a:t>
            </a:r>
            <a:r>
              <a:rPr sz="2400" spc="-10" dirty="0">
                <a:latin typeface="Helvetica Light"/>
                <a:cs typeface="Helvetica Light"/>
              </a:rPr>
              <a:t>constancy</a:t>
            </a:r>
            <a:endParaRPr sz="2400">
              <a:latin typeface="Helvetica Light"/>
              <a:cs typeface="Helvetica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17800" y="7232395"/>
            <a:ext cx="7569834" cy="112014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62100" marR="5080" indent="-1549400">
              <a:lnSpc>
                <a:spcPts val="4300"/>
              </a:lnSpc>
              <a:spcBef>
                <a:spcPts val="215"/>
              </a:spcBef>
            </a:pPr>
            <a:r>
              <a:rPr sz="3600" dirty="0">
                <a:latin typeface="Helvetica Light"/>
                <a:cs typeface="Helvetica Light"/>
              </a:rPr>
              <a:t>We</a:t>
            </a:r>
            <a:r>
              <a:rPr sz="3600" spc="-4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needed</a:t>
            </a:r>
            <a:r>
              <a:rPr sz="3600" spc="-4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the</a:t>
            </a:r>
            <a:r>
              <a:rPr sz="3600" spc="-4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math</a:t>
            </a:r>
            <a:r>
              <a:rPr sz="3600" spc="-4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to</a:t>
            </a:r>
            <a:r>
              <a:rPr sz="3600" spc="-4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minimize</a:t>
            </a:r>
            <a:r>
              <a:rPr sz="3600" spc="-40" dirty="0">
                <a:latin typeface="Helvetica Light"/>
                <a:cs typeface="Helvetica Light"/>
              </a:rPr>
              <a:t> </a:t>
            </a:r>
            <a:r>
              <a:rPr sz="3600" spc="-20" dirty="0">
                <a:latin typeface="Helvetica Light"/>
                <a:cs typeface="Helvetica Light"/>
              </a:rPr>
              <a:t>this </a:t>
            </a:r>
            <a:r>
              <a:rPr sz="3600" dirty="0">
                <a:latin typeface="Helvetica Light"/>
                <a:cs typeface="Helvetica Light"/>
              </a:rPr>
              <a:t>(now</a:t>
            </a:r>
            <a:r>
              <a:rPr sz="3600" spc="-25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to</a:t>
            </a:r>
            <a:r>
              <a:rPr sz="3600" spc="-20" dirty="0">
                <a:latin typeface="Helvetica Light"/>
                <a:cs typeface="Helvetica Light"/>
              </a:rPr>
              <a:t> </a:t>
            </a:r>
            <a:r>
              <a:rPr sz="3600" dirty="0">
                <a:latin typeface="Helvetica Light"/>
                <a:cs typeface="Helvetica Light"/>
              </a:rPr>
              <a:t>the</a:t>
            </a:r>
            <a:r>
              <a:rPr sz="3600" spc="-25" dirty="0">
                <a:latin typeface="Helvetica Light"/>
                <a:cs typeface="Helvetica Light"/>
              </a:rPr>
              <a:t> </a:t>
            </a:r>
            <a:r>
              <a:rPr sz="3600" spc="-10" dirty="0">
                <a:latin typeface="Helvetica Light"/>
                <a:cs typeface="Helvetica Light"/>
              </a:rPr>
              <a:t>algorithm)</a:t>
            </a:r>
            <a:endParaRPr sz="3600">
              <a:latin typeface="Helvetica Light"/>
              <a:cs typeface="Helvetica Light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7256" y="422656"/>
            <a:ext cx="8648065" cy="2077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 indent="1584960">
              <a:lnSpc>
                <a:spcPct val="100899"/>
              </a:lnSpc>
              <a:spcBef>
                <a:spcPts val="25"/>
              </a:spcBef>
              <a:tabLst>
                <a:tab pos="2996565" algn="l"/>
              </a:tabLst>
            </a:pPr>
            <a:r>
              <a:rPr sz="6700" b="0" dirty="0">
                <a:solidFill>
                  <a:srgbClr val="000000"/>
                </a:solidFill>
                <a:latin typeface="Helvetica Light"/>
                <a:cs typeface="Helvetica Light"/>
              </a:rPr>
              <a:t>Horn-</a:t>
            </a:r>
            <a:r>
              <a:rPr sz="6700"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Schunck Optical</a:t>
            </a:r>
            <a:r>
              <a:rPr sz="6700" b="0" dirty="0">
                <a:solidFill>
                  <a:srgbClr val="000000"/>
                </a:solidFill>
                <a:latin typeface="Helvetica Light"/>
                <a:cs typeface="Helvetica Light"/>
              </a:rPr>
              <a:t>	Flow</a:t>
            </a:r>
            <a:r>
              <a:rPr sz="6700" b="0" spc="2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6700"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Algorithm</a:t>
            </a:r>
            <a:endParaRPr sz="6700">
              <a:latin typeface="Helvetica Light"/>
              <a:cs typeface="Helvetica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600" y="3018027"/>
            <a:ext cx="9664065" cy="404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5320" indent="-64262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655320" algn="l"/>
                <a:tab pos="3013075" algn="l"/>
                <a:tab pos="4298950" algn="l"/>
              </a:tabLst>
            </a:pPr>
            <a:r>
              <a:rPr sz="2800" spc="325" dirty="0">
                <a:latin typeface="Times New Roman"/>
                <a:cs typeface="Times New Roman"/>
              </a:rPr>
              <a:t>Precompute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295" dirty="0">
                <a:latin typeface="Times New Roman"/>
                <a:cs typeface="Times New Roman"/>
              </a:rPr>
              <a:t>image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530" dirty="0">
                <a:latin typeface="Times New Roman"/>
                <a:cs typeface="Times New Roman"/>
              </a:rPr>
              <a:t>gradients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20"/>
              </a:spcBef>
              <a:buFont typeface="Times New Roman"/>
              <a:buAutoNum type="arabicPeriod"/>
            </a:pPr>
            <a:endParaRPr sz="2800">
              <a:latin typeface="Times New Roman"/>
              <a:cs typeface="Times New Roman"/>
            </a:endParaRPr>
          </a:p>
          <a:p>
            <a:pPr marL="655320" indent="-64262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655320" algn="l"/>
                <a:tab pos="3013075" algn="l"/>
                <a:tab pos="4941570" algn="l"/>
              </a:tabLst>
            </a:pPr>
            <a:r>
              <a:rPr sz="2800" spc="325" dirty="0">
                <a:latin typeface="Times New Roman"/>
                <a:cs typeface="Times New Roman"/>
              </a:rPr>
              <a:t>Precompute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425" dirty="0">
                <a:latin typeface="Times New Roman"/>
                <a:cs typeface="Times New Roman"/>
              </a:rPr>
              <a:t>temporal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530" dirty="0">
                <a:latin typeface="Times New Roman"/>
                <a:cs typeface="Times New Roman"/>
              </a:rPr>
              <a:t>gradients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15"/>
              </a:spcBef>
              <a:buFont typeface="Times New Roman"/>
              <a:buAutoNum type="arabicPeriod"/>
            </a:pPr>
            <a:endParaRPr sz="2800">
              <a:latin typeface="Times New Roman"/>
              <a:cs typeface="Times New Roman"/>
            </a:endParaRPr>
          </a:p>
          <a:p>
            <a:pPr marL="655320" indent="-64262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655320" algn="l"/>
                <a:tab pos="3013075" algn="l"/>
                <a:tab pos="4084320" algn="l"/>
              </a:tabLst>
            </a:pPr>
            <a:r>
              <a:rPr sz="2800" spc="675" dirty="0">
                <a:latin typeface="Times New Roman"/>
                <a:cs typeface="Times New Roman"/>
              </a:rPr>
              <a:t>Initialize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365" dirty="0">
                <a:latin typeface="Times New Roman"/>
                <a:cs typeface="Times New Roman"/>
              </a:rPr>
              <a:t>flow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640" dirty="0">
                <a:latin typeface="Times New Roman"/>
                <a:cs typeface="Times New Roman"/>
              </a:rPr>
              <a:t>field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15"/>
              </a:spcBef>
              <a:buFont typeface="Times New Roman"/>
              <a:buAutoNum type="arabicPeriod"/>
            </a:pPr>
            <a:endParaRPr sz="2800">
              <a:latin typeface="Times New Roman"/>
              <a:cs typeface="Times New Roman"/>
            </a:endParaRPr>
          </a:p>
          <a:p>
            <a:pPr marL="655320" indent="-64262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655320" algn="l"/>
                <a:tab pos="1941195" algn="l"/>
                <a:tab pos="2798445" algn="l"/>
              </a:tabLst>
            </a:pPr>
            <a:r>
              <a:rPr sz="2800" spc="305" dirty="0">
                <a:latin typeface="Times New Roman"/>
                <a:cs typeface="Times New Roman"/>
              </a:rPr>
              <a:t>While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465" dirty="0">
                <a:latin typeface="Times New Roman"/>
                <a:cs typeface="Times New Roman"/>
              </a:rPr>
              <a:t>not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370" dirty="0">
                <a:latin typeface="Times New Roman"/>
                <a:cs typeface="Times New Roman"/>
              </a:rPr>
              <a:t>converged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2800">
              <a:latin typeface="Times New Roman"/>
              <a:cs typeface="Times New Roman"/>
            </a:endParaRPr>
          </a:p>
          <a:p>
            <a:pPr marL="649605">
              <a:lnSpc>
                <a:spcPct val="100000"/>
              </a:lnSpc>
              <a:tabLst>
                <a:tab pos="2364105" algn="l"/>
                <a:tab pos="3435350" algn="l"/>
                <a:tab pos="4721225" algn="l"/>
                <a:tab pos="6435725" algn="l"/>
                <a:tab pos="7292975" algn="l"/>
                <a:tab pos="8364855" algn="l"/>
              </a:tabLst>
            </a:pPr>
            <a:r>
              <a:rPr sz="2800" spc="195" dirty="0">
                <a:latin typeface="Times New Roman"/>
                <a:cs typeface="Times New Roman"/>
              </a:rPr>
              <a:t>Compute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365" dirty="0">
                <a:latin typeface="Times New Roman"/>
                <a:cs typeface="Times New Roman"/>
              </a:rPr>
              <a:t>flow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635" dirty="0">
                <a:latin typeface="Times New Roman"/>
                <a:cs typeface="Times New Roman"/>
              </a:rPr>
              <a:t>field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445" dirty="0">
                <a:latin typeface="Times New Roman"/>
                <a:cs typeface="Times New Roman"/>
              </a:rPr>
              <a:t>updates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555" dirty="0">
                <a:latin typeface="Times New Roman"/>
                <a:cs typeface="Times New Roman"/>
              </a:rPr>
              <a:t>for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380" dirty="0">
                <a:latin typeface="Times New Roman"/>
                <a:cs typeface="Times New Roman"/>
              </a:rPr>
              <a:t>each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610" dirty="0">
                <a:latin typeface="Times New Roman"/>
                <a:cs typeface="Times New Roman"/>
              </a:rPr>
              <a:t>pixel: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2720" y="3156865"/>
            <a:ext cx="393701" cy="3937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02899" y="3125115"/>
            <a:ext cx="368301" cy="4572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28299" y="4103932"/>
            <a:ext cx="317501" cy="3937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80908" y="4912569"/>
            <a:ext cx="945446" cy="81038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07064" y="7642382"/>
            <a:ext cx="5107495" cy="89891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409577" y="7635999"/>
            <a:ext cx="5107496" cy="91168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545257" y="8991600"/>
            <a:ext cx="3563620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b="1" dirty="0">
                <a:solidFill>
                  <a:srgbClr val="00882B"/>
                </a:solidFill>
                <a:latin typeface="Helvetica"/>
                <a:cs typeface="Helvetica"/>
              </a:rPr>
              <a:t>Just</a:t>
            </a:r>
            <a:r>
              <a:rPr sz="2900" b="1" spc="-35" dirty="0">
                <a:solidFill>
                  <a:srgbClr val="00882B"/>
                </a:solidFill>
                <a:latin typeface="Helvetica"/>
                <a:cs typeface="Helvetica"/>
              </a:rPr>
              <a:t> </a:t>
            </a:r>
            <a:r>
              <a:rPr sz="2900" b="1" dirty="0">
                <a:solidFill>
                  <a:srgbClr val="00882B"/>
                </a:solidFill>
                <a:latin typeface="Helvetica"/>
                <a:cs typeface="Helvetica"/>
              </a:rPr>
              <a:t>8</a:t>
            </a:r>
            <a:r>
              <a:rPr sz="2900" b="1" spc="-35" dirty="0">
                <a:solidFill>
                  <a:srgbClr val="00882B"/>
                </a:solidFill>
                <a:latin typeface="Helvetica"/>
                <a:cs typeface="Helvetica"/>
              </a:rPr>
              <a:t> </a:t>
            </a:r>
            <a:r>
              <a:rPr sz="2900" b="1" dirty="0">
                <a:solidFill>
                  <a:srgbClr val="00882B"/>
                </a:solidFill>
                <a:latin typeface="Helvetica"/>
                <a:cs typeface="Helvetica"/>
              </a:rPr>
              <a:t>lines</a:t>
            </a:r>
            <a:r>
              <a:rPr sz="2900" b="1" spc="-35" dirty="0">
                <a:solidFill>
                  <a:srgbClr val="00882B"/>
                </a:solidFill>
                <a:latin typeface="Helvetica"/>
                <a:cs typeface="Helvetica"/>
              </a:rPr>
              <a:t> </a:t>
            </a:r>
            <a:r>
              <a:rPr sz="2900" b="1" dirty="0">
                <a:solidFill>
                  <a:srgbClr val="00882B"/>
                </a:solidFill>
                <a:latin typeface="Helvetica"/>
                <a:cs typeface="Helvetica"/>
              </a:rPr>
              <a:t>of</a:t>
            </a:r>
            <a:r>
              <a:rPr sz="2900" b="1" spc="-30" dirty="0">
                <a:solidFill>
                  <a:srgbClr val="00882B"/>
                </a:solidFill>
                <a:latin typeface="Helvetica"/>
                <a:cs typeface="Helvetica"/>
              </a:rPr>
              <a:t> </a:t>
            </a:r>
            <a:r>
              <a:rPr sz="2900" b="1" spc="-10" dirty="0">
                <a:solidFill>
                  <a:srgbClr val="00882B"/>
                </a:solidFill>
                <a:latin typeface="Helvetica"/>
                <a:cs typeface="Helvetica"/>
              </a:rPr>
              <a:t>code!</a:t>
            </a:r>
            <a:endParaRPr sz="29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200DE-7674-9A94-0107-FCCB56C4B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FA1DED8-DF87-2739-4F2C-4AE939231C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77256" y="422656"/>
            <a:ext cx="8648065" cy="2077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 indent="1584960">
              <a:lnSpc>
                <a:spcPct val="100899"/>
              </a:lnSpc>
              <a:spcBef>
                <a:spcPts val="25"/>
              </a:spcBef>
              <a:tabLst>
                <a:tab pos="2996565" algn="l"/>
              </a:tabLst>
            </a:pPr>
            <a:r>
              <a:rPr sz="6700" b="0" dirty="0">
                <a:solidFill>
                  <a:srgbClr val="000000"/>
                </a:solidFill>
                <a:latin typeface="Helvetica Light"/>
                <a:cs typeface="Helvetica Light"/>
              </a:rPr>
              <a:t>Horn-</a:t>
            </a:r>
            <a:r>
              <a:rPr sz="6700"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Schunck Optical</a:t>
            </a:r>
            <a:r>
              <a:rPr sz="6700" b="0" dirty="0">
                <a:solidFill>
                  <a:srgbClr val="000000"/>
                </a:solidFill>
                <a:latin typeface="Helvetica Light"/>
                <a:cs typeface="Helvetica Light"/>
              </a:rPr>
              <a:t>	Flow</a:t>
            </a:r>
            <a:r>
              <a:rPr sz="6700" b="0" spc="20" dirty="0">
                <a:solidFill>
                  <a:srgbClr val="000000"/>
                </a:solidFill>
                <a:latin typeface="Helvetica Light"/>
                <a:cs typeface="Helvetica Light"/>
              </a:rPr>
              <a:t> </a:t>
            </a:r>
            <a:r>
              <a:rPr sz="6700" b="0" spc="-10" dirty="0">
                <a:solidFill>
                  <a:srgbClr val="000000"/>
                </a:solidFill>
                <a:latin typeface="Helvetica Light"/>
                <a:cs typeface="Helvetica Light"/>
              </a:rPr>
              <a:t>Algorithm</a:t>
            </a:r>
            <a:endParaRPr sz="6700">
              <a:latin typeface="Helvetica Light"/>
              <a:cs typeface="Helvetica Light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88C3B20-245F-9DD1-1C2B-8B95CD35BDB5}"/>
              </a:ext>
            </a:extLst>
          </p:cNvPr>
          <p:cNvSpPr txBox="1"/>
          <p:nvPr/>
        </p:nvSpPr>
        <p:spPr>
          <a:xfrm>
            <a:off x="990600" y="3018027"/>
            <a:ext cx="9664065" cy="404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5320" indent="-64262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655320" algn="l"/>
                <a:tab pos="3013075" algn="l"/>
                <a:tab pos="4298950" algn="l"/>
              </a:tabLst>
            </a:pPr>
            <a:r>
              <a:rPr sz="2800" spc="325" dirty="0">
                <a:latin typeface="Times New Roman"/>
                <a:cs typeface="Times New Roman"/>
              </a:rPr>
              <a:t>Precompute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295" dirty="0">
                <a:latin typeface="Times New Roman"/>
                <a:cs typeface="Times New Roman"/>
              </a:rPr>
              <a:t>image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530" dirty="0">
                <a:latin typeface="Times New Roman"/>
                <a:cs typeface="Times New Roman"/>
              </a:rPr>
              <a:t>gradients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20"/>
              </a:spcBef>
              <a:buFont typeface="Times New Roman"/>
              <a:buAutoNum type="arabicPeriod"/>
            </a:pPr>
            <a:endParaRPr sz="2800">
              <a:latin typeface="Times New Roman"/>
              <a:cs typeface="Times New Roman"/>
            </a:endParaRPr>
          </a:p>
          <a:p>
            <a:pPr marL="655320" indent="-64262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655320" algn="l"/>
                <a:tab pos="3013075" algn="l"/>
                <a:tab pos="4941570" algn="l"/>
              </a:tabLst>
            </a:pPr>
            <a:r>
              <a:rPr sz="2800" spc="325" dirty="0">
                <a:latin typeface="Times New Roman"/>
                <a:cs typeface="Times New Roman"/>
              </a:rPr>
              <a:t>Precompute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425" dirty="0">
                <a:latin typeface="Times New Roman"/>
                <a:cs typeface="Times New Roman"/>
              </a:rPr>
              <a:t>temporal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530" dirty="0">
                <a:latin typeface="Times New Roman"/>
                <a:cs typeface="Times New Roman"/>
              </a:rPr>
              <a:t>gradients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15"/>
              </a:spcBef>
              <a:buFont typeface="Times New Roman"/>
              <a:buAutoNum type="arabicPeriod"/>
            </a:pPr>
            <a:endParaRPr sz="2800">
              <a:latin typeface="Times New Roman"/>
              <a:cs typeface="Times New Roman"/>
            </a:endParaRPr>
          </a:p>
          <a:p>
            <a:pPr marL="655320" indent="-64262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655320" algn="l"/>
                <a:tab pos="3013075" algn="l"/>
                <a:tab pos="4084320" algn="l"/>
              </a:tabLst>
            </a:pPr>
            <a:r>
              <a:rPr sz="2800" spc="675" dirty="0">
                <a:latin typeface="Times New Roman"/>
                <a:cs typeface="Times New Roman"/>
              </a:rPr>
              <a:t>Initialize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365" dirty="0">
                <a:latin typeface="Times New Roman"/>
                <a:cs typeface="Times New Roman"/>
              </a:rPr>
              <a:t>flow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640" dirty="0">
                <a:latin typeface="Times New Roman"/>
                <a:cs typeface="Times New Roman"/>
              </a:rPr>
              <a:t>field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15"/>
              </a:spcBef>
              <a:buFont typeface="Times New Roman"/>
              <a:buAutoNum type="arabicPeriod"/>
            </a:pPr>
            <a:endParaRPr sz="2800">
              <a:latin typeface="Times New Roman"/>
              <a:cs typeface="Times New Roman"/>
            </a:endParaRPr>
          </a:p>
          <a:p>
            <a:pPr marL="655320" indent="-64262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655320" algn="l"/>
                <a:tab pos="1941195" algn="l"/>
                <a:tab pos="2798445" algn="l"/>
              </a:tabLst>
            </a:pPr>
            <a:r>
              <a:rPr sz="2800" spc="305" dirty="0">
                <a:latin typeface="Times New Roman"/>
                <a:cs typeface="Times New Roman"/>
              </a:rPr>
              <a:t>While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465" dirty="0">
                <a:latin typeface="Times New Roman"/>
                <a:cs typeface="Times New Roman"/>
              </a:rPr>
              <a:t>not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370" dirty="0">
                <a:latin typeface="Times New Roman"/>
                <a:cs typeface="Times New Roman"/>
              </a:rPr>
              <a:t>converged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2800">
              <a:latin typeface="Times New Roman"/>
              <a:cs typeface="Times New Roman"/>
            </a:endParaRPr>
          </a:p>
          <a:p>
            <a:pPr marL="649605">
              <a:lnSpc>
                <a:spcPct val="100000"/>
              </a:lnSpc>
              <a:tabLst>
                <a:tab pos="2364105" algn="l"/>
                <a:tab pos="3435350" algn="l"/>
                <a:tab pos="4721225" algn="l"/>
                <a:tab pos="6435725" algn="l"/>
                <a:tab pos="7292975" algn="l"/>
                <a:tab pos="8364855" algn="l"/>
              </a:tabLst>
            </a:pPr>
            <a:r>
              <a:rPr sz="2800" spc="195" dirty="0">
                <a:latin typeface="Times New Roman"/>
                <a:cs typeface="Times New Roman"/>
              </a:rPr>
              <a:t>Compute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365" dirty="0">
                <a:latin typeface="Times New Roman"/>
                <a:cs typeface="Times New Roman"/>
              </a:rPr>
              <a:t>flow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635" dirty="0">
                <a:latin typeface="Times New Roman"/>
                <a:cs typeface="Times New Roman"/>
              </a:rPr>
              <a:t>field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445" dirty="0">
                <a:latin typeface="Times New Roman"/>
                <a:cs typeface="Times New Roman"/>
              </a:rPr>
              <a:t>updates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555" dirty="0">
                <a:latin typeface="Times New Roman"/>
                <a:cs typeface="Times New Roman"/>
              </a:rPr>
              <a:t>for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380" dirty="0">
                <a:latin typeface="Times New Roman"/>
                <a:cs typeface="Times New Roman"/>
              </a:rPr>
              <a:t>each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610" dirty="0">
                <a:latin typeface="Times New Roman"/>
                <a:cs typeface="Times New Roman"/>
              </a:rPr>
              <a:t>pixel: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724E50F4-D8F1-1910-AFF8-B8DB84188B1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82720" y="3156865"/>
            <a:ext cx="393701" cy="393701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D826CB0E-7A31-0008-2E02-43AEF355A47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02899" y="3125115"/>
            <a:ext cx="368301" cy="457201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883193C9-9F2B-D2C0-4B54-42B0C3F4692E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28299" y="4103932"/>
            <a:ext cx="317501" cy="393701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3215E455-A4A5-736B-7D0D-11A00E067B8D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80908" y="4912569"/>
            <a:ext cx="945446" cy="810383"/>
          </a:xfrm>
          <a:prstGeom prst="rect">
            <a:avLst/>
          </a:prstGeom>
        </p:spPr>
      </p:pic>
      <p:pic>
        <p:nvPicPr>
          <p:cNvPr id="8" name="object 8">
            <a:extLst>
              <a:ext uri="{FF2B5EF4-FFF2-40B4-BE49-F238E27FC236}">
                <a16:creationId xmlns:a16="http://schemas.microsoft.com/office/drawing/2014/main" id="{F1FAFDDD-72CC-C198-346B-2A3076C6C985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07064" y="7642382"/>
            <a:ext cx="5107495" cy="898919"/>
          </a:xfrm>
          <a:prstGeom prst="rect">
            <a:avLst/>
          </a:prstGeom>
        </p:spPr>
      </p:pic>
      <p:pic>
        <p:nvPicPr>
          <p:cNvPr id="9" name="object 9">
            <a:extLst>
              <a:ext uri="{FF2B5EF4-FFF2-40B4-BE49-F238E27FC236}">
                <a16:creationId xmlns:a16="http://schemas.microsoft.com/office/drawing/2014/main" id="{7DD1F7EB-8D66-2F67-8200-FD9939135881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409577" y="7635999"/>
            <a:ext cx="5107496" cy="911683"/>
          </a:xfrm>
          <a:prstGeom prst="rect">
            <a:avLst/>
          </a:prstGeom>
        </p:spPr>
      </p:pic>
      <p:sp>
        <p:nvSpPr>
          <p:cNvPr id="10" name="object 10">
            <a:extLst>
              <a:ext uri="{FF2B5EF4-FFF2-40B4-BE49-F238E27FC236}">
                <a16:creationId xmlns:a16="http://schemas.microsoft.com/office/drawing/2014/main" id="{BAE221EA-2598-A4DB-5C98-1EBBC500A4E7}"/>
              </a:ext>
            </a:extLst>
          </p:cNvPr>
          <p:cNvSpPr txBox="1"/>
          <p:nvPr/>
        </p:nvSpPr>
        <p:spPr>
          <a:xfrm>
            <a:off x="254000" y="9116896"/>
            <a:ext cx="1923256" cy="3319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solidFill>
                  <a:schemeClr val="tx1"/>
                </a:solidFill>
                <a:latin typeface="Helvetica"/>
                <a:cs typeface="Helvetica"/>
              </a:rPr>
              <a:t>Estimated flow</a:t>
            </a:r>
            <a:endParaRPr sz="2000" dirty="0">
              <a:solidFill>
                <a:schemeClr val="tx1"/>
              </a:solidFill>
              <a:latin typeface="Helvetica"/>
              <a:cs typeface="Helvetica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6C4C943D-0149-892A-0FF2-1D28C8801F4F}"/>
              </a:ext>
            </a:extLst>
          </p:cNvPr>
          <p:cNvSpPr txBox="1"/>
          <p:nvPr/>
        </p:nvSpPr>
        <p:spPr>
          <a:xfrm>
            <a:off x="2387600" y="9116896"/>
            <a:ext cx="228600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solidFill>
                  <a:schemeClr val="tx1"/>
                </a:solidFill>
                <a:latin typeface="Helvetica"/>
                <a:cs typeface="Helvetica"/>
              </a:rPr>
              <a:t>Neighborhood Avg</a:t>
            </a:r>
            <a:endParaRPr sz="2000" dirty="0">
              <a:solidFill>
                <a:schemeClr val="tx1"/>
              </a:solidFill>
              <a:latin typeface="Helvetica"/>
              <a:cs typeface="Helvetica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726F9112-F892-D671-D0FE-0C2C95B7301B}"/>
              </a:ext>
            </a:extLst>
          </p:cNvPr>
          <p:cNvSpPr txBox="1"/>
          <p:nvPr/>
        </p:nvSpPr>
        <p:spPr>
          <a:xfrm>
            <a:off x="5123577" y="9128199"/>
            <a:ext cx="228600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solidFill>
                  <a:schemeClr val="tx1"/>
                </a:solidFill>
                <a:latin typeface="Helvetica"/>
                <a:cs typeface="Helvetica"/>
              </a:rPr>
              <a:t>Brightness error</a:t>
            </a:r>
            <a:endParaRPr sz="2000" dirty="0">
              <a:solidFill>
                <a:schemeClr val="tx1"/>
              </a:solidFill>
              <a:latin typeface="Helvetica"/>
              <a:cs typeface="Helvetica"/>
            </a:endParaRPr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7B6825ED-3A09-15B6-19C2-A8E736A10B52}"/>
              </a:ext>
            </a:extLst>
          </p:cNvPr>
          <p:cNvSpPr txBox="1"/>
          <p:nvPr/>
        </p:nvSpPr>
        <p:spPr>
          <a:xfrm>
            <a:off x="7402405" y="9116894"/>
            <a:ext cx="228600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solidFill>
                  <a:schemeClr val="tx1"/>
                </a:solidFill>
                <a:latin typeface="Helvetica"/>
                <a:cs typeface="Helvetica"/>
              </a:rPr>
              <a:t>Damping factor</a:t>
            </a:r>
            <a:endParaRPr sz="2000" dirty="0">
              <a:solidFill>
                <a:schemeClr val="tx1"/>
              </a:solidFill>
              <a:latin typeface="Helvetica"/>
              <a:cs typeface="Helvetica"/>
            </a:endParaRPr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01511231-1DC4-8E0E-E767-19EF4FEE364E}"/>
              </a:ext>
            </a:extLst>
          </p:cNvPr>
          <p:cNvSpPr txBox="1"/>
          <p:nvPr/>
        </p:nvSpPr>
        <p:spPr>
          <a:xfrm>
            <a:off x="9580968" y="9105589"/>
            <a:ext cx="228600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solidFill>
                  <a:schemeClr val="tx1"/>
                </a:solidFill>
                <a:latin typeface="Helvetica"/>
                <a:cs typeface="Helvetica"/>
              </a:rPr>
              <a:t>Gradient direction</a:t>
            </a:r>
            <a:endParaRPr sz="2000" dirty="0">
              <a:solidFill>
                <a:schemeClr val="tx1"/>
              </a:solidFill>
              <a:latin typeface="Helvetica"/>
              <a:cs typeface="Helvetic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A08F183-00F1-86BD-73F0-35B963FD2810}"/>
                  </a:ext>
                </a:extLst>
              </p14:cNvPr>
              <p14:cNvContentPartPr/>
              <p14:nvPr/>
            </p14:nvContentPartPr>
            <p14:xfrm>
              <a:off x="844826" y="8128957"/>
              <a:ext cx="425520" cy="9176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A08F183-00F1-86BD-73F0-35B963FD281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26826" y="8110957"/>
                <a:ext cx="461160" cy="9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5DA85E3-402C-B282-C9F6-A3B2AAB99244}"/>
                  </a:ext>
                </a:extLst>
              </p14:cNvPr>
              <p14:cNvContentPartPr/>
              <p14:nvPr/>
            </p14:nvContentPartPr>
            <p14:xfrm>
              <a:off x="2305346" y="8320477"/>
              <a:ext cx="781200" cy="7660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5DA85E3-402C-B282-C9F6-A3B2AAB9924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287346" y="8302837"/>
                <a:ext cx="816840" cy="80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366839F-2EFF-2E0D-587B-317E13EB7F4C}"/>
                  </a:ext>
                </a:extLst>
              </p14:cNvPr>
              <p14:cNvContentPartPr/>
              <p14:nvPr/>
            </p14:nvContentPartPr>
            <p14:xfrm>
              <a:off x="3197786" y="7304917"/>
              <a:ext cx="171000" cy="1936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366839F-2EFF-2E0D-587B-317E13EB7F4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179786" y="7287277"/>
                <a:ext cx="20664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6C9E4BD-4E26-C89B-0AB6-646070CDA1CC}"/>
                  </a:ext>
                </a:extLst>
              </p14:cNvPr>
              <p14:cNvContentPartPr/>
              <p14:nvPr/>
            </p14:nvContentPartPr>
            <p14:xfrm>
              <a:off x="3027506" y="7248397"/>
              <a:ext cx="1923480" cy="19213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6C9E4BD-4E26-C89B-0AB6-646070CDA1C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009866" y="7230397"/>
                <a:ext cx="1959120" cy="195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4E8720A2-9611-5336-981B-9662F3E0D382}"/>
              </a:ext>
            </a:extLst>
          </p:cNvPr>
          <p:cNvGrpSpPr/>
          <p:nvPr/>
        </p:nvGrpSpPr>
        <p:grpSpPr>
          <a:xfrm>
            <a:off x="6049706" y="8047957"/>
            <a:ext cx="3645360" cy="1241280"/>
            <a:chOff x="6049706" y="8047957"/>
            <a:chExt cx="3645360" cy="124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1420811-1F74-5371-F9EA-A6482726FD3B}"/>
                    </a:ext>
                  </a:extLst>
                </p14:cNvPr>
                <p14:cNvContentPartPr/>
                <p14:nvPr/>
              </p14:nvContentPartPr>
              <p14:xfrm>
                <a:off x="6049706" y="8474917"/>
                <a:ext cx="1328040" cy="8143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1420811-1F74-5371-F9EA-A6482726FD3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032066" y="8457277"/>
                  <a:ext cx="1363680" cy="84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01FAE2C-A03F-0C3A-9F88-797E42D143D2}"/>
                    </a:ext>
                  </a:extLst>
                </p14:cNvPr>
                <p14:cNvContentPartPr/>
                <p14:nvPr/>
              </p14:nvContentPartPr>
              <p14:xfrm>
                <a:off x="6653786" y="8047957"/>
                <a:ext cx="399960" cy="3459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01FAE2C-A03F-0C3A-9F88-797E42D143D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635786" y="8029957"/>
                  <a:ext cx="43560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44100C9-B76E-5E5E-499D-BD24B204ECB9}"/>
                    </a:ext>
                  </a:extLst>
                </p14:cNvPr>
                <p14:cNvContentPartPr/>
                <p14:nvPr/>
              </p14:nvContentPartPr>
              <p14:xfrm>
                <a:off x="6716786" y="8061997"/>
                <a:ext cx="2978280" cy="1022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44100C9-B76E-5E5E-499D-BD24B204ECB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699146" y="8044357"/>
                  <a:ext cx="3013920" cy="1058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90120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639</TotalTime>
  <Words>2644</Words>
  <Application>Microsoft Macintosh PowerPoint</Application>
  <PresentationFormat>Custom</PresentationFormat>
  <Paragraphs>831</Paragraphs>
  <Slides>117</Slides>
  <Notes>4</Notes>
  <HiddenSlides>17</HiddenSlides>
  <MMClips>4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117</vt:i4>
      </vt:variant>
    </vt:vector>
  </HeadingPairs>
  <TitlesOfParts>
    <vt:vector size="124" baseType="lpstr">
      <vt:lpstr>Arial</vt:lpstr>
      <vt:lpstr>Calibri</vt:lpstr>
      <vt:lpstr>Helvetica</vt:lpstr>
      <vt:lpstr>Helvetica Light</vt:lpstr>
      <vt:lpstr>Times New Roman</vt:lpstr>
      <vt:lpstr>Wingdings</vt:lpstr>
      <vt:lpstr>Office Theme</vt:lpstr>
      <vt:lpstr>Optical flow</vt:lpstr>
      <vt:lpstr>Optical flow while driving through streets</vt:lpstr>
      <vt:lpstr>Optical flow used for motion estimation in visual odometry</vt:lpstr>
      <vt:lpstr>Optical flow for tracking objects</vt:lpstr>
      <vt:lpstr>Optical flow</vt:lpstr>
      <vt:lpstr>(Dense) Optical Flow</vt:lpstr>
      <vt:lpstr>Optical Flow (Problem definition)</vt:lpstr>
      <vt:lpstr>(Dense) Optical Flow</vt:lpstr>
      <vt:lpstr>Scope (Global vs Local)?</vt:lpstr>
      <vt:lpstr>Scope</vt:lpstr>
      <vt:lpstr>Which space are we dealing with?</vt:lpstr>
      <vt:lpstr>Which space are we dealing with?</vt:lpstr>
      <vt:lpstr>Motion described as?</vt:lpstr>
      <vt:lpstr>Motion described as?</vt:lpstr>
      <vt:lpstr>Motion described as?</vt:lpstr>
      <vt:lpstr>Key Assumptions (unique to optical flow)</vt:lpstr>
      <vt:lpstr>Overall Goal!</vt:lpstr>
      <vt:lpstr>Assumption 1 Brightness constancy</vt:lpstr>
      <vt:lpstr>Assumption 1 Brightness constancy</vt:lpstr>
      <vt:lpstr>Assumption 1 Brightness constancy</vt:lpstr>
      <vt:lpstr>Assumption 1 Brightness constancy</vt:lpstr>
      <vt:lpstr>Assumption 1 Brightness constancy</vt:lpstr>
      <vt:lpstr>Assumption 1 Brightness constancy</vt:lpstr>
      <vt:lpstr>Assumption 2 Small motion</vt:lpstr>
      <vt:lpstr>Assumption 2 Small motion</vt:lpstr>
      <vt:lpstr>Assumption 2 Small motion</vt:lpstr>
      <vt:lpstr>Assumption 2 Small motion</vt:lpstr>
      <vt:lpstr>These assumptions yield the …</vt:lpstr>
      <vt:lpstr>PowerPoint Presentation</vt:lpstr>
      <vt:lpstr>PowerPoint Presentation</vt:lpstr>
      <vt:lpstr>Multivariable Taylor Series Expansion (First order approximation, two variables)</vt:lpstr>
      <vt:lpstr>Multivariable Taylor Series Expansion (First order approximation, two variables)</vt:lpstr>
      <vt:lpstr>Multivariable Taylor Series Expansion (First order approximation, two variables)</vt:lpstr>
      <vt:lpstr>Multivariable Taylor Series Expansion (First order approximation, two variables)</vt:lpstr>
      <vt:lpstr>Multivariable Taylor Series Expansion (First order approximation, two variables)</vt:lpstr>
      <vt:lpstr>Multivariable Taylor Series Expansion (First order approximation, two variables)</vt:lpstr>
      <vt:lpstr>Multivariable Taylor Series Expansion (First order approximation, two variables)</vt:lpstr>
      <vt:lpstr>Brightness Constancy Equation</vt:lpstr>
      <vt:lpstr>(putting the math aside for a second…)</vt:lpstr>
      <vt:lpstr>(putting the math aside for a second…)</vt:lpstr>
      <vt:lpstr>(putting the math aside for a second…)</vt:lpstr>
      <vt:lpstr>(putting the math aside for a second…)</vt:lpstr>
      <vt:lpstr>How do you compute …</vt:lpstr>
      <vt:lpstr>How do you compute …</vt:lpstr>
      <vt:lpstr>How do you compute …</vt:lpstr>
      <vt:lpstr>How do you compute …</vt:lpstr>
      <vt:lpstr>Frame differencing</vt:lpstr>
      <vt:lpstr>Example:</vt:lpstr>
      <vt:lpstr>How do you compute …</vt:lpstr>
      <vt:lpstr>How do you compute …</vt:lpstr>
      <vt:lpstr>How do you compute …</vt:lpstr>
      <vt:lpstr>Solution lies on a straight line</vt:lpstr>
      <vt:lpstr>unknown</vt:lpstr>
      <vt:lpstr>unknown</vt:lpstr>
      <vt:lpstr>Constant flow</vt:lpstr>
      <vt:lpstr>PowerPoint Presentation</vt:lpstr>
      <vt:lpstr>Let’s get some intuition…</vt:lpstr>
      <vt:lpstr>Assumptions:</vt:lpstr>
      <vt:lpstr>Assumptions:</vt:lpstr>
      <vt:lpstr>PowerPoint Presentation</vt:lpstr>
      <vt:lpstr>Equivalent to solving:</vt:lpstr>
      <vt:lpstr>When is this solvable?</vt:lpstr>
      <vt:lpstr>When is this solvable?</vt:lpstr>
      <vt:lpstr>PowerPoint Presentation</vt:lpstr>
      <vt:lpstr>Where have you seen this before?</vt:lpstr>
      <vt:lpstr>Where have you seen this before?</vt:lpstr>
      <vt:lpstr>Implications</vt:lpstr>
      <vt:lpstr>You want to compute optical flow. What happens if the image patch contains only a line?</vt:lpstr>
      <vt:lpstr>Barber’s pole illusion</vt:lpstr>
      <vt:lpstr>Barber’s pole illusion</vt:lpstr>
      <vt:lpstr>Barber’s pole illusion</vt:lpstr>
      <vt:lpstr>Aperture Problem</vt:lpstr>
      <vt:lpstr>Aperture Problem</vt:lpstr>
      <vt:lpstr>Aperture Problem</vt:lpstr>
      <vt:lpstr>Aperture Problem</vt:lpstr>
      <vt:lpstr>Aperture Problem</vt:lpstr>
      <vt:lpstr>Aperture Problem</vt:lpstr>
      <vt:lpstr>Want patches with different gradients to the avoid aperture problem</vt:lpstr>
      <vt:lpstr>Want patches with different gradients to the avoid aperture problem</vt:lpstr>
      <vt:lpstr>H(x,y) = y</vt:lpstr>
      <vt:lpstr>Horn-Schunck optical flow</vt:lpstr>
      <vt:lpstr>Horn-Schunck Optical Flow (1981)</vt:lpstr>
      <vt:lpstr>Smoothness</vt:lpstr>
      <vt:lpstr>Key idea (of Horn-Schunck optical flow)</vt:lpstr>
      <vt:lpstr>Key idea (of Horn-Schunck optical flow)</vt:lpstr>
      <vt:lpstr>Enforce brightness constancy</vt:lpstr>
      <vt:lpstr>Enforce brightness constancy</vt:lpstr>
      <vt:lpstr>Enforce brightness constancy</vt:lpstr>
      <vt:lpstr>Key idea (of Horn-Schunck optical flow)</vt:lpstr>
      <vt:lpstr>Enforce smooth flow field</vt:lpstr>
      <vt:lpstr>PowerPoint Presentation</vt:lpstr>
      <vt:lpstr>Which flow field optimizes the objective?</vt:lpstr>
      <vt:lpstr>Key idea (of Horn-Schunck optical flow)</vt:lpstr>
      <vt:lpstr>Horn-Schunck optical flow</vt:lpstr>
      <vt:lpstr>HS optical flow objective function</vt:lpstr>
      <vt:lpstr>How do we solve this minimization problem?</vt:lpstr>
      <vt:lpstr>How do we solve this minimization problem?</vt:lpstr>
      <vt:lpstr>How do we solve this minimization problem?</vt:lpstr>
      <vt:lpstr>Compute the partial derivatives of this huge sum!</vt:lpstr>
      <vt:lpstr>Compute the partial derivatives of this huge sum!</vt:lpstr>
      <vt:lpstr>Compute the partial derivatives of this huge sum!</vt:lpstr>
      <vt:lpstr>Compute the partial derivatives of this huge sum!</vt:lpstr>
      <vt:lpstr>Compute the partial derivatives of this huge sum!</vt:lpstr>
      <vt:lpstr>Compute the partial derivatives of this huge sum!</vt:lpstr>
      <vt:lpstr>Where are the extrema of E?</vt:lpstr>
      <vt:lpstr>PowerPoint Presentation</vt:lpstr>
      <vt:lpstr>Where are the extrema of E?</vt:lpstr>
      <vt:lpstr>Recall</vt:lpstr>
      <vt:lpstr>Recall</vt:lpstr>
      <vt:lpstr>Rearrange to get update equations:</vt:lpstr>
      <vt:lpstr>Recall:</vt:lpstr>
      <vt:lpstr>Recall:</vt:lpstr>
      <vt:lpstr>Recall:</vt:lpstr>
      <vt:lpstr>ok, take a step back, why did we do all this math?</vt:lpstr>
      <vt:lpstr>We are solving for the optical flow (u,v) given two constraints</vt:lpstr>
      <vt:lpstr>Horn-Schunck Optical Flow Algorithm</vt:lpstr>
      <vt:lpstr>Horn-Schunck Optical Flow Algorithm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Optical flow</dc:title>
  <cp:lastModifiedBy>Troi Williams</cp:lastModifiedBy>
  <cp:revision>21</cp:revision>
  <dcterms:created xsi:type="dcterms:W3CDTF">2024-04-17T13:36:38Z</dcterms:created>
  <dcterms:modified xsi:type="dcterms:W3CDTF">2026-04-23T17:19:11Z</dcterms:modified>
</cp:coreProperties>
</file>