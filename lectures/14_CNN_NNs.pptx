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ink/ink25.xml" ContentType="application/inkml+xml"/>
  <Override PartName="/ppt/ink/ink26.xml" ContentType="application/inkml+xml"/>
  <Override PartName="/ppt/notesSlides/notesSlide69.xml" ContentType="application/vnd.openxmlformats-officedocument.presentationml.notesSlide+xml"/>
  <Override PartName="/ppt/ink/ink27.xml" ContentType="application/inkml+xml"/>
  <Override PartName="/ppt/ink/ink28.xml" ContentType="application/inkml+xml"/>
  <Override PartName="/ppt/notesSlides/notesSlide70.xml" ContentType="application/vnd.openxmlformats-officedocument.presentationml.notesSlide+xml"/>
  <Override PartName="/ppt/ink/ink29.xml" ContentType="application/inkml+xml"/>
  <Override PartName="/ppt/ink/ink30.xml" ContentType="application/inkml+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6" r:id="rId2"/>
    <p:sldMasterId id="2147483662" r:id="rId3"/>
  </p:sldMasterIdLst>
  <p:notesMasterIdLst>
    <p:notesMasterId r:id="rId87"/>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326" r:id="rId21"/>
    <p:sldId id="327" r:id="rId22"/>
    <p:sldId id="273" r:id="rId23"/>
    <p:sldId id="274" r:id="rId24"/>
    <p:sldId id="331" r:id="rId25"/>
    <p:sldId id="328" r:id="rId26"/>
    <p:sldId id="329"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332" r:id="rId50"/>
    <p:sldId id="333" r:id="rId51"/>
    <p:sldId id="335" r:id="rId52"/>
    <p:sldId id="297" r:id="rId53"/>
    <p:sldId id="298" r:id="rId54"/>
    <p:sldId id="299" r:id="rId55"/>
    <p:sldId id="300" r:id="rId56"/>
    <p:sldId id="301" r:id="rId57"/>
    <p:sldId id="302" r:id="rId58"/>
    <p:sldId id="303" r:id="rId59"/>
    <p:sldId id="304" r:id="rId60"/>
    <p:sldId id="305" r:id="rId61"/>
    <p:sldId id="306" r:id="rId62"/>
    <p:sldId id="307" r:id="rId63"/>
    <p:sldId id="308" r:id="rId64"/>
    <p:sldId id="309" r:id="rId65"/>
    <p:sldId id="336" r:id="rId66"/>
    <p:sldId id="310" r:id="rId67"/>
    <p:sldId id="311" r:id="rId68"/>
    <p:sldId id="337" r:id="rId69"/>
    <p:sldId id="338" r:id="rId70"/>
    <p:sldId id="339" r:id="rId71"/>
    <p:sldId id="340" r:id="rId72"/>
    <p:sldId id="341" r:id="rId73"/>
    <p:sldId id="312" r:id="rId74"/>
    <p:sldId id="313" r:id="rId75"/>
    <p:sldId id="314" r:id="rId76"/>
    <p:sldId id="315" r:id="rId77"/>
    <p:sldId id="316" r:id="rId78"/>
    <p:sldId id="317" r:id="rId79"/>
    <p:sldId id="318" r:id="rId80"/>
    <p:sldId id="319" r:id="rId81"/>
    <p:sldId id="320" r:id="rId82"/>
    <p:sldId id="321" r:id="rId83"/>
    <p:sldId id="322" r:id="rId84"/>
    <p:sldId id="323" r:id="rId85"/>
    <p:sldId id="324" r:id="rId86"/>
  </p:sldIdLst>
  <p:sldSz cx="13004800" cy="9753600"/>
  <p:notesSz cx="6858000" cy="9144000"/>
  <p:embeddedFontLst>
    <p:embeddedFont>
      <p:font typeface="Century Gothic" panose="020B0502020202020204" pitchFamily="34" charset="0"/>
      <p:regular r:id="rId88"/>
      <p:bold r:id="rId89"/>
      <p:italic r:id="rId90"/>
      <p:boldItalic r:id="rId91"/>
    </p:embeddedFont>
    <p:embeddedFont>
      <p:font typeface="Helvetica Neue" panose="02000503000000020004" pitchFamily="2" charset="0"/>
      <p:regular r:id="rId92"/>
      <p:bold r:id="rId93"/>
      <p:italic r:id="rId94"/>
      <p:boldItalic r:id="rId95"/>
    </p:embeddedFont>
    <p:embeddedFont>
      <p:font typeface="Merriweather Sans" pitchFamily="2" charset="77"/>
      <p:regular r:id="rId96"/>
      <p:bold r:id="rId97"/>
      <p:italic r:id="rId98"/>
      <p:boldItalic r:id="rId99"/>
    </p:embeddedFont>
    <p:embeddedFont>
      <p:font typeface="Palatino Linotype" panose="02040502050505030304" pitchFamily="18" charset="0"/>
      <p:regular r:id="rId100"/>
      <p:bold r:id="rId101"/>
      <p:italic r:id="rId102"/>
      <p:boldItalic r:id="rId10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4" roundtripDataSignature="AMtx7mgXYaIZFuOBOKToqmRRW7nKvIezw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42E300-E634-4B78-81FE-E78DBA3CB779}">
  <a:tblStyle styleId="{2742E300-E634-4B78-81FE-E78DBA3CB779}"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wholeTbl>
    <a:band1H>
      <a:tcTxStyle/>
      <a:tcStyle>
        <a:tcBdr/>
      </a:tcStyle>
    </a:band1H>
    <a:band2H>
      <a:tcTxStyle b="off" i="off"/>
      <a:tcStyle>
        <a:tcBdr/>
        <a:fill>
          <a:solidFill>
            <a:srgbClr val="E3E5E8"/>
          </a:solidFill>
        </a:fill>
      </a:tcStyle>
    </a:band2H>
    <a:band1V>
      <a:tcTxStyle/>
      <a:tcStyle>
        <a:tcBdr/>
      </a:tcStyle>
    </a:band1V>
    <a:band2V>
      <a:tcTxStyle/>
      <a:tcStyle>
        <a:tcBdr/>
      </a:tcStyle>
    </a:band2V>
    <a:lastCol>
      <a:tcTxStyle/>
      <a:tcStyle>
        <a:tcBdr/>
      </a:tcStyle>
    </a:lastCol>
    <a:firstCol>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398CCE"/>
          </a:solidFill>
        </a:fill>
      </a:tcStyle>
    </a:firstCol>
    <a:lastRow>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3797C6"/>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solidFill>
        </a:fill>
      </a:tcStyle>
    </a:lastRow>
    <a:seCell>
      <a:tcTxStyle/>
      <a:tcStyle>
        <a:tcBdr/>
      </a:tcStyle>
    </a:seCell>
    <a:swCell>
      <a:tcTxStyle/>
      <a:tcStyle>
        <a:tcBdr/>
      </a:tcStyle>
    </a:swCell>
    <a:firstRow>
      <a:tcTxStyle b="on" i="off">
        <a:font>
          <a:latin typeface="Helvetica"/>
          <a:ea typeface="Helvetica"/>
          <a:cs typeface="Helvetica"/>
        </a:font>
        <a:srgbClr val="FFFFFF"/>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accent1"/>
          </a:solidFill>
        </a:fill>
      </a:tcStyle>
    </a:firstRow>
    <a:neCell>
      <a:tcTxStyle/>
      <a:tcStyle>
        <a:tcBdr/>
      </a:tcStyle>
    </a:neCell>
    <a:nwCell>
      <a:tcTxStyle/>
      <a:tcStyle>
        <a:tcBdr/>
      </a:tcStyle>
    </a:nwCell>
  </a:tblStyle>
  <a:tblStyle styleId="{6F84EB96-A106-4A15-B49F-ACFDD6C5B9B5}" styleName="Table_1">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097"/>
  </p:normalViewPr>
  <p:slideViewPr>
    <p:cSldViewPr snapToGrid="0">
      <p:cViewPr varScale="1">
        <p:scale>
          <a:sx n="69" d="100"/>
          <a:sy n="69" d="100"/>
        </p:scale>
        <p:origin x="208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font" Target="fonts/font2.fntdata"/><Relationship Id="rId16" Type="http://schemas.openxmlformats.org/officeDocument/2006/relationships/slide" Target="slides/slide13.xml"/><Relationship Id="rId107" Type="http://schemas.openxmlformats.org/officeDocument/2006/relationships/theme" Target="theme/theme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font" Target="fonts/font15.fntdata"/><Relationship Id="rId5" Type="http://schemas.openxmlformats.org/officeDocument/2006/relationships/slide" Target="slides/slide2.xml"/><Relationship Id="rId90" Type="http://schemas.openxmlformats.org/officeDocument/2006/relationships/font" Target="fonts/font3.fntdata"/><Relationship Id="rId95" Type="http://schemas.openxmlformats.org/officeDocument/2006/relationships/font" Target="fonts/font8.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font" Target="fonts/font16.fntdata"/><Relationship Id="rId108"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font" Target="fonts/font1.fntdata"/><Relationship Id="rId91" Type="http://schemas.openxmlformats.org/officeDocument/2006/relationships/font" Target="fonts/font4.fntdata"/><Relationship Id="rId96"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viewProps" Target="viewProps.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font" Target="fonts/font7.fntdata"/><Relationship Id="rId99" Type="http://schemas.openxmlformats.org/officeDocument/2006/relationships/font" Target="fonts/font12.fntdata"/><Relationship Id="rId101" Type="http://schemas.openxmlformats.org/officeDocument/2006/relationships/font" Target="fonts/font14.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font" Target="fonts/font10.fntdata"/><Relationship Id="rId104" Type="http://customschemas.google.com/relationships/presentationmetadata" Target="metadata"/><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font" Target="fonts/font5.fntdata"/><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notesMaster" Target="notesMasters/notesMaster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font" Target="fonts/font13.fntdata"/><Relationship Id="rId105"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font" Target="fonts/font6.fntdata"/><Relationship Id="rId98" Type="http://schemas.openxmlformats.org/officeDocument/2006/relationships/font" Target="fonts/font11.fntdata"/><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6:22.107"/>
    </inkml:context>
    <inkml:brush xml:id="br0">
      <inkml:brushProperty name="width" value="0.1" units="cm"/>
      <inkml:brushProperty name="height" value="0.1" units="cm"/>
      <inkml:brushProperty name="color" value="#E71224"/>
    </inkml:brush>
  </inkml:definitions>
  <inkml:trace contextRef="#ctx0" brushRef="#br0">0 110 24575,'13'35'0,"14"-1"0,13 1 0,19-8 0,6-11 0,29-8 0,-42-7 0,2 0 0,0-1 0,1 0 0,1 0 0,-2 0 0,36 0 0,-1 0 0,-9 0 0,-6-4 0,-9-2 0,-4-5 0,0-4 0,0-3 0,1-5 0,-5-3 0,0 0 0,-4 0 0,-1 4 0,0 3 0,-4 1 0,-3 4 0,-6 2 0,-3 3 0,-4 2 0,-4 3 0,-6 0 0,-10 4 0,-5-3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6:26.073"/>
    </inkml:context>
    <inkml:brush xml:id="br0">
      <inkml:brushProperty name="width" value="0.1" units="cm"/>
      <inkml:brushProperty name="height" value="0.1" units="cm"/>
      <inkml:brushProperty name="color" value="#E71224"/>
    </inkml:brush>
  </inkml:definitions>
  <inkml:trace contextRef="#ctx0" brushRef="#br0">8765 0 24575,'-44'0'0,"-3"3"0,-8 2 0,-36 9 0,-13 6-438,35-5 0,-5 3 1,-3 2-1,-2 0 438,3-1 0,-2 2 0,-3 1 0,-1 0 0,0 0-719,-9 3 1,-1 1 0,-1 0-1,-1 0 1,-2 0 718,12-4 0,-3 0 0,0 1 0,0-1 0,0-1 0,1 0 0,3-2 0,1 0 0,-1-1 0,2 0 0,-1-1 0,2-1-74,-10 2 0,1 0 0,1-1 0,2-2 0,0-1 74,-12 1 0,1-2 0,3-2 0,2-2-224,15-3 0,1-1 0,3-1 0,0-1 224,-19 0 0,2-1 0,3 0 180,12-2 1,3 0 0,3 0-181,-20 0 0,4 0 1439,10 0 0,4 0-1439,8-2 0,3-1 912,3-1 0,2-2-912,1-2 0,0-2 618,1-2 0,0-1-618,-3 0 0,-1-1 64,0 1 1,-2 0-65,2 0 0,-1 0 0,0 0 0,0 1 0,2 1 0,0-1 0,0-1 0,-2 0 0,0 2 0,-1-1 0,0 1 0,-1 0 0,-2 1 0,1-1 0,2 2 0,0 1 0,1 1 0,-1 1 0,4 1 0,-1 2 0,-1 0 0,0 2 0,-5 1 0,0 0 0,-4 0 0,-1 0 0,-3 0 0,0 0 0,1 0 0,0 0 0,5 0 0,2 0 0,4-1 0,1 2 0,5 1 0,2 2 0,-41 11 0,4 9 0,6 11 0,3 7 0,3 10 0,5 7 0,6 9 0,3 6 0,6 4 0,27-34 0,1 3 0,-2 2 0,0 2 0,-1 2 0,1 2 0,0 1 0,0 0 0,1-5 0,0-1 0,-18 37 0,7-18 0,6-15 0,7-12 0,4-6 0,7-8 0,2-5 0,3-5 0,-2-5 0,2-7 0,0-10 0,-5-19 0,-5-21 0,-9-19 0,-3-18 0,-1-2 0,1 0 0,0 8 0,2 14 0,3 11 0,5 15 0,7 8 0,5 10 0,3 8 0,3 9 0,1 9 0,7 9 0,9 11 0,8 10 0,7 10 0,4 8 0,1 1 0,5-1 0,1-4 0,-2-5 0,-5-8 0,-4-5 0,-1-4 0,-5-7 0,-3-4 0,-7-5 0,-4-5 0,2-3 0,10-9 0,20-15 0,18-21 0,19-17 0,-30 22 0,1-1 0,3-2 0,2 1 0,2 3 0,2 2 0,-3 2 0,0 3 0,-7 4 0,-1 4 0,34-8 0,-23 6 0,-14 8 0,-9 2 0,-11 2 0,-10 3 0,-5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6:31.157"/>
    </inkml:context>
    <inkml:brush xml:id="br0">
      <inkml:brushProperty name="width" value="0.1" units="cm"/>
      <inkml:brushProperty name="height" value="0.1" units="cm"/>
      <inkml:brushProperty name="color" value="#E71224"/>
    </inkml:brush>
  </inkml:definitions>
  <inkml:trace contextRef="#ctx0" brushRef="#br0">1 60 24575,'42'0'0,"25"-5"0,17-5 0,2-6 0,-3 1 0,-27 6 0,-17 5 0,-9 4 0,-15 0 0,-3 0 0,3 0 0,0 0 0,2 0 0,2 0 0,0 0 0,-1 0 0,-2 0 0,-1 0 0,-7 0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6:36.056"/>
    </inkml:context>
    <inkml:brush xml:id="br0">
      <inkml:brushProperty name="width" value="0.1" units="cm"/>
      <inkml:brushProperty name="height" value="0.1" units="cm"/>
      <inkml:brushProperty name="color" value="#E71224"/>
    </inkml:brush>
  </inkml:definitions>
  <inkml:trace contextRef="#ctx0" brushRef="#br0">9646 1 24575,'-14'35'0,"-32"48"0,4-12 0,-6 8 0,8-17 0,-2 4 0,-2 0 0,-3 5 0,-1 1 0,0-1 0,4-5 0,-1-2 0,1-2 0,3-6 0,1-2 0,0-1 0,-14 16 0,1-5 0,7-13 0,1-4 0,5-9 0,0-3 0,-23 13 0,7-15 0,3-10 0,3-9 0,2-7 0,0 0 0,2-3 0,-2 0 0,-3-1 0,0-3 0,-6 0 0,-1 0 0,-5 0 0,-8 0 0,-5 0 0,-4 0 0,-6 0 0,-5 0 0,-6 0 0,1-3 0,0-6 0,2-7 0,2-7 0,1 0 0,3 4 0,2 3 0,3 6 0,1 0 0,-2-2 0,-2 3 0,-4-3 0,-5 4 0,-2 3 0,44 3 0,-1 0 0,-4 2 0,-2 0 0,-8 0 0,-2 0 0,-11-1 0,-1-2 0,-6-2 0,-1-1 0,-3-2 0,0-2 0,1-2 0,0-2 0,4-1 0,0 0 0,-2-1 0,0 1 0,0-1 0,1 2 0,-3 1 0,-1 1 0,0 2 0,0 1 0,-1 1 0,0 2 0,1 0 0,0 3 0,4 0 0,1 2 0,2 0 0,0 1 0,8 0 0,1 0 0,3 0 0,1 0 0,2 0 0,2 0 0,6 0 0,1 0 0,1 1 0,0-2 0,2 0 0,0-1 0,1 0 0,-2-1 0,-2-1 0,-1-1 0,-1 1 0,-1 0 0,-1 1 0,-1 1 0,3 0 0,1 0 0,1 2 0,0 0 0,2 0 0,1 0 0,-2 0 0,1 0 0,0 0 0,-1 0 0,1 2 0,1 1 0,1 2 0,1 2 0,4 1 0,2 2 0,-46 16 0,13 2 0,9 1 0,6 2 0,4-3 0,6-2 0,5 0 0,4-3 0,4-3 0,4-2 0,1-4 0,0 4 0,4-1 0,3 0 0,8-2 0,7-2 0,6 2 0,0 4 0,5 3 0,-1-2 0,2 5 0,2 7 0,1 8 0,3 7 0,0-2 0,0-1 0,0-3 0,0-2 0,3 2 0,1 1 0,3 3 0,0 3 0,-1-5 0,1-5 0,-4-5 0,0-9 0,-2-3 0,-4-7 0,-8-10 0,-9-14 0,-15-18 0,-9-17 0,7 5 0,-3-4 0,-3-4 0,-1 1 0,2 2 0,0 2 0,5 4 0,4 6 0,1-1 0,10 14 0,10 5 0,8 6 0,7 8 0,11 12 0,12 16 0,9 11 0,10 3 0,5-3 0,-2-5 0,-1-3 0,-7-4 0,-6-1 0,-3-4 0,-5-2 0,-4-2 0,-6-2 0,-4-1 0,-2 0 0,-1 2 0,2 3 0,-2 2 0,2-3 0,0-3 0,-1-2 0,0-1 0,-2-2 0,-1 2 0,0-4 0,3-2 0,9-6 0,14-19 0,17-16 0,12-16 0,10-12 0,0 2 0,-10 8 0,-11 12 0,-28 22 0,-10 10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25:29.534"/>
    </inkml:context>
    <inkml:brush xml:id="br0">
      <inkml:brushProperty name="width" value="0.1" units="cm"/>
      <inkml:brushProperty name="height" value="0.1" units="cm"/>
      <inkml:brushProperty name="color" value="#E71224"/>
    </inkml:brush>
  </inkml:definitions>
  <inkml:trace contextRef="#ctx0" brushRef="#br0">25042 2407 24575,'-71'-12'0,"8"-5"0,-10-7 0,-4-1 0,-9-6 0,-4-2 0,7 2 0,-5-2 0,-3-2 0,-3-2-1178,16 6 1,-3-2 0,-3-1 0,0 0 0,-1-1 0,1 0 1177,-1-1 0,-1-1 0,-1 1 0,1-2 0,0 2 0,2-1 0,5 2 0,0 1 0,1-1 0,0 1 0,2 0 0,2 1 104,-7-4 0,1 0 1,1 1-1,4 1 1,3 2-105,-17-8 0,5 3 0,3 2 403,8 6 0,2 2 1,2 2-404,-22-6 0,5 4 0,13 6 0,3 4 0,9 5 0,3 3 1783,5 1 1,1 1-1784,-44-1 1500,7 1-1500,8 1 264,5 0-264,5-2 0,0 1 0,-1-2 0,0 2 0,-2 2 0,3 2 0,3 3 0,2 1 0,7 0 0,6 0 0,5 0 0,8-1 0,9-2 0,7-1 0,-17 1 0,-7 2 0,-14-1 0,-5-2 0,-13-1 0,-8-2 0,-1 0-684,4 0 1,-5 0 0,-3-1 0,-1-1 0,-2 1 683,8 0 0,-3 1 0,-1-1 0,-1-1 0,0 1 0,1 0 0,-1 0 0,-2-1 0,1 0 0,1 1 0,1 0 0,4 1 0,0 0 0,3 0 0,1 1 0,2 1 0,-1 0-340,-15-1 0,1 2 0,2 0 0,1 0 340,12 0 0,1-1 0,2 2 0,2-1-158,-14 1 1,2 0-1,4-1 158,8 1 0,2 0 0,2 0 0,-23-2 0,3 0 0,11 2 0,2 1 0,6 0 0,2 0 1525,6 2 0,1 0-1525,7 0 0,1 0 791,3 0 0,1 0-791,-43 0 617,5 0-617,6 0 0,5 0 0,3 0 0,7 0 0,10 0 0,18-5 0,13-2 0,-42 0 0,-3 4 0,-13 0-2262,-2 2 1,-9 2 0,-6-1 2261,27 0 0,-2 0 0,-4 0 0,0 0 0,-2 0 0,-5 0 0,-2 0 0,-1 0 0,-1 0 0,0 0-411,-3 0 0,0 0 0,-1 0 0,0 0 0,1 0 411,1 0 0,-1 0 0,1 0 0,0 0 0,2 0 0,4 0 0,1 0 0,1 0 0,1 0 0,1 0-225,4 0 1,1 0 0,1 0 0,1 0 0,1 0 224,-14 0 0,1 0 0,2 0 0,1 0 0,7 0 0,2 0 0,0 0 0,1 0-159,-22 0 0,1 0 0,2 0 159,10 0 0,1 0 0,3 0 0,10 0 0,2 0 0,2 0 2487,-23 0 1,4 0-2488,11 0 0,5 0 1325,9 0 1,3 0-1326,6 0 0,3 0 1882,-33 0-1882,13 0 929,15 0-929,13 0 0,13-2 0,13-5 0,2-3 0,-25 0 0,-16 5 0,-14 2 0,0 0 0,-9 0 0,-4-1-536,6 0 0,-3 0 0,-3-1 0,-3-1 536,8 0 0,-2-1 0,-2-1 0,0 0 0,1-2 0,0 0 0,0-1 0,0 0 0,1-1 0,-1-1 0,-17-3 0,-1 0 0,1-2 0,2 1 0,4 0 0,2 1 0,0-1 0,3 0-243,9 2 0,1 0 0,2-1 0,2 1 243,-18-3 0,3-1 0,3 2-78,9 1 1,3 0 0,1 1 77,-24-6 0,3 2 0,11 4 0,3 1 0,6 2 0,4 1 0,8 2 0,2 0 1001,8 2 0,1 0-1001,-35-4 1072,14 3-1072,10 4 274,4 2-274,0 2 0,-1 0 0,-3 0 0,-3 0 0,-3 0 0,0 0 0,-3 0 0,-2 3 0,0 5 0,-4 4 0,-5 5 0,-2 3 0,-13 4 0,44-11 0,-2 0 0,-1 2 0,-1 0 0,-3 0 0,0 0 0,1-1 0,1 1 0,0 0 0,2-1 0,2 0 0,0-2 0,2 0 0,1-2 0,-44 11 0,3-4 0,4 0 0,14-5 0,19-4 0,9-5 0,-28-3 0,9 1 0,-12 2 0,-8 4 0,-9 1 0,-3 2-408,14-1 1,-1 0-1,-2 2 1,0-1 407,-1 2 0,0 0 0,0 1 0,3 0 0,5-1 0,2 1 0,2 0 0,4 0-17,-1 0 0,4 0 1,3-1 16,-23 5 0,5-1 0,14-3 0,3-1 0,11-3 0,4 0 0,-34 2 0,18-1 1625,6-3-1625,7-2 55,3-2-55,2-2 0,3-1 0,1 3 0,0 1 0,0 3 0,0 3 0,0-3 0,3 3 0,5-3 0,5-3 0,5-1 0,5-3 0,6-3 0,8-2 0,4-4 0,2-3 0,-2 1 0,-4 4 0,-1 4 0,-4 3 0,0 1 0,0 4 0,1 6 0,3 3 0,0 5 0,3 6 0,-1 7 0,1 10 0,-2 6 0,-3 4 0,-1 3 0,-6 3 0,-5-1 0,-6 0 0,-1-5 0,0-7 0,3-6 0,5-7 0,3-5 0,4 0 0,3-5 0,0-4 0,2-3 0,0-2 0,2 1 0,3 2 0,2 0 0,1 2 0,0-3 0,-6 0 0,-2-2 0,-1-1 0,0 2 0,4-4 0,-1 3 0,-3-2 0,-1 1 0,2-1 0,2-1 0,2 3 0,3-9 0,1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25:32.151"/>
    </inkml:context>
    <inkml:brush xml:id="br0">
      <inkml:brushProperty name="width" value="0.1" units="cm"/>
      <inkml:brushProperty name="height" value="0.1" units="cm"/>
      <inkml:brushProperty name="color" value="#E71224"/>
    </inkml:brush>
  </inkml:definitions>
  <inkml:trace contextRef="#ctx0" brushRef="#br0">1 1 24575,'0'38'0,"3"12"0,3 11 0,2 5 0,2 2 0,-3-5 0,-2-2 0,-1-3 0,-1-9 0,1-5 0,0-7 0,-1-4 0,-3-2 0,2-9 0,2-3 0,-1-2 0,0-3 0,-2 3 0,-1-3 0,2-2 0,4-4 0,2-7 0,7-5 0,3-7 0,8-9 0,12-8 0,11-6 0,8-4 0,4-1 0,-4 4 0,-8 6 0,-10 4 0,-4 5 0,-3 3 0,0-1 0,1 2 0,-1-1 0,0 1 0,-4 3 0,-8 2 0,-6 4 0,-10 2 0,-1 2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6:41.190"/>
    </inkml:context>
    <inkml:brush xml:id="br0">
      <inkml:brushProperty name="width" value="0.1" units="cm"/>
      <inkml:brushProperty name="height" value="0.1" units="cm"/>
      <inkml:brushProperty name="color" value="#E71224"/>
    </inkml:brush>
  </inkml:definitions>
  <inkml:trace contextRef="#ctx0" brushRef="#br0">0 1 24575,'36'0'0,"46"0"0,-26 0 0,3 0 0,4 0 0,1 0 0,-4 0 0,-2 0 0,30 0 0,4 0 0,-11 0 0,-14 0 0,-23 0 0,-30 0 0,-7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6:42.923"/>
    </inkml:context>
    <inkml:brush xml:id="br0">
      <inkml:brushProperty name="width" value="0.1" units="cm"/>
      <inkml:brushProperty name="height" value="0.1" units="cm"/>
      <inkml:brushProperty name="color" value="#E71224"/>
    </inkml:brush>
  </inkml:definitions>
  <inkml:trace contextRef="#ctx0" brushRef="#br0">0 1 24575,'53'0'0,"34"0"0,-27 0 0,3 0 0,8 0 0,2 0 0,4-1 0,-1 2 0,-8 1 0,-3 1 0,-11 1 0,-4 0 0,25 4 0,-43-1 0,-16-6 0,-9-1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7:14.073"/>
    </inkml:context>
    <inkml:brush xml:id="br0">
      <inkml:brushProperty name="width" value="0.1" units="cm"/>
      <inkml:brushProperty name="height" value="0.1" units="cm"/>
      <inkml:brushProperty name="color" value="#E71224"/>
    </inkml:brush>
  </inkml:definitions>
  <inkml:trace contextRef="#ctx0" brushRef="#br0">9365 5346 24575,'7'-43'0,"16"-15"0,15-23 0,-15 36 0,2 1 0,24-40 0,-2-3 0,-5 3 0,-7 7 0,-9 6 0,-10 16 0,-4 2 0,-5-3 0,-4 3 0,-3 2 0,2 6 0,1 5 0,1 2 0,0 2 0,-2-4 0,-2-3 0,0-3 0,0-6 0,0-1 0,0-1 0,0-2 0,0 3 0,0-1 0,0-1 0,0 2 0,-2 0 0,-6 1 0,-10-3 0,-10-1 0,-11-1 0,-3 0 0,-3-2 0,-4 1 0,-1 1 0,-3-1 0,-9-5 0,-6-5 0,28 33 0,-3 1 0,-3-2 0,-3 2 0,-2-1 0,-3 2 0,-6-2 0,-1 0 0,-6 0 0,-1 1 0,-5-1 0,-2 1 0,-3 2 0,-1 2 0,-1 1 0,1 0 0,-2 2 0,0-1 0,-1 2 0,0-1 0,3 0 0,0-1 0,2 0 0,2 1 0,3 2 0,2 0 0,4 0 0,1 1 0,-1-1 0,-1 1 0,3 1 0,0 1 0,1 0 0,1 0 0,1 2 0,0 1 0,3 3 0,-1 1 0,1 1 0,-2 1 0,0 0 0,-1 2 0,0 0 0,-1 2 0,1-1 0,0 1 0,0 1 0,0 2 0,-3 1 0,1 1 0,-2 0 0,0 0 0,-2 1 0,-1 0 0,0 1 0,1-1 0,2-1 0,0 1 0,0 0 0,1 1 0,2-2 0,1 0 0,2-1 0,1 1 0,0 2 0,2 0 0,2-1 0,1 0 0,1 1 0,0 0 0,-1 0 0,-1-1 0,-2 1 0,-1 0 0,-3 1 0,-2 1 0,-3-1 0,0 2 0,-2-1 0,0 0 0,-1 0 0,0 0 0,0 0 0,0 0 0,1 0 0,0 0 0,-1 0 0,1 0 0,2 0 0,0 0 0,-4 0 0,-2 0 0,-1 0 0,0 0 0,-5 0 0,-1 0 0,-4 0 0,-1 0 0,3 0 0,1 0 0,2 0 0,1 0 0,7 0 0,1 0 0,5-1 0,2-1 0,3-1 0,1-2 0,4 0 0,2-2 0,-41-9 0,11-4 0,9-1 0,0-3 0,-4 0 0,0 0 0,1 0 0,3 1 0,12 2 0,6 3 0,1 1 0,2 0 0,-6-3 0,4-1 0,3 0 0,6-1 0,7 1 0,6 0 0,6 0 0,2 0 0,2-2 0,0 2 0,2-1 0,0 5 0,0 0 0,0 1 0,-1 2 0,3-3 0,2 1 0,0-5 0,1 1 0,-3 0 0,-1-1 0,-3 0 0,0 0 0,3 3 0,-1-2 0,2 1 0,-1 0 0,0-1 0,2 2 0,-1-2 0,2 3 0,0 0 0,3-1 0,-2 4 0,2 0 0,-1 4 0,1 1 0,3-2 0,-1 3 0,4-1 0,-1 2 0,-5-1 0,1-6 0,4-1 0,4-3 0,9 2 0,0 5 0,0-2 0,1-1 0,-1-2 0,3 0 0,-2 3 0,2 0 0,1 0 0,16-10 0,12 0 0,0 3 0,-6 9 0,-15 12 0,-10-1 0,-1-2 0,-4-8 0,-2-2 0,0-1 0,0-5 0,0 0 0,0-4 0,0 2 0,0 2 0,0-1 0,0 1 0,0 0 0,0 1 0,0 2 0,0 2 0,0 2 0,0-2 0,0-1 0,0-5 0,0-4 0,1-1 0,1 0 0,1 3 0,0 5 0,0 4 0,-3-2 0,0 0 0,0 0 0,0-1 0,0 3 0,-2 2 0,-11 5 0,-19 13 0,-22 11 0,-18 9 0,-4 3 0,5-3 0,7-6 0,10-3 0,7-4 0,8 1 0,10-1 0,5-1 0,6 0 0,3 0 0,2-1 0,3-5 0,9-10 0,18-15 0,22-16 0,23-13 0,14-4 0,0 4 0,-10 12 0,-16 12 0,-14 10 0,-7 8 0,-3 3 0,-3 1 0,-1 0 0,-4 0 0,-2 0 0,-2 0 0,-1 0 0,0 0 0,3 0 0,4 0 0,4 0 0,3 0 0,-1 0 0,-4 0 0,-4 0 0,-4 0 0,-1 0 0,-2 2 0,-1 6 0,0 8 0,0 6 0,6 7 0,5 7 0,5 7 0,7 6 0,4 0 0,5 3 0,3-6 0,0 0 0,-1-6 0,-1-3 0,-3-1 0,-4-6 0,-10-5 0,-5-9 0,-7-5 0,-8-5 0,0-3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8:39.305"/>
    </inkml:context>
    <inkml:brush xml:id="br0">
      <inkml:brushProperty name="width" value="0.1" units="cm"/>
      <inkml:brushProperty name="height" value="0.1" units="cm"/>
      <inkml:brushProperty name="color" value="#E71224"/>
    </inkml:brush>
  </inkml:definitions>
  <inkml:trace contextRef="#ctx0" brushRef="#br0">0 1 24575,'61'0'0,"17"3"0,-14 2 0,6 2 0,5 3 0,3 3 0,11 3 0,4 1 0,-28-4 0,2 0 0,0 1 0,-1-1 0,1 0 0,-1 0 0,30 7 0,-4 0 0,-11-3 0,-4-1 0,-9-2 0,-4-2 0,-10-3 0,-3-1 0,26-1 0,-23-5 0,-19-2 0,-15 2 0,-11-2 0,-5 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8:42.921"/>
    </inkml:context>
    <inkml:brush xml:id="br0">
      <inkml:brushProperty name="width" value="0.1" units="cm"/>
      <inkml:brushProperty name="height" value="0.1" units="cm"/>
      <inkml:brushProperty name="color" value="#E71224"/>
    </inkml:brush>
  </inkml:definitions>
  <inkml:trace contextRef="#ctx0" brushRef="#br0">16807 1 24575,'-38'0'0,"-7"0"0,-12 3 0,-12 4 0,-11 3 0,-6 1-722,-2 1 1,-7 2 0,-4 2 0,-4 0 721,20-2 0,-3 2 0,-2 0 0,-2 0 0,-2 1 0,0 0-686,3-1 0,-2 0 0,0 1 0,-2 0 1,-1 0-1,0 0 0,-1-1 686,9 0 0,-1-1 0,-1 0 0,0 0 0,0 0 0,-1 0 0,0 0 0,0 0-279,-3 0 0,0-1 1,-1 0-1,0 1 1,0-1-1,0 0 1,-1 0-1,0 0 279,-1 0 0,-1-1 0,0 1 0,0-1 0,0 1 0,-1-1 0,1 1 0,-1 0 0,0 0 0,0 0 0,0 0 0,-1 1 0,1-1 0,-1 1 0,1-1 0,-1 1 0,0-1 0,0 0 0,0 1 0,0-1 0,0 1 0,0 0 0,-1-1 0,1 1 0,0 0 0,0 1 0,0-1 0,0 1 0,0 0 0,0-1 0,1 1 0,0-1 0,1 1 0,1-1 0,0 1 0,0-1 0,1 0 0,-1 1 0,1-1 0,1 0 0,2 0 0,0-1 0,1 1 0,0 0 0,1-1 0,-1 1 0,1-1 0,1 1-341,-11 1 0,2 0 1,-1-1-1,1 1 1,1 0-1,-1 0 1,1-1 340,3 1 0,0-1 0,0 0 0,1 1 0,0-1 0,0 1 0,0-1 0,1 1 0,1 0 0,-1 0 0,1 0 0,0 1 0,0 0 0,0-1 0,1 2 0,0-1 0,0 1 0,0 0 0,0 0 0,0 0 0,0 0-170,1 0 1,1 0 0,-1 0 0,1 1-1,-1-1 1,1 1 0,0 0 169,1-1 0,0 1 0,-1 0 0,1 0 0,1 0 0,-1 0 0,1 0 0,-12 3 0,0 0 0,0 0 0,1 0 0,-1 0 0,2 0 104,1-1 0,0 0 0,1 0 0,0 0 0,1-1 1,0 1-105,5-1 0,0 1 0,1-1 0,0 0 0,1 0 0,1-1 301,-11 3 1,0-1-1,1 0 1,2-1 0,2 0-302,8-3 0,1 1 0,2-1 0,1 0 0,1-1 484,-9 3 0,1 0 0,3-1 0,1 1-484,-14 2 0,3 1 0,3 0 877,12-1 0,4 0 1,1 0-878,7 0 0,1 0 0,2 1 0,-19 10 0,3 1 1444,6 1 0,1 0-1444,1 1 0,0 0 1137,-1 0 0,1 0-1137,0-1 0,0-1 618,2-1 0,0-1-618,3-2 0,1 0 192,6-3 1,2-1-193,4-1 0,2-2 0,-35 19 0,18-6 0,16-6 0,17-10 0,15-7 0,8-3 0,4-7 0,6-6 0,4-6 0,8-7 0,7-3 0,6-4 0,3-6 0,5-6 0,4-4 0,5-1 0,3 0 0,-4 8 0,-4 8 0,-5 7 0,-4 8 0,-5 4 0,-6 0 0,-10 0 0,-13 3 0,-11 0 0,-11 2 0,-11 1 0,-7 0 0,-3 0 0,0 0 0,4 5 0,3 8 0,7 7 0,9 7 0,9-5 0,7-4 0,4-3 0,4-4 0,3 5 0,1 2 0,7-2 0,7 1 0,8-5 0,8-2 0,8-1 0,8-1 0,9-1 0,1-3 0,-1 0 0,-3-1 0,-5 1 0,-4 0 0,-8 0 0,-6-4 0,-8 0 0,-3 0 0,-1 0 0,3 0 0,12 0 0,7 0 0,4 0 0,-1 0 0,-7 0 0,-6 0 0,-9 0 0,-5 0 0,-6-2 0,-1-2 0,0 1 0,1 0 0,-3 2 0,-1 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5:38:46.888"/>
    </inkml:context>
    <inkml:brush xml:id="br0">
      <inkml:brushProperty name="width" value="0.1" units="cm"/>
      <inkml:brushProperty name="height" value="0.1" units="cm"/>
      <inkml:brushProperty name="color" value="#E71224"/>
    </inkml:brush>
  </inkml:definitions>
  <inkml:trace contextRef="#ctx0" brushRef="#br0">2926 0 24575,'-51'29'0,"8"3"0,-7 8 0,-4 5 0,-6 6 0,-2 4 0,5-3 0,-3 4 0,-1 1 0,-1 1 0,-7 7 0,-2 1 0,-1 2 0,0-1-953,13-11 1,-1 0 0,-1 1 0,0-1 0,0 0 952,-1 0 0,-1 1 0,-1-1 0,1-1 0,0 0 0,-11 8 0,0 0 0,1-2 0,1-1 69,5-4 0,1-1 1,1-2-1,3-2-69,-10 8 0,3-2 0,5-4 509,-11 9 1,5-3-510,6-4 0,4-2 0,8-8 0,3-1 0,6-5 0,4-1 2407,-23 23-2407,15-12 1058,11-9-1058,10-7 0,2-2 0,3-5 0,4-3 0,4-9 0,7-13 0,3-13 0,3-7 0,0-2 0,0 0 0,0 2 0,0-2 0,0 2 0,0-1 0,0-2 0,0 1 0,0-4 0,0-2 0,0-3 0,0-2 0,0 1 0,0 4 0,0 8 0,0 12 0,0 29 0,0 10 0,0 16 0,0-12 0,0-3 0,0-6 0,0 1 0,0-1 0,0 1 0,0-4 0,3-5 0,3-7 0,3-7 0,2-4 0,2-1 0,1 0 0,4 0 0,6 0 0,11 0 0,11 0 0,14 0 0,11 0 0,1 0 0,-2-3 0,-11-1 0,-14 0 0,-10 0 0,-20 4 0,-2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0:48.866"/>
    </inkml:context>
    <inkml:brush xml:id="br0">
      <inkml:brushProperty name="width" value="0.1" units="cm"/>
      <inkml:brushProperty name="height" value="0.1" units="cm"/>
      <inkml:brushProperty name="color" value="#66CC00"/>
    </inkml:brush>
  </inkml:definitions>
  <inkml:trace contextRef="#ctx0" brushRef="#br0">1 2447 24575,'12'88'0,"4"-28"0,5 6 0,10 21 0,4 5 0,-8-25 0,3 1 0,0 1 0,1-1 0,1 1 0,1 1 0,3 6 0,1 2 0,0-2-315,-1-2 1,-1 0-1,-1-2 315,-2-5 0,0-2 0,-2-3 155,7 18 0,-3-9-155,4 7 156,-11-29-156,-11-16 0,-6-11 0,-5-11 478,1-12-478,13-26 0,29-45 0,-9 17 0,4-8-421,-2 4 0,5-5 1,1-2 420,-4 6 0,2-3 0,1-1 0,1-2-628,6-9 1,1-1 0,2-2-1,2-2 628,-5 8 0,2-1 0,0-1 0,2-1 0,0 0-457,-8 9 0,1 0 1,0-1-1,1 1 0,0-1 1,0 0 456,2-1 0,0 0 0,1 0 0,0 0 0,-1 0 0,0 2 0,8-10 0,0 0 0,-1 1 0,-1 2 0,0 1-266,-5 6 1,0 1-1,-1 1 1,-1 2 0,0 0 265,7-6 0,-1 2 0,-1 1 0,-2 2 92,11-10 0,-2 2 1,-1 3-93,-6 5 0,0 2 0,-3 3 970,15-16 0,-3 3-970,-11 11 0,-2 3 1457,-9 7 1,-2 2-1458,-5 5 0,-1 1 1866,24-34-1866,-10 11 841,-6 8-841,-7 12 0,-8 12 0,-11 14 0,-9 10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23.082"/>
    </inkml:context>
    <inkml:brush xml:id="br0">
      <inkml:brushProperty name="width" value="0.1" units="cm"/>
      <inkml:brushProperty name="height" value="0.1" units="cm"/>
      <inkml:brushProperty name="color" value="#E71224"/>
    </inkml:brush>
  </inkml:definitions>
  <inkml:trace contextRef="#ctx0" brushRef="#br0">2456 669 24575,'-50'0'0,"-25"6"0,22 2 0,-4 3 0,-7 4 0,-1 4 0,4 4 0,1 4 0,-4 5 0,1 4 0,1 3 0,3 2 0,2 2 0,3 1 0,2 0 0,3-2 0,10-4 0,2-1 0,-26 30 0,4-1 0,1 1 0,-1-1 0,-4 1 0,-5 0 0,32-30 0,-1-1 0,-1 3 0,-1 1 0,0 0 0,1 1 0,0 0 0,1-1 0,0 0 0,0 0 0,1 0 0,0 0 0,2 0 0,0-1 0,0 1 0,1 0 0,1 1 0,0 0 0,1 2 0,0 0 0,1 0 0,0 0 0,2 0 0,3 0 0,-21 43 0,7-4 0,6 0 0,4 4 0,4 1 0,6 4 0,4 4 0,4 1 0,1 0 0,2 0 0,4-1 0,0 2 0,4-47 0,0 1 0,0-1 0,0 1 0,0-1 0,0 0 0,0 47 0,0-6 0,0-2 0,0 7 0,0-43 0,0 2 0,0 4 0,0 2 0,0 4 0,0 1 0,0 2 0,0 1 0,0 3 0,0-1 0,1 2 0,1 1 0,1-2 0,2 2 0,1 1 0,2 1 0,2 0 0,1 1 0,3 2 0,1 1 0,-1-1 0,1 0 0,1 1 0,0-1 0,0 1 0,0 0 0,2 0 0,1 1 0,2 1 0,1 2 0,1 1 0,1 1 0,0 3 0,0 1 0,-1-2 0,1 0 0,1 0 0,-1-2 0,0-2 0,-1-3 0,1-4 0,0-1 0,-1-2 0,0-2 0,-1-3 0,1-1 0,-1-1 0,0 1 0,0-1 0,1 0 0,1 0 0,0 1 0,1-1 0,0 0 0,1-2 0,1 0 0,0 0 0,0-1 0,-1-3 0,1 0 0,0 1 0,-1-1 0,2 0 0,0-1 0,-1-1 0,0-1 0,1-2 0,0 0 0,-1-3 0,-1-1 0,-1-1 0,0-1 0,0-1 0,-1-1 0,0 0 0,-1 0 0,1-2 0,1-1 0,23 37 0,-1-2 0,-1-9 0,1-5 0,-4-1 0,0-8 0,0 1 0,2-3 0,5 0 0,0 2 0,3 3 0,3 4 0,3 2 0,8 5 0,-32-36 0,2 0 0,-1-1 0,1 1 0,1-1 0,0-1 0,37 27 0,2-5 0,7-3 0,3-2 0,-41-25 0,0 0 0,1 0 0,2-1 0,-1 1 0,1-1 0,3-1 0,0-1 0,3-2 0,0 0 0,4 0 0,2-1 0,7-2 0,2-2 0,8 0 0,3-2 0,7 0 0,2-2 0,3-2 0,1-2 0,-1-2 0,-1-1 0,-5-1 0,-2-2 0,-2 0 0,-1-2 0,-2 1 0,0 0 0,-1 0 0,0 0 0,1 1 0,-2-2 0,-1 1 0,-1-1 0,-3-1 0,-1-1 0,-1 0 0,-2-1 0,-1-1 0,-1 1 0,-1-1 0,0 0 0,3 1 0,2-1 0,-1 0 0,2 0 0,6-1 0,3-1 0,5 2 0,3-1 0,3-1 0,1 0 0,2 0 0,1 0 0,-1 0 0,0-1 0,-5-1 0,-2 0 0,-7 1 0,-2 1 0,-3 0 0,-3-1 0,-8 0 0,-2-1 0,-5 0 0,-3-1 0,40-13 0,-23-1 0,-16 0 0,-14-5 0,-3-3 0,-2-8 0,-3-8 0,0-11 0,-3-8 0,-5-4 0,-7-4 0,-8-14 0,-9 31 0,-1-3 0,-1-12 0,0-2 0,1 0 0,1 4 0,1 11 0,3 5 0,7-13 0,4 42 0,-2 13 0,5-4 0,3-5 0,2-3 0,1 2 0,-10 7 0,5-8 0,17-15 0,18-18 0,-17 18 0,4-3 0,2-5 0,2-1 0,4-6 0,1-2 0,5-7 0,2-2 0,1-3 0,2-2 0,3-3 0,2-2 0,-22 24 0,0-1 0,0 0 0,-1 0 0,-1 0 0,1 0 0,-1 0 0,-1-1 0,0 0 0,0 0 0,-1-1 0,-1-1 0,0 0 0,0-1 0,-1 0 0,16-28 0,-1 1 0,-3-1 0,-2 0 0,-3 6 0,-3 0 0,-5 7 0,-2 0 0,-2 5 0,-3 0 0,-4 6 0,-2 1 0,-3-3 0,-2 0 0,0-2 0,-1-1 0,-2-4 0,-1-1 0,0-5 0,-2-1 0,-3-5 0,-2-2 0,-1-2 0,-1-2 0,-1-5 0,-2 0 0,-1 0 0,-1 0 0,0 0 0,0-1 0,-1-2 0,-2 0 0,1-1 0,-1 0 0,-2-1 0,-3 1 0,-3 3 0,-2 1 0,-3 2 0,-3 1 0,-2 0 0,0 0 0,-1-1 0,1 0 0,-1-3 0,1 0 0,0-2 0,-1-1 0,-1 2 0,-2 0 0,0-2 0,-1 0 0,-2 5 0,-1 1 0,1 3 0,-1 1 0,2 1 0,-1 0 0,2-1 0,0-1 0,0-2 0,0 0 0,0 0 0,0 0 0,2 3 0,1 1 0,0 5 0,0 1 0,3 5 0,0 2 0,-1 3 0,0 2 0,-2 1 0,0 0 0,-3 1 0,-1 0 0,-2-2 0,-2-1 0,-1-2 0,0-1 0,0-1 0,0 0 0,-1-1 0,0 0 0,0-1 0,1 2 0,-1 2 0,-1 3 0,0 1 0,-1 3 0,0 3 0,0 2 0,0 5 0,-1 3 0,1 1 0,-1 2 0,0 3 0,-1 3 0,1 2 0,-2 2 0,-3 2 0,-1 2 0,-4 0 0,-3 2 0,-2 0 0,-4 2 0,-7 0 0,-4 1 0,-4 0 0,-3 1 0,-5 1 0,-2 0 0,-4 0 0,-1 2 0,0 2 0,-2 1 0,-2 3 0,-2 3 0,1 4 0,-2 3 0,-2 2 0,0 2 0,0 1 0,-1 1 0,3 2 0,0 0 0,1 0 0,1 0 0,4 0 0,1 0 0,1 0 0,0 0 0,3 0 0,0 0 0,0 0 0,0 0 0,1 0 0,-1 0 0,3 0 0,-1 0 0,3 0 0,1 0 0,4 0 0,1 0 0,5 2 0,1 0 0,5 1 0,2 2 0,3 0 0,2 2 0,-41 10 0,1 3 0,4 1 0,0 4 0,0 4 0,-1 1 0,-5 3 0,43-17 0,0 1 0,-4-1 0,0 2 0,-2 0 0,-1 1 0,-2 2 0,-2 0 0,-1 1 0,-1 0 0,3 1 0,0 0 0,2-1 0,1-1 0,3-1 0,0-1 0,5-1 0,0 1 0,0-1 0,1 0 0,-44 20 0,4-2 0,1 0 0,5-4 0,2-2 0,4-2 0,6-1 0,6-3 0,12-3 0,10-3 0,8-7 0,8 0 0,5-4 0,3-3 0,2-1 0,-7-3 0,-4-3 0,-9-7 0,-3-5 0,8-1 0,6 2 0,12 4 0,6 1 0,1-4 0,-10-7 0,-23 2 0,18 4 0,-12 6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25.466"/>
    </inkml:context>
    <inkml:brush xml:id="br0">
      <inkml:brushProperty name="width" value="0.1" units="cm"/>
      <inkml:brushProperty name="height" value="0.1" units="cm"/>
      <inkml:brushProperty name="color" value="#E71224"/>
    </inkml:brush>
  </inkml:definitions>
  <inkml:trace contextRef="#ctx0" brushRef="#br0">1 904 24575,'6'-83'0,"21"-9"0,-2 34 0,4-2 0,8-2 0,4 1 0,8-3 0,5 3 0,6 0 0,4 4 0,-1 6 0,3 6 0,-2 6 0,1 6 0,-4 8 0,-1 6 0,-8 7 0,0 4 0,47-2 0,-10 8 0,-16 2 0,-12 5 0,-11 9 0,-9 6 0,-15 8 0,-12 7 0,-7 14 0,-16 20 0,-17 17 0,6-41 0,-3 0 0,-6 0 0,-2-1 0,1-3 0,-1-2 0,-28 34 0,0 0 0,28-33 0,1 2 0,-5 7 0,-2 1 0,-1 4 0,-1 2 0,-2 6 0,1 0 0,-3 2 0,0 0 0,3-3 0,0 1 0,1 0 0,1-2 0,5-5 0,1-1 0,4-7 0,3-3 0,-14 31 0,17-23 0,9-13 0,10-14 0,3-4 0,0-2 0,2 3 0,8 7 0,10 7 0,12 4 0,5 1 0,0-5 0,-6-5 0,-16-15 0,-3-4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26.999"/>
    </inkml:context>
    <inkml:brush xml:id="br0">
      <inkml:brushProperty name="width" value="0.1" units="cm"/>
      <inkml:brushProperty name="height" value="0.1" units="cm"/>
      <inkml:brushProperty name="color" value="#E71224"/>
    </inkml:brush>
  </inkml:definitions>
  <inkml:trace contextRef="#ctx0" brushRef="#br0">1 1 24575,'0'0'0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43.466"/>
    </inkml:context>
    <inkml:brush xml:id="br0">
      <inkml:brushProperty name="width" value="0.1" units="cm"/>
      <inkml:brushProperty name="height" value="0.1" units="cm"/>
      <inkml:brushProperty name="color" value="#E71224"/>
    </inkml:brush>
  </inkml:definitions>
  <inkml:trace contextRef="#ctx0" brushRef="#br0">1 2 24575,'57'0'0,"-5"0"0,11 0 0,1 0 0,7-1 0,6 2 0,2 4 0,7 1 0,3 3 0,0 1 0,6 4 0,2 1 0,0 2 0,-2 4-714,-2 0 1,-2 3 0,-1 3 0,0 6 713,-14-1 0,-1 4 0,0 3 0,-2 3 0,-2 0 0,11 12 0,-2 3 0,-2 2 0,-1 0 0,0 0 0,-1 2 0,-1 0 0,-1 1 0,-2 0 0,0 0 0,-2 0 0,-4 0-167,6 8 0,-5 0 0,-2 2 167,-2 1 0,-4 2 0,0 3 0,-14-17 0,-1 2 0,0 1 0,-2 1 0,-1 1 0,0 1 0,-2 0 0,0 2 0,1 3 0,-1 1 0,-1 0 0,0-1 0,-3-2 0,-1 0 0,0-1 0,-1 1 0,10 20 0,-1 0 0,0-1 0,-2-4 0,0 0 0,-1-2 0,-4-7 0,0-1 0,0-1-179,0-1 1,0-1 0,0 0 178,-1-3 0,0 0 0,0 0 0,-1 0 0,0 0 0,0 0 0,-1 0 0,0 0 0,0 0 0,-2 0 0,0 0 0,-1 0 0,0-2 0,-1 1 0,-2-2 0,10 28 0,-3-3 0,-2-7 0,-2-2 0,-3-8 0,-3-3 987,-3-9 1,0-2-988,-1-5 0,-1 0 637,-1-2 0,0-2-637,0-2 0,-1-1 640,17 44-640,-1-9 0,0-10 0,-1-6 0,-1-6 0,1 0 0,0 9 0,1 7 0,-4 8 0,-3 5 0,-7-10 0,-4-10 0,-1-13 0,-3-8 0,-1-2 0,-2-1 0,2 2 0,2 2 0,1-4 0,-1-3 0,-1-6 0,0-1 0,1 0 0,2-4 0,-2-1 0,0-4 0,-2 1 0,2-1 0,1 1 0,0 3 0,4 7 0,5 10 0,5 11 0,4 10 0,2 3 0,-1-2 0,-4-11 0,-4-11 0,-7-12 0,-9-12 0,-16-9 0,-22-19 0,-20-14 0,-20-16 0,-5-9 0,-3-4 0,2 0 0,9 0 0,2-2 0,9 0 0,0-3 0,4-1 0,0 4 0,1 1 0,7 7 0,3 5 0,8 6 0,12 10 0,17 14 0,24 12 0,18 12 0,7 4 0,5-2 0,0 1 0,10 3 0,12 4 0,10 10 0,8 3 0,-4 3 0,-10-1 0,-13-8 0,-16-5 0,-14-12 0,-9-7 0,-8-8 0,0-14 0,20-44 0,-10 10 0,2-5 0,5-12 0,1-4 0,1-4 0,-1 0 0,-6 10 0,-1 3 0,-3 5 0,-1 2 0,18-31 0,-6 20 0,-4 17 0,-11 15 0,-6 11 0,-5 7 0,-1 3 0,-1 0 0,3-3 0,0 3 0,3-3 0,-5 7 0,-2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46.866"/>
    </inkml:context>
    <inkml:brush xml:id="br0">
      <inkml:brushProperty name="width" value="0.1" units="cm"/>
      <inkml:brushProperty name="height" value="0.1" units="cm"/>
      <inkml:brushProperty name="color" value="#E71224"/>
    </inkml:brush>
  </inkml:definitions>
  <inkml:trace contextRef="#ctx0" brushRef="#br0">1 1 24575,'0'59'0,"0"31"0,3-21 0,3 7 0,2 12 0,3 7 0,0-20 0,2 3 0,2 0-217,0 1 1,2 0 0,0-2 216,-2-4 0,1-3 0,-1 0 0,7 25 0,-3-5 80,-5-21 1,-1-3-81,-1-2 0,-1-2 0,-1-4 0,-1-1 0,0-5 0,0-2 0,8 35 0,-4-17 488,-2-16-488,-3-12 0,-1-14 0,2-15 0,2-22 0,4-24 0,4-13 0,3-16 0,3-3 0,-1 0 0,1-5 0,-1 4 0,-4 5 0,-2 6 0,-4 13 0,-2 11 0,-3 9 0,-1 8 0,0 4 0,0 2 0,2 2 0,2-1 0,3 2 0,3-2 0,1-2 0,2 3 0,0-2 0,-2 3 0,1 3 0,1 1 0,7 4 0,4 9 0,6 15 0,4 18 0,4 13 0,2 4 0,-4-2 0,-4-8 0,-8-9 0,-3-10 0,-1-9 0,-1-5 0,1-3 0,-4-2 0,-1-2 0,-11-5 0,-3-2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49.283"/>
    </inkml:context>
    <inkml:brush xml:id="br0">
      <inkml:brushProperty name="width" value="0.1" units="cm"/>
      <inkml:brushProperty name="height" value="0.1" units="cm"/>
      <inkml:brushProperty name="color" value="#E71224"/>
    </inkml:brush>
  </inkml:definitions>
  <inkml:trace contextRef="#ctx0" brushRef="#br0">1 223 24575,'0'40'0,"0"15"0,0 20 0,5 6 0,7-8 0,5-14 0,4-10 0,-2-15 0,-3-11 0,0-7 0,-1-8 0,-1-4 0,1-1 0,2-3 0,2 0 0,4 0 0,-2 0 0,2 0 0,1 0 0,1 0 0,6 0 0,3 0 0,5 0 0,1-3 0,0-3 0,-3-5 0,-4-2 0,-2-1 0,-4 0 0,1 0 0,-1-4 0,-3-3 0,0-8 0,-2-7 0,-1-4 0,0-4 0,-4 1 0,-2 3 0,-2 0 0,-5 4 0,-1 3 0,-4 2 0,-3 3 0,0 0 0,0 3 0,0 2 0,0 2 0,0 4 0,-2-1 0,-9 6 0,-8 0 0,-9 4 0,-6-1 0,0 2 0,2 0 0,0 0 0,5 3 0,-1-2 0,0 2 0,3 0 0,2-2 0,-1 2 0,3 0 0,-2 1 0,4 3 0,2 0 0,0 0 0,1 0 0,-1 0 0,0 0 0,-1 0 0,-2 0 0,1 0 0,-1 0 0,-4 0 0,-1 0 0,-3 2 0,0 4 0,1 3 0,2 4 0,1-2 0,3-1 0,6 0 0,4 1 0,7 2 0,4 2 0,-1 5 0,1-8 0,0-1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52.549"/>
    </inkml:context>
    <inkml:brush xml:id="br0">
      <inkml:brushProperty name="width" value="0.1" units="cm"/>
      <inkml:brushProperty name="height" value="0.1" units="cm"/>
      <inkml:brushProperty name="color" value="#E71224"/>
    </inkml:brush>
  </inkml:definitions>
  <inkml:trace contextRef="#ctx0" brushRef="#br0">1 124 24575,'0'32'0,"0"17"0,0 23 0,0 12 0,7-3 0,6-4 0,7-12 0,6-10 0,-3-11 0,1-8 0,-3-11 0,-3-6 0,-1-6 0,-5-5 0,0-1 0,-2-1 0,0-2 0,2 3 0,3 0 0,6 1 0,3 2 0,4 1 0,-1 2 0,1-3 0,-4-4 0,-1-4 0,-3-2 0,-3 0 0,1-2 0,-2-11 0,-2-11 0,-3-12 0,-4-12 0,-3-1 0,-4 0 0,0 4 0,0 5 0,0 8 0,0 4 0,0 2 0,0 7 0,0 0 0,0 4 0,-3 3 0,0-1 0,2 6 0,11 28 0,8 1 0,8 23 0,2-10 0,4 2 0,4 3 0,10 1 0,3-4 0,0-3 0,-2-5 0,-7-7 0,0-9 0,-5-7 0,1-6 0,3 0 0,0 0 0,3-2 0,-2-7 0,-1-8 0,-2-7 0,-3-5 0,-3 1 0,-6 1 0,-4-1 0,-8-4 0,-6 0 0,-4-1 0,-3-3 0,0 2 0,0-2 0,0-1 0,-5 1 0,-6-1 0,-5 0 0,-5 0 0,2 2 0,3 2 0,0 3 0,2 6 0,0 3 0,1 3 0,2 3 0,0 0 0,0 4 0,1 0 0,1 3 0,5 4 0,1 1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54.399"/>
    </inkml:context>
    <inkml:brush xml:id="br0">
      <inkml:brushProperty name="width" value="0.1" units="cm"/>
      <inkml:brushProperty name="height" value="0.1" units="cm"/>
      <inkml:brushProperty name="color" value="#E71224"/>
    </inkml:brush>
  </inkml:definitions>
  <inkml:trace contextRef="#ctx0" brushRef="#br0">1 346 24575,'20'-17'0,"17"-13"0,27-19 0,-24 20 0,2-1 0,-1-1 0,1 1 0,39-21 0,-9 14 0,-5 13 0,2 11 0,-7 9 0,-5 3 0,-4 1 0,-5 4 0,-4 9 0,-5 12 0,-6 15 0,-11 11 0,-9 9 0,-8 14 0,-3 6 0,-2 14 0,0-43 0,0 0 0,-3 0 0,-2 0 0,0 2 0,-3 0 0,-9 39 0,-3-8 0,1-13 0,0-13 0,-1-6 0,0-4 0,1 1 0,3 1 0,3 0 0,5-3 0,4-1 0,3-1 0,1-1 0,0-4 0,0-1 0,3-3 0,4-3 0,3-2 0,4-7 0,-3-1 0,0-3 0,-2-3 0,-3 1 0,-1-3 0,-3-1 0,-1-6 0,-1-2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55.099"/>
    </inkml:context>
    <inkml:brush xml:id="br0">
      <inkml:brushProperty name="width" value="0.1" units="cm"/>
      <inkml:brushProperty name="height" value="0.1" units="cm"/>
      <inkml:brushProperty name="color" value="#E71224"/>
    </inkml:brush>
  </inkml:definitions>
  <inkml:trace contextRef="#ctx0" brushRef="#br0">1 0 24575,'0'0'0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1:55.799"/>
    </inkml:context>
    <inkml:brush xml:id="br0">
      <inkml:brushProperty name="width" value="0.1" units="cm"/>
      <inkml:brushProperty name="height" value="0.1" units="cm"/>
      <inkml:brushProperty name="color" value="#E71224"/>
    </inkml:brush>
  </inkml:definitions>
  <inkml:trace contextRef="#ctx0" brushRef="#br0">0 0 24575,'0'0'0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2:00.583"/>
    </inkml:context>
    <inkml:brush xml:id="br0">
      <inkml:brushProperty name="width" value="0.1" units="cm"/>
      <inkml:brushProperty name="height" value="0.1" units="cm"/>
      <inkml:brushProperty name="color" value="#E71224"/>
    </inkml:brush>
  </inkml:definitions>
  <inkml:trace contextRef="#ctx0" brushRef="#br0">1 1047 24575,'47'0'0,"3"-6"0,10-4 0,2-1 0,7-3 0,5-1 0,18-6 0,6-2 0,4-1 0,-16 4 0,3-2 0,2 0 0,0-2-980,3-3 0,0 0 0,1-2 0,-3 0 980,-4 1 0,-2 0 0,-1-1 0,-3-1 0,-8 2 0,-1 0 0,-3-1 0,-2 0 266,13-6 0,-4-1 0,-4 1-266,13-8 0,-5 3 366,-6 2 1,-2 1-367,-8 5 0,-3 1 0,-11 3 0,-2 1 0,29-15 2028,-23 12-2028,-17 10 90,-12 9 0,-14 5 0,-4 4 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4:49.283"/>
    </inkml:context>
    <inkml:brush xml:id="br0">
      <inkml:brushProperty name="width" value="0.1" units="cm"/>
      <inkml:brushProperty name="height" value="0.1" units="cm"/>
      <inkml:brushProperty name="color" value="#E71224"/>
    </inkml:brush>
  </inkml:definitions>
  <inkml:trace contextRef="#ctx0" brushRef="#br0">1 2033 24575,'48'-23'0,"31"-18"0,-15 9 0,6-2 0,-12 5 0,4 0 0,3-2 0,-1 2 0,5-1 0,2-1 0,1 1-607,6-3 1,3 1 0,0-1-1,1 0 607,0 0 0,1-1 0,0 1 0,0 0 0,-3 2 0,0 0 0,-2 1 0,-2 1-53,10-4 1,-3 2 0,-2 0 52,-4 3 0,-2 0 0,0 1 0,-1 3 0,-1 0 0,0 1 0,-2 1 0,-1 0 0,1 1 0,-4 2 0,-1 1 0,0 0-83,0 0 1,0 0 0,-1 0 82,30-9 0,1 1 0,-31 9 0,1-1 0,0 1 0,3-1 0,1 0 0,0 0 0,1-1 0,0 1 0,0 0 0,2 0 0,1 0 0,-1 0 0,1-1 0,0 1 0,-1 1 0,-1-1 0,-1 2 0,-1 0 0,-2 0 0,-1 1 0,-1 1 0,27-5 0,-2 1 0,-6 3 0,-2 1 0,-1 3 0,0 2 0,-2 4 0,-1 0 874,1 0 1,-1 1-875,4 1 0,-1 1 399,-2-1 0,0 0-399,-1-1 0,0 0 141,-2 1 1,-2 1-142,-3-1 0,0 1 0,-3 0 0,0 1 0,-2 1 0,-2 0 0,-1 0 0,-2 0 0,-2 0 0,-2 0 0,-2 0 0,-1 0 0,1 0 0,-1 0 0,-2 0 0,1 0 0,-1 3 0,0 1 0,0 2 0,0 1 0,0 1 0,0 1 0,0 3 0,0-1 0,0 0 0,0-1 0,-2 0 0,-1-2 0,45 8 0,1-5 0,2 0 0,-48-5 0,1 1 0,-1-1 0,0 0 0,1 0 0,-1 0 0,1 1 0,-1 0 0,46 3 0,-4 2 0,-6-4 0,-9 0 0,-6 3 0,-10-3 0,-13 2 0,-9-3 0,-13-2 0,-10-2 0,-19-12 0,-26-13 0,-31-14 0,11 6 0,-4-2 0,-4-3 0,0-1 0,-1 0 0,2 0 0,5 4 0,4 1 0,-24-15 0,8 8 0,11 5 0,9 1 0,13 7 0,11 3 0,6 5 0,6 3 0,2 2 0,2 1 0,4 0 0,13 6 0,16 9 0,21 17 0,14 10 0,10 12 0,5 4 0,1 2 0,-2-1 0,-8-8 0,-9-3 0,-10-3 0,-9-1 0,-8-5 0,-1-4 0,-2-1 0,0-3 0,-1 0 0,-3-4 0,-6-3 0,-5-3 0,-7-3 0,-9 5 0,-4 9 0,-14 17 0,-23 39 0,14-29 0,-2 1 0,-2 1 0,-1 1 0,3-4 0,2-2 0,-10 17 0,7-10 0,8-9 0,7-8 0,1-3 0,7-10 0,2-2 0,-2-5 0,-7-7 0,6-2 0,-5-5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4:53.869"/>
    </inkml:context>
    <inkml:brush xml:id="br0">
      <inkml:brushProperty name="width" value="0.1" units="cm"/>
      <inkml:brushProperty name="height" value="0.1" units="cm"/>
      <inkml:brushProperty name="color" value="#E71224"/>
    </inkml:brush>
  </inkml:definitions>
  <inkml:trace contextRef="#ctx0" brushRef="#br0">0 1362 24575,'45'0'0,"21"0"0,-7 0 0,7 0 0,17 0 0,5 0 0,-22 0 0,2 0 0,4 0 0,23 0 0,5-1 0,1-1-536,-22 1 0,0-2 1,1 0-1,1 0 536,1 0 0,0-1 0,1 0 0,-1-2 0,-1 1 0,0-1 0,-1-1 0,-3-1-70,10-3 0,-4 0 0,-1-1 70,-1 0 0,0 0 0,0-1 0,1-2 0,0-1 0,1 0 0,3-1 0,1 0 0,1 0 0,4-1 0,1 0 0,0-1 0,-1 0 0,1 0 0,0 0 0,-1 1 0,1 0 0,-1 0 0,-3 0 0,0-1 0,0 0 0,-2-1 0,-1-1 0,1 0 0,-1-1 0,1 0 0,-1 0 0,-2 0 0,0 0 0,1 1 0,0 0 0,0-1 0,0 2 0,-1 1 0,-1 1 0,1 1 0,-3-1 0,1 1 0,-2-1 0,-5 1 0,-1 0 0,-1 0 0,-6 2 0,-1 0 0,-1 0-30,28-7 0,-2 2 30,-4 3 0,0 2 0,-1 1 0,1 2 0,-2 2 0,0 3 0,-3 0 0,0 1 0,-6 1 0,0 1 780,-4 1 1,0 1-781,-5 0 0,1 0 392,-1 2 1,1 0-393,-1 0 0,-1 0 33,0 0 1,-1 0-34,-3 0 0,0 0 0,-5 0 0,-2 0 0,-2 0 0,-1 0 0,44 0 0,-5 0 0,-2 1 0,-4 3 0,-1 0 0,-4-1 0,-13-1 0,-13-2 0,-12 0 0,-20 0 0,-20 0 0,-23-3 0,-44-12 0,-22-11 0,37 8 0,1-2 0,0 0 0,3-2 0,-26-18 0,12 3 0,9 7 0,11 2 0,12 7 0,9 5 0,8 4 0,7 4 0,10 4 0,15 3 0,19 9 0,15 9 0,18 12 0,7 11 0,3 5 0,-2 3 0,-13-4 0,-11-6 0,-13-6 0,-9-7 0,-7-6 0,-10-3 0,-13 5 0,-18 17 0,-14 21 0,-9 16 0,0 7 0,8-6 0,7-9 0,9-15 0,3-11 0,2-8 0,3-10 0,-1-6 0,-7-7 0,-10-8 0,7-1 0,-2-1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4:49.283"/>
    </inkml:context>
    <inkml:brush xml:id="br0">
      <inkml:brushProperty name="width" value="0.1" units="cm"/>
      <inkml:brushProperty name="height" value="0.1" units="cm"/>
      <inkml:brushProperty name="color" value="#E71224"/>
    </inkml:brush>
  </inkml:definitions>
  <inkml:trace contextRef="#ctx0" brushRef="#br0">1 2033 24575,'48'-23'0,"31"-18"0,-15 9 0,6-2 0,-12 5 0,4 0 0,3-2 0,-1 2 0,5-1 0,2-1 0,1 1-607,6-3 1,3 1 0,0-1-1,1 0 607,0 0 0,1-1 0,0 1 0,0 0 0,-3 2 0,0 0 0,-2 1 0,-2 1-53,10-4 1,-3 2 0,-2 0 52,-4 3 0,-2 0 0,0 1 0,-1 3 0,-1 0 0,0 1 0,-2 1 0,-1 0 0,1 1 0,-4 2 0,-1 1 0,0 0-83,0 0 1,0 0 0,-1 0 82,30-9 0,1 1 0,-31 9 0,1-1 0,0 1 0,3-1 0,1 0 0,0 0 0,1-1 0,0 1 0,0 0 0,2 0 0,1 0 0,-1 0 0,1-1 0,0 1 0,-1 1 0,-1-1 0,-1 2 0,-1 0 0,-2 0 0,-1 1 0,-1 1 0,27-5 0,-2 1 0,-6 3 0,-2 1 0,-1 3 0,0 2 0,-2 4 0,-1 0 874,1 0 1,-1 1-875,4 1 0,-1 1 399,-2-1 0,0 0-399,-1-1 0,0 0 141,-2 1 1,-2 1-142,-3-1 0,0 1 0,-3 0 0,0 1 0,-2 1 0,-2 0 0,-1 0 0,-2 0 0,-2 0 0,-2 0 0,-2 0 0,-1 0 0,1 0 0,-1 0 0,-2 0 0,1 0 0,-1 3 0,0 1 0,0 2 0,0 1 0,0 1 0,0 1 0,0 3 0,0-1 0,0 0 0,0-1 0,-2 0 0,-1-2 0,45 8 0,1-5 0,2 0 0,-48-5 0,1 1 0,-1-1 0,0 0 0,1 0 0,-1 0 0,1 1 0,-1 0 0,46 3 0,-4 2 0,-6-4 0,-9 0 0,-6 3 0,-10-3 0,-13 2 0,-9-3 0,-13-2 0,-10-2 0,-19-12 0,-26-13 0,-31-14 0,11 6 0,-4-2 0,-4-3 0,0-1 0,-1 0 0,2 0 0,5 4 0,4 1 0,-24-15 0,8 8 0,11 5 0,9 1 0,13 7 0,11 3 0,6 5 0,6 3 0,2 2 0,2 1 0,4 0 0,13 6 0,16 9 0,21 17 0,14 10 0,10 12 0,5 4 0,1 2 0,-2-1 0,-8-8 0,-9-3 0,-10-3 0,-9-1 0,-8-5 0,-1-4 0,-2-1 0,0-3 0,-1 0 0,-3-4 0,-6-3 0,-5-3 0,-7-3 0,-9 5 0,-4 9 0,-14 17 0,-23 39 0,14-29 0,-2 1 0,-2 1 0,-1 1 0,3-4 0,2-2 0,-10 17 0,7-10 0,8-9 0,7-8 0,1-3 0,7-10 0,2-2 0,-2-5 0,-7-7 0,6-2 0,-5-5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4:53.869"/>
    </inkml:context>
    <inkml:brush xml:id="br0">
      <inkml:brushProperty name="width" value="0.1" units="cm"/>
      <inkml:brushProperty name="height" value="0.1" units="cm"/>
      <inkml:brushProperty name="color" value="#E71224"/>
    </inkml:brush>
  </inkml:definitions>
  <inkml:trace contextRef="#ctx0" brushRef="#br0">0 1362 24575,'45'0'0,"21"0"0,-7 0 0,7 0 0,17 0 0,5 0 0,-22 0 0,2 0 0,4 0 0,23 0 0,5-1 0,1-1-536,-22 1 0,0-2 1,1 0-1,1 0 536,1 0 0,0-1 0,1 0 0,-1-2 0,-1 1 0,0-1 0,-1-1 0,-3-1-70,10-3 0,-4 0 0,-1-1 70,-1 0 0,0 0 0,0-1 0,1-2 0,0-1 0,1 0 0,3-1 0,1 0 0,1 0 0,4-1 0,1 0 0,0-1 0,-1 0 0,1 0 0,0 0 0,-1 1 0,1 0 0,-1 0 0,-3 0 0,0-1 0,0 0 0,-2-1 0,-1-1 0,1 0 0,-1-1 0,1 0 0,-1 0 0,-2 0 0,0 0 0,1 1 0,0 0 0,0-1 0,0 2 0,-1 1 0,-1 1 0,1 1 0,-3-1 0,1 1 0,-2-1 0,-5 1 0,-1 0 0,-1 0 0,-6 2 0,-1 0 0,-1 0-30,28-7 0,-2 2 30,-4 3 0,0 2 0,-1 1 0,1 2 0,-2 2 0,0 3 0,-3 0 0,0 1 0,-6 1 0,0 1 780,-4 1 1,0 1-781,-5 0 0,1 0 392,-1 2 1,1 0-393,-1 0 0,-1 0 33,0 0 1,-1 0-34,-3 0 0,0 0 0,-5 0 0,-2 0 0,-2 0 0,-1 0 0,44 0 0,-5 0 0,-2 1 0,-4 3 0,-1 0 0,-4-1 0,-13-1 0,-13-2 0,-12 0 0,-20 0 0,-20 0 0,-23-3 0,-44-12 0,-22-11 0,37 8 0,1-2 0,0 0 0,3-2 0,-26-18 0,12 3 0,9 7 0,11 2 0,12 7 0,9 5 0,8 4 0,7 4 0,10 4 0,15 3 0,19 9 0,15 9 0,18 12 0,7 11 0,3 5 0,-2 3 0,-13-4 0,-11-6 0,-13-6 0,-9-7 0,-7-6 0,-10-3 0,-13 5 0,-18 17 0,-14 21 0,-9 16 0,0 7 0,8-6 0,7-9 0,9-15 0,3-11 0,2-8 0,3-10 0,-1-6 0,-7-7 0,-10-8 0,7-1 0,-2-1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4:49.283"/>
    </inkml:context>
    <inkml:brush xml:id="br0">
      <inkml:brushProperty name="width" value="0.1" units="cm"/>
      <inkml:brushProperty name="height" value="0.1" units="cm"/>
      <inkml:brushProperty name="color" value="#E71224"/>
    </inkml:brush>
  </inkml:definitions>
  <inkml:trace contextRef="#ctx0" brushRef="#br0">1 2033 24575,'48'-23'0,"31"-18"0,-15 9 0,6-2 0,-12 5 0,4 0 0,3-2 0,-1 2 0,5-1 0,2-1 0,1 1-607,6-3 1,3 1 0,0-1-1,1 0 607,0 0 0,1-1 0,0 1 0,0 0 0,-3 2 0,0 0 0,-2 1 0,-2 1-53,10-4 1,-3 2 0,-2 0 52,-4 3 0,-2 0 0,0 1 0,-1 3 0,-1 0 0,0 1 0,-2 1 0,-1 0 0,1 1 0,-4 2 0,-1 1 0,0 0-83,0 0 1,0 0 0,-1 0 82,30-9 0,1 1 0,-31 9 0,1-1 0,0 1 0,3-1 0,1 0 0,0 0 0,1-1 0,0 1 0,0 0 0,2 0 0,1 0 0,-1 0 0,1-1 0,0 1 0,-1 1 0,-1-1 0,-1 2 0,-1 0 0,-2 0 0,-1 1 0,-1 1 0,27-5 0,-2 1 0,-6 3 0,-2 1 0,-1 3 0,0 2 0,-2 4 0,-1 0 874,1 0 1,-1 1-875,4 1 0,-1 1 399,-2-1 0,0 0-399,-1-1 0,0 0 141,-2 1 1,-2 1-142,-3-1 0,0 1 0,-3 0 0,0 1 0,-2 1 0,-2 0 0,-1 0 0,-2 0 0,-2 0 0,-2 0 0,-2 0 0,-1 0 0,1 0 0,-1 0 0,-2 0 0,1 0 0,-1 3 0,0 1 0,0 2 0,0 1 0,0 1 0,0 1 0,0 3 0,0-1 0,0 0 0,0-1 0,-2 0 0,-1-2 0,45 8 0,1-5 0,2 0 0,-48-5 0,1 1 0,-1-1 0,0 0 0,1 0 0,-1 0 0,1 1 0,-1 0 0,46 3 0,-4 2 0,-6-4 0,-9 0 0,-6 3 0,-10-3 0,-13 2 0,-9-3 0,-13-2 0,-10-2 0,-19-12 0,-26-13 0,-31-14 0,11 6 0,-4-2 0,-4-3 0,0-1 0,-1 0 0,2 0 0,5 4 0,4 1 0,-24-15 0,8 8 0,11 5 0,9 1 0,13 7 0,11 3 0,6 5 0,6 3 0,2 2 0,2 1 0,4 0 0,13 6 0,16 9 0,21 17 0,14 10 0,10 12 0,5 4 0,1 2 0,-2-1 0,-8-8 0,-9-3 0,-10-3 0,-9-1 0,-8-5 0,-1-4 0,-2-1 0,0-3 0,-1 0 0,-3-4 0,-6-3 0,-5-3 0,-7-3 0,-9 5 0,-4 9 0,-14 17 0,-23 39 0,14-29 0,-2 1 0,-2 1 0,-1 1 0,3-4 0,2-2 0,-10 17 0,7-10 0,8-9 0,7-8 0,1-3 0,7-10 0,2-2 0,-2-5 0,-7-7 0,6-2 0,-5-5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16:04:53.869"/>
    </inkml:context>
    <inkml:brush xml:id="br0">
      <inkml:brushProperty name="width" value="0.1" units="cm"/>
      <inkml:brushProperty name="height" value="0.1" units="cm"/>
      <inkml:brushProperty name="color" value="#E71224"/>
    </inkml:brush>
  </inkml:definitions>
  <inkml:trace contextRef="#ctx0" brushRef="#br0">0 1362 24575,'45'0'0,"21"0"0,-7 0 0,7 0 0,17 0 0,5 0 0,-22 0 0,2 0 0,4 0 0,23 0 0,5-1 0,1-1-536,-22 1 0,0-2 1,1 0-1,1 0 536,1 0 0,0-1 0,1 0 0,-1-2 0,-1 1 0,0-1 0,-1-1 0,-3-1-70,10-3 0,-4 0 0,-1-1 70,-1 0 0,0 0 0,0-1 0,1-2 0,0-1 0,1 0 0,3-1 0,1 0 0,1 0 0,4-1 0,1 0 0,0-1 0,-1 0 0,1 0 0,0 0 0,-1 1 0,1 0 0,-1 0 0,-3 0 0,0-1 0,0 0 0,-2-1 0,-1-1 0,1 0 0,-1-1 0,1 0 0,-1 0 0,-2 0 0,0 0 0,1 1 0,0 0 0,0-1 0,0 2 0,-1 1 0,-1 1 0,1 1 0,-3-1 0,1 1 0,-2-1 0,-5 1 0,-1 0 0,-1 0 0,-6 2 0,-1 0 0,-1 0-30,28-7 0,-2 2 30,-4 3 0,0 2 0,-1 1 0,1 2 0,-2 2 0,0 3 0,-3 0 0,0 1 0,-6 1 0,0 1 780,-4 1 1,0 1-781,-5 0 0,1 0 392,-1 2 1,1 0-393,-1 0 0,-1 0 33,0 0 1,-1 0-34,-3 0 0,0 0 0,-5 0 0,-2 0 0,-2 0 0,-1 0 0,44 0 0,-5 0 0,-2 1 0,-4 3 0,-1 0 0,-4-1 0,-13-1 0,-13-2 0,-12 0 0,-20 0 0,-20 0 0,-23-3 0,-44-12 0,-22-11 0,37 8 0,1-2 0,0 0 0,3-2 0,-26-18 0,12 3 0,9 7 0,11 2 0,12 7 0,9 5 0,8 4 0,7 4 0,10 4 0,15 3 0,19 9 0,15 9 0,18 12 0,7 11 0,3 5 0,-2 3 0,-13-4 0,-11-6 0,-13-6 0,-9-7 0,-7-6 0,-10-3 0,-13 5 0,-18 17 0,-14 21 0,-9 16 0,0 7 0,8-6 0,7-9 0,9-15 0,3-11 0,2-8 0,3-10 0,-1-6 0,-7-7 0,-10-8 0,7-1 0,-2-1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4" name="Google Shape;134;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72" name="Google Shape;372;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0" name="Google Shape;42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8" name="Google Shape;46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1" name="Google Shape;51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4" name="Google Shape;55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E(w) </a:t>
            </a:r>
            <a:r>
              <a:rPr lang="en-US" dirty="0">
                <a:sym typeface="Wingdings" pitchFamily="2" charset="2"/>
              </a:rPr>
              <a:t> the loss between the predicted and true values given the current weights. Lower loss, better the weights.</a:t>
            </a:r>
          </a:p>
          <a:p>
            <a:pPr marL="0" lvl="0" indent="0" algn="l" rtl="0">
              <a:spcBef>
                <a:spcPts val="0"/>
              </a:spcBef>
              <a:spcAft>
                <a:spcPts val="0"/>
              </a:spcAft>
              <a:buNone/>
            </a:pPr>
            <a:endParaRPr lang="en-US" dirty="0">
              <a:sym typeface="Wingdings" pitchFamily="2" charset="2"/>
            </a:endParaRPr>
          </a:p>
          <a:p>
            <a:pPr marL="0" lvl="0" indent="0" algn="l" rtl="0">
              <a:spcBef>
                <a:spcPts val="0"/>
              </a:spcBef>
              <a:spcAft>
                <a:spcPts val="0"/>
              </a:spcAft>
              <a:buNone/>
            </a:pPr>
            <a:r>
              <a:rPr lang="en-US" dirty="0">
                <a:sym typeface="Wingdings" pitchFamily="2" charset="2"/>
              </a:rPr>
              <a:t>Easier to visualize with weights, not with MANY.</a:t>
            </a:r>
          </a:p>
          <a:p>
            <a:pPr marL="0" lvl="0" indent="0" algn="l" rtl="0">
              <a:spcBef>
                <a:spcPts val="0"/>
              </a:spcBef>
              <a:spcAft>
                <a:spcPts val="0"/>
              </a:spcAft>
              <a:buNone/>
            </a:pPr>
            <a:endParaRPr lang="en-US" dirty="0">
              <a:sym typeface="Wingdings" pitchFamily="2" charset="2"/>
            </a:endParaRPr>
          </a:p>
          <a:p>
            <a:pPr marL="0" lvl="0" indent="0" algn="l" rtl="0">
              <a:spcBef>
                <a:spcPts val="0"/>
              </a:spcBef>
              <a:spcAft>
                <a:spcPts val="0"/>
              </a:spcAft>
              <a:buNone/>
            </a:pPr>
            <a:r>
              <a:rPr lang="en-US" dirty="0"/>
              <a:t>Line denotes the loss decreasing over time using gradient descent.</a:t>
            </a:r>
            <a:endParaRPr dirty="0"/>
          </a:p>
        </p:txBody>
      </p:sp>
      <p:sp>
        <p:nvSpPr>
          <p:cNvPr id="597" name="Google Shape;597;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6" name="Google Shape;60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3"/>
        <p:cNvGrpSpPr/>
        <p:nvPr/>
      </p:nvGrpSpPr>
      <p:grpSpPr>
        <a:xfrm>
          <a:off x="0" y="0"/>
          <a:ext cx="0" cy="0"/>
          <a:chOff x="0" y="0"/>
          <a:chExt cx="0" cy="0"/>
        </a:xfrm>
      </p:grpSpPr>
      <p:sp>
        <p:nvSpPr>
          <p:cNvPr id="614" name="Google Shape;614;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5" name="Google Shape;615;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8" name="Google Shape;65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a:extLst>
            <a:ext uri="{FF2B5EF4-FFF2-40B4-BE49-F238E27FC236}">
              <a16:creationId xmlns:a16="http://schemas.microsoft.com/office/drawing/2014/main" id="{A321EFE9-BC32-7AE7-255E-C280115A9B54}"/>
            </a:ext>
          </a:extLst>
        </p:cNvPr>
        <p:cNvGrpSpPr/>
        <p:nvPr/>
      </p:nvGrpSpPr>
      <p:grpSpPr>
        <a:xfrm>
          <a:off x="0" y="0"/>
          <a:ext cx="0" cy="0"/>
          <a:chOff x="0" y="0"/>
          <a:chExt cx="0" cy="0"/>
        </a:xfrm>
      </p:grpSpPr>
      <p:sp>
        <p:nvSpPr>
          <p:cNvPr id="596" name="Google Shape;596;p14:notes">
            <a:extLst>
              <a:ext uri="{FF2B5EF4-FFF2-40B4-BE49-F238E27FC236}">
                <a16:creationId xmlns:a16="http://schemas.microsoft.com/office/drawing/2014/main" id="{FBF7479A-4BAC-80F3-B674-A04E05950B03}"/>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E(w) </a:t>
            </a:r>
            <a:r>
              <a:rPr lang="en-US" dirty="0">
                <a:sym typeface="Wingdings" pitchFamily="2" charset="2"/>
              </a:rPr>
              <a:t> the loss between the predicted and true values given the current weights. Lower loss, better the weights.</a:t>
            </a:r>
          </a:p>
          <a:p>
            <a:pPr marL="0" lvl="0" indent="0" algn="l" rtl="0">
              <a:spcBef>
                <a:spcPts val="0"/>
              </a:spcBef>
              <a:spcAft>
                <a:spcPts val="0"/>
              </a:spcAft>
              <a:buNone/>
            </a:pPr>
            <a:endParaRPr lang="en-US" dirty="0">
              <a:sym typeface="Wingdings" pitchFamily="2" charset="2"/>
            </a:endParaRPr>
          </a:p>
          <a:p>
            <a:pPr marL="0" lvl="0" indent="0" algn="l" rtl="0">
              <a:spcBef>
                <a:spcPts val="0"/>
              </a:spcBef>
              <a:spcAft>
                <a:spcPts val="0"/>
              </a:spcAft>
              <a:buNone/>
            </a:pPr>
            <a:r>
              <a:rPr lang="en-US" dirty="0">
                <a:sym typeface="Wingdings" pitchFamily="2" charset="2"/>
              </a:rPr>
              <a:t>Easier to visualize with weights, not with MANY.</a:t>
            </a:r>
          </a:p>
          <a:p>
            <a:pPr marL="0" lvl="0" indent="0" algn="l" rtl="0">
              <a:spcBef>
                <a:spcPts val="0"/>
              </a:spcBef>
              <a:spcAft>
                <a:spcPts val="0"/>
              </a:spcAft>
              <a:buNone/>
            </a:pPr>
            <a:endParaRPr lang="en-US" dirty="0">
              <a:sym typeface="Wingdings" pitchFamily="2" charset="2"/>
            </a:endParaRPr>
          </a:p>
          <a:p>
            <a:pPr marL="0" lvl="0" indent="0" algn="l" rtl="0">
              <a:spcBef>
                <a:spcPts val="0"/>
              </a:spcBef>
              <a:spcAft>
                <a:spcPts val="0"/>
              </a:spcAft>
              <a:buNone/>
            </a:pPr>
            <a:r>
              <a:rPr lang="en-US" dirty="0"/>
              <a:t>Line denotes the loss decreasing over time using gradient descent.</a:t>
            </a:r>
            <a:endParaRPr dirty="0"/>
          </a:p>
        </p:txBody>
      </p:sp>
      <p:sp>
        <p:nvSpPr>
          <p:cNvPr id="597" name="Google Shape;597;p14:notes">
            <a:extLst>
              <a:ext uri="{FF2B5EF4-FFF2-40B4-BE49-F238E27FC236}">
                <a16:creationId xmlns:a16="http://schemas.microsoft.com/office/drawing/2014/main" id="{3100FCE1-444E-A047-EC6D-42AE1A09969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89371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a:extLst>
            <a:ext uri="{FF2B5EF4-FFF2-40B4-BE49-F238E27FC236}">
              <a16:creationId xmlns:a16="http://schemas.microsoft.com/office/drawing/2014/main" id="{82714FD6-E839-E78B-E2E4-D7848A9DA648}"/>
            </a:ext>
          </a:extLst>
        </p:cNvPr>
        <p:cNvGrpSpPr/>
        <p:nvPr/>
      </p:nvGrpSpPr>
      <p:grpSpPr>
        <a:xfrm>
          <a:off x="0" y="0"/>
          <a:ext cx="0" cy="0"/>
          <a:chOff x="0" y="0"/>
          <a:chExt cx="0" cy="0"/>
        </a:xfrm>
      </p:grpSpPr>
      <p:sp>
        <p:nvSpPr>
          <p:cNvPr id="596" name="Google Shape;596;p14:notes">
            <a:extLst>
              <a:ext uri="{FF2B5EF4-FFF2-40B4-BE49-F238E27FC236}">
                <a16:creationId xmlns:a16="http://schemas.microsoft.com/office/drawing/2014/main" id="{8119048C-7E68-0985-CAAD-CD59F5D7FDE1}"/>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Grad</a:t>
            </a:r>
            <a:endParaRPr dirty="0"/>
          </a:p>
        </p:txBody>
      </p:sp>
      <p:sp>
        <p:nvSpPr>
          <p:cNvPr id="597" name="Google Shape;597;p14:notes">
            <a:extLst>
              <a:ext uri="{FF2B5EF4-FFF2-40B4-BE49-F238E27FC236}">
                <a16:creationId xmlns:a16="http://schemas.microsoft.com/office/drawing/2014/main" id="{1FC3BB72-F009-38B1-A909-4B0DDBCADD6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07952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9" name="Google Shape;66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1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a:extLst>
            <a:ext uri="{FF2B5EF4-FFF2-40B4-BE49-F238E27FC236}">
              <a16:creationId xmlns:a16="http://schemas.microsoft.com/office/drawing/2014/main" id="{07EDD5C3-E745-4864-9D7B-7C14D75ECF91}"/>
            </a:ext>
          </a:extLst>
        </p:cNvPr>
        <p:cNvGrpSpPr/>
        <p:nvPr/>
      </p:nvGrpSpPr>
      <p:grpSpPr>
        <a:xfrm>
          <a:off x="0" y="0"/>
          <a:ext cx="0" cy="0"/>
          <a:chOff x="0" y="0"/>
          <a:chExt cx="0" cy="0"/>
        </a:xfrm>
      </p:grpSpPr>
      <p:sp>
        <p:nvSpPr>
          <p:cNvPr id="678" name="Google Shape;678;p19:notes">
            <a:extLst>
              <a:ext uri="{FF2B5EF4-FFF2-40B4-BE49-F238E27FC236}">
                <a16:creationId xmlns:a16="http://schemas.microsoft.com/office/drawing/2014/main" id="{662274C5-3BD1-7E7E-B7BE-8C8316ABA5A5}"/>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19:notes">
            <a:extLst>
              <a:ext uri="{FF2B5EF4-FFF2-40B4-BE49-F238E27FC236}">
                <a16:creationId xmlns:a16="http://schemas.microsoft.com/office/drawing/2014/main" id="{9F62C08E-2795-92DD-C595-D78CA115145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39654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a:extLst>
            <a:ext uri="{FF2B5EF4-FFF2-40B4-BE49-F238E27FC236}">
              <a16:creationId xmlns:a16="http://schemas.microsoft.com/office/drawing/2014/main" id="{39B6B235-5FDD-265F-886A-33DC37F6E86D}"/>
            </a:ext>
          </a:extLst>
        </p:cNvPr>
        <p:cNvGrpSpPr/>
        <p:nvPr/>
      </p:nvGrpSpPr>
      <p:grpSpPr>
        <a:xfrm>
          <a:off x="0" y="0"/>
          <a:ext cx="0" cy="0"/>
          <a:chOff x="0" y="0"/>
          <a:chExt cx="0" cy="0"/>
        </a:xfrm>
      </p:grpSpPr>
      <p:sp>
        <p:nvSpPr>
          <p:cNvPr id="678" name="Google Shape;678;p19:notes">
            <a:extLst>
              <a:ext uri="{FF2B5EF4-FFF2-40B4-BE49-F238E27FC236}">
                <a16:creationId xmlns:a16="http://schemas.microsoft.com/office/drawing/2014/main" id="{1E139A6C-5706-F583-7774-3129986A1599}"/>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19:notes">
            <a:extLst>
              <a:ext uri="{FF2B5EF4-FFF2-40B4-BE49-F238E27FC236}">
                <a16:creationId xmlns:a16="http://schemas.microsoft.com/office/drawing/2014/main" id="{0AA5D00B-AC93-5BE3-FC32-3D2703C740EC}"/>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8284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a:extLst>
            <a:ext uri="{FF2B5EF4-FFF2-40B4-BE49-F238E27FC236}">
              <a16:creationId xmlns:a16="http://schemas.microsoft.com/office/drawing/2014/main" id="{95FCD6DB-9CA6-89EE-573D-AE839C2DD2B8}"/>
            </a:ext>
          </a:extLst>
        </p:cNvPr>
        <p:cNvGrpSpPr/>
        <p:nvPr/>
      </p:nvGrpSpPr>
      <p:grpSpPr>
        <a:xfrm>
          <a:off x="0" y="0"/>
          <a:ext cx="0" cy="0"/>
          <a:chOff x="0" y="0"/>
          <a:chExt cx="0" cy="0"/>
        </a:xfrm>
      </p:grpSpPr>
      <p:sp>
        <p:nvSpPr>
          <p:cNvPr id="678" name="Google Shape;678;p19:notes">
            <a:extLst>
              <a:ext uri="{FF2B5EF4-FFF2-40B4-BE49-F238E27FC236}">
                <a16:creationId xmlns:a16="http://schemas.microsoft.com/office/drawing/2014/main" id="{42BBFB5B-109F-D9A9-7951-C00B1A93C16C}"/>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9" name="Google Shape;679;p19:notes">
            <a:extLst>
              <a:ext uri="{FF2B5EF4-FFF2-40B4-BE49-F238E27FC236}">
                <a16:creationId xmlns:a16="http://schemas.microsoft.com/office/drawing/2014/main" id="{97E000CC-01AF-C861-172E-89D978AA98A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4054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7" name="Google Shape;707;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8" name="Google Shape;718;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0" name="Google Shape;730;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5" name="Google Shape;745;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3" name="Google Shape;763;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79" name="Google Shape;779;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3" name="Google Shape;793;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2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2" name="Google Shape;802;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3" name="Google Shape;843;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1" name="Google Shape;851;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p3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8" name="Google Shape;858;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p3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4" name="Google Shape;864;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3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4" name="Google Shape;914;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3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2" name="Google Shape;962;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p3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0" name="Google Shape;1010;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6"/>
        <p:cNvGrpSpPr/>
        <p:nvPr/>
      </p:nvGrpSpPr>
      <p:grpSpPr>
        <a:xfrm>
          <a:off x="0" y="0"/>
          <a:ext cx="0" cy="0"/>
          <a:chOff x="0" y="0"/>
          <a:chExt cx="0" cy="0"/>
        </a:xfrm>
      </p:grpSpPr>
      <p:sp>
        <p:nvSpPr>
          <p:cNvPr id="1057" name="Google Shape;1057;p3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8" name="Google Shape;1058;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3" name="Google Shape;1093;p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7"/>
        <p:cNvGrpSpPr/>
        <p:nvPr/>
      </p:nvGrpSpPr>
      <p:grpSpPr>
        <a:xfrm>
          <a:off x="0" y="0"/>
          <a:ext cx="0" cy="0"/>
          <a:chOff x="0" y="0"/>
          <a:chExt cx="0" cy="0"/>
        </a:xfrm>
      </p:grpSpPr>
      <p:sp>
        <p:nvSpPr>
          <p:cNvPr id="1098" name="Google Shape;1098;p3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9" name="Google Shape;1099;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p3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5" name="Google Shape;1105;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3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1" name="Google Shape;1111;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1"/>
        <p:cNvGrpSpPr/>
        <p:nvPr/>
      </p:nvGrpSpPr>
      <p:grpSpPr>
        <a:xfrm>
          <a:off x="0" y="0"/>
          <a:ext cx="0" cy="0"/>
          <a:chOff x="0" y="0"/>
          <a:chExt cx="0" cy="0"/>
        </a:xfrm>
      </p:grpSpPr>
      <p:sp>
        <p:nvSpPr>
          <p:cNvPr id="1122" name="Google Shape;1122;p4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3" name="Google Shape;1123;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p4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9" name="Google Shape;1129;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a:extLst>
            <a:ext uri="{FF2B5EF4-FFF2-40B4-BE49-F238E27FC236}">
              <a16:creationId xmlns:a16="http://schemas.microsoft.com/office/drawing/2014/main" id="{D1E0652A-C803-39ED-4CF4-0B3D8D95A1C1}"/>
            </a:ext>
          </a:extLst>
        </p:cNvPr>
        <p:cNvGrpSpPr/>
        <p:nvPr/>
      </p:nvGrpSpPr>
      <p:grpSpPr>
        <a:xfrm>
          <a:off x="0" y="0"/>
          <a:ext cx="0" cy="0"/>
          <a:chOff x="0" y="0"/>
          <a:chExt cx="0" cy="0"/>
        </a:xfrm>
      </p:grpSpPr>
      <p:sp>
        <p:nvSpPr>
          <p:cNvPr id="1128" name="Google Shape;1128;p41:notes">
            <a:extLst>
              <a:ext uri="{FF2B5EF4-FFF2-40B4-BE49-F238E27FC236}">
                <a16:creationId xmlns:a16="http://schemas.microsoft.com/office/drawing/2014/main" id="{8BBAAD43-98E3-FDAF-720B-4D61F40976C1}"/>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9" name="Google Shape;1129;p41:notes">
            <a:extLst>
              <a:ext uri="{FF2B5EF4-FFF2-40B4-BE49-F238E27FC236}">
                <a16:creationId xmlns:a16="http://schemas.microsoft.com/office/drawing/2014/main" id="{EDDA9D76-1E6D-609F-8130-D4CA775166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711394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a:extLst>
            <a:ext uri="{FF2B5EF4-FFF2-40B4-BE49-F238E27FC236}">
              <a16:creationId xmlns:a16="http://schemas.microsoft.com/office/drawing/2014/main" id="{3D97425E-2E9B-803C-C070-72FBBE9C95AA}"/>
            </a:ext>
          </a:extLst>
        </p:cNvPr>
        <p:cNvGrpSpPr/>
        <p:nvPr/>
      </p:nvGrpSpPr>
      <p:grpSpPr>
        <a:xfrm>
          <a:off x="0" y="0"/>
          <a:ext cx="0" cy="0"/>
          <a:chOff x="0" y="0"/>
          <a:chExt cx="0" cy="0"/>
        </a:xfrm>
      </p:grpSpPr>
      <p:sp>
        <p:nvSpPr>
          <p:cNvPr id="1128" name="Google Shape;1128;p41:notes">
            <a:extLst>
              <a:ext uri="{FF2B5EF4-FFF2-40B4-BE49-F238E27FC236}">
                <a16:creationId xmlns:a16="http://schemas.microsoft.com/office/drawing/2014/main" id="{C05A89D2-08AF-21AE-01A4-ED31A73A46F6}"/>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9" name="Google Shape;1129;p41:notes">
            <a:extLst>
              <a:ext uri="{FF2B5EF4-FFF2-40B4-BE49-F238E27FC236}">
                <a16:creationId xmlns:a16="http://schemas.microsoft.com/office/drawing/2014/main" id="{14C47D6C-7A4D-D56B-EDF5-98A1906B891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938719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a:extLst>
            <a:ext uri="{FF2B5EF4-FFF2-40B4-BE49-F238E27FC236}">
              <a16:creationId xmlns:a16="http://schemas.microsoft.com/office/drawing/2014/main" id="{D4E390C6-FDAF-58FA-0FBA-C5D4DD16A949}"/>
            </a:ext>
          </a:extLst>
        </p:cNvPr>
        <p:cNvGrpSpPr/>
        <p:nvPr/>
      </p:nvGrpSpPr>
      <p:grpSpPr>
        <a:xfrm>
          <a:off x="0" y="0"/>
          <a:ext cx="0" cy="0"/>
          <a:chOff x="0" y="0"/>
          <a:chExt cx="0" cy="0"/>
        </a:xfrm>
      </p:grpSpPr>
      <p:sp>
        <p:nvSpPr>
          <p:cNvPr id="1128" name="Google Shape;1128;p41:notes">
            <a:extLst>
              <a:ext uri="{FF2B5EF4-FFF2-40B4-BE49-F238E27FC236}">
                <a16:creationId xmlns:a16="http://schemas.microsoft.com/office/drawing/2014/main" id="{A4523AE0-3B34-9917-2BB3-1DFD4393920D}"/>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9" name="Google Shape;1129;p41:notes">
            <a:extLst>
              <a:ext uri="{FF2B5EF4-FFF2-40B4-BE49-F238E27FC236}">
                <a16:creationId xmlns:a16="http://schemas.microsoft.com/office/drawing/2014/main" id="{FFC07818-010F-7573-0E2A-B79745209ADF}"/>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758280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3"/>
        <p:cNvGrpSpPr/>
        <p:nvPr/>
      </p:nvGrpSpPr>
      <p:grpSpPr>
        <a:xfrm>
          <a:off x="0" y="0"/>
          <a:ext cx="0" cy="0"/>
          <a:chOff x="0" y="0"/>
          <a:chExt cx="0" cy="0"/>
        </a:xfrm>
      </p:grpSpPr>
      <p:sp>
        <p:nvSpPr>
          <p:cNvPr id="1134" name="Google Shape;1134;p4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5" name="Google Shape;1135;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9"/>
        <p:cNvGrpSpPr/>
        <p:nvPr/>
      </p:nvGrpSpPr>
      <p:grpSpPr>
        <a:xfrm>
          <a:off x="0" y="0"/>
          <a:ext cx="0" cy="0"/>
          <a:chOff x="0" y="0"/>
          <a:chExt cx="0" cy="0"/>
        </a:xfrm>
      </p:grpSpPr>
      <p:sp>
        <p:nvSpPr>
          <p:cNvPr id="1140" name="Google Shape;1140;p4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1" name="Google Shape;1141;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p4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7" name="Google Shape;1147;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4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4" name="Google Shape;115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p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1" name="Google Shape;1161;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9"/>
        <p:cNvGrpSpPr/>
        <p:nvPr/>
      </p:nvGrpSpPr>
      <p:grpSpPr>
        <a:xfrm>
          <a:off x="0" y="0"/>
          <a:ext cx="0" cy="0"/>
          <a:chOff x="0" y="0"/>
          <a:chExt cx="0" cy="0"/>
        </a:xfrm>
      </p:grpSpPr>
      <p:sp>
        <p:nvSpPr>
          <p:cNvPr id="1170" name="Google Shape;1170;p4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Taking the maximum of a window.</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Purpose: dimension reduction, spatial invariance, prevent overfitting</a:t>
            </a:r>
            <a:endParaRPr dirty="0"/>
          </a:p>
        </p:txBody>
      </p:sp>
      <p:sp>
        <p:nvSpPr>
          <p:cNvPr id="1171" name="Google Shape;1171;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6"/>
        <p:cNvGrpSpPr/>
        <p:nvPr/>
      </p:nvGrpSpPr>
      <p:grpSpPr>
        <a:xfrm>
          <a:off x="0" y="0"/>
          <a:ext cx="0" cy="0"/>
          <a:chOff x="0" y="0"/>
          <a:chExt cx="0" cy="0"/>
        </a:xfrm>
      </p:grpSpPr>
      <p:sp>
        <p:nvSpPr>
          <p:cNvPr id="1197" name="Google Shape;1197;p4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8" name="Google Shape;1198;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p4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6" name="Google Shape;123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6"/>
        <p:cNvGrpSpPr/>
        <p:nvPr/>
      </p:nvGrpSpPr>
      <p:grpSpPr>
        <a:xfrm>
          <a:off x="0" y="0"/>
          <a:ext cx="0" cy="0"/>
          <a:chOff x="0" y="0"/>
          <a:chExt cx="0" cy="0"/>
        </a:xfrm>
      </p:grpSpPr>
      <p:sp>
        <p:nvSpPr>
          <p:cNvPr id="1287" name="Google Shape;1287;p5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8" name="Google Shape;1288;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8"/>
        <p:cNvGrpSpPr/>
        <p:nvPr/>
      </p:nvGrpSpPr>
      <p:grpSpPr>
        <a:xfrm>
          <a:off x="0" y="0"/>
          <a:ext cx="0" cy="0"/>
          <a:chOff x="0" y="0"/>
          <a:chExt cx="0" cy="0"/>
        </a:xfrm>
      </p:grpSpPr>
      <p:sp>
        <p:nvSpPr>
          <p:cNvPr id="1329" name="Google Shape;1329;p5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0" name="Google Shape;133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1"/>
        <p:cNvGrpSpPr/>
        <p:nvPr/>
      </p:nvGrpSpPr>
      <p:grpSpPr>
        <a:xfrm>
          <a:off x="0" y="0"/>
          <a:ext cx="0" cy="0"/>
          <a:chOff x="0" y="0"/>
          <a:chExt cx="0" cy="0"/>
        </a:xfrm>
      </p:grpSpPr>
      <p:sp>
        <p:nvSpPr>
          <p:cNvPr id="1372" name="Google Shape;1372;p5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3" name="Google Shape;1373;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5"/>
        <p:cNvGrpSpPr/>
        <p:nvPr/>
      </p:nvGrpSpPr>
      <p:grpSpPr>
        <a:xfrm>
          <a:off x="0" y="0"/>
          <a:ext cx="0" cy="0"/>
          <a:chOff x="0" y="0"/>
          <a:chExt cx="0" cy="0"/>
        </a:xfrm>
      </p:grpSpPr>
      <p:sp>
        <p:nvSpPr>
          <p:cNvPr id="1416" name="Google Shape;1416;p5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7" name="Google Shape;1417;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p:cNvGrpSpPr/>
        <p:nvPr/>
      </p:nvGrpSpPr>
      <p:grpSpPr>
        <a:xfrm>
          <a:off x="0" y="0"/>
          <a:ext cx="0" cy="0"/>
          <a:chOff x="0" y="0"/>
          <a:chExt cx="0" cy="0"/>
        </a:xfrm>
      </p:grpSpPr>
      <p:sp>
        <p:nvSpPr>
          <p:cNvPr id="1467" name="Google Shape;1467;p5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68" name="Google Shape;1468;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6">
          <a:extLst>
            <a:ext uri="{FF2B5EF4-FFF2-40B4-BE49-F238E27FC236}">
              <a16:creationId xmlns:a16="http://schemas.microsoft.com/office/drawing/2014/main" id="{BE15EE77-1F5A-8E9A-A6CF-36678ED11F0D}"/>
            </a:ext>
          </a:extLst>
        </p:cNvPr>
        <p:cNvGrpSpPr/>
        <p:nvPr/>
      </p:nvGrpSpPr>
      <p:grpSpPr>
        <a:xfrm>
          <a:off x="0" y="0"/>
          <a:ext cx="0" cy="0"/>
          <a:chOff x="0" y="0"/>
          <a:chExt cx="0" cy="0"/>
        </a:xfrm>
      </p:grpSpPr>
      <p:sp>
        <p:nvSpPr>
          <p:cNvPr id="1467" name="Google Shape;1467;p54:notes">
            <a:extLst>
              <a:ext uri="{FF2B5EF4-FFF2-40B4-BE49-F238E27FC236}">
                <a16:creationId xmlns:a16="http://schemas.microsoft.com/office/drawing/2014/main" id="{670749E1-6778-1CA4-E5A9-29A6D9B42C38}"/>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468" name="Google Shape;1468;p54:notes">
            <a:extLst>
              <a:ext uri="{FF2B5EF4-FFF2-40B4-BE49-F238E27FC236}">
                <a16:creationId xmlns:a16="http://schemas.microsoft.com/office/drawing/2014/main" id="{E37D791D-2955-B201-7071-A0979B69103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35463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6"/>
        <p:cNvGrpSpPr/>
        <p:nvPr/>
      </p:nvGrpSpPr>
      <p:grpSpPr>
        <a:xfrm>
          <a:off x="0" y="0"/>
          <a:ext cx="0" cy="0"/>
          <a:chOff x="0" y="0"/>
          <a:chExt cx="0" cy="0"/>
        </a:xfrm>
      </p:grpSpPr>
      <p:sp>
        <p:nvSpPr>
          <p:cNvPr id="1477" name="Google Shape;1477;p5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8" name="Google Shape;1478;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5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a:extLst>
            <a:ext uri="{FF2B5EF4-FFF2-40B4-BE49-F238E27FC236}">
              <a16:creationId xmlns:a16="http://schemas.microsoft.com/office/drawing/2014/main" id="{3CD955CC-4198-B610-0B39-76D137159164}"/>
            </a:ext>
          </a:extLst>
        </p:cNvPr>
        <p:cNvGrpSpPr/>
        <p:nvPr/>
      </p:nvGrpSpPr>
      <p:grpSpPr>
        <a:xfrm>
          <a:off x="0" y="0"/>
          <a:ext cx="0" cy="0"/>
          <a:chOff x="0" y="0"/>
          <a:chExt cx="0" cy="0"/>
        </a:xfrm>
      </p:grpSpPr>
      <p:sp>
        <p:nvSpPr>
          <p:cNvPr id="1512" name="Google Shape;1512;p56:notes">
            <a:extLst>
              <a:ext uri="{FF2B5EF4-FFF2-40B4-BE49-F238E27FC236}">
                <a16:creationId xmlns:a16="http://schemas.microsoft.com/office/drawing/2014/main" id="{CFBDF12D-A0E4-5FF5-F0DA-AAA51F660300}"/>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56:notes">
            <a:extLst>
              <a:ext uri="{FF2B5EF4-FFF2-40B4-BE49-F238E27FC236}">
                <a16:creationId xmlns:a16="http://schemas.microsoft.com/office/drawing/2014/main" id="{08D90374-CFD4-1B6D-957D-D04A0C733F91}"/>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043007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a:extLst>
            <a:ext uri="{FF2B5EF4-FFF2-40B4-BE49-F238E27FC236}">
              <a16:creationId xmlns:a16="http://schemas.microsoft.com/office/drawing/2014/main" id="{2B610FDA-43D4-A489-D645-9ED2210997F7}"/>
            </a:ext>
          </a:extLst>
        </p:cNvPr>
        <p:cNvGrpSpPr/>
        <p:nvPr/>
      </p:nvGrpSpPr>
      <p:grpSpPr>
        <a:xfrm>
          <a:off x="0" y="0"/>
          <a:ext cx="0" cy="0"/>
          <a:chOff x="0" y="0"/>
          <a:chExt cx="0" cy="0"/>
        </a:xfrm>
      </p:grpSpPr>
      <p:sp>
        <p:nvSpPr>
          <p:cNvPr id="1512" name="Google Shape;1512;p56:notes">
            <a:extLst>
              <a:ext uri="{FF2B5EF4-FFF2-40B4-BE49-F238E27FC236}">
                <a16:creationId xmlns:a16="http://schemas.microsoft.com/office/drawing/2014/main" id="{E784F352-CF50-2E48-0708-2A0E2E9DD5F1}"/>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56:notes">
            <a:extLst>
              <a:ext uri="{FF2B5EF4-FFF2-40B4-BE49-F238E27FC236}">
                <a16:creationId xmlns:a16="http://schemas.microsoft.com/office/drawing/2014/main" id="{B09C26D5-8415-9728-F0A9-A202DC52879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2567338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a:extLst>
            <a:ext uri="{FF2B5EF4-FFF2-40B4-BE49-F238E27FC236}">
              <a16:creationId xmlns:a16="http://schemas.microsoft.com/office/drawing/2014/main" id="{004C2D1D-8A3B-9B96-C732-CC4F4F52F189}"/>
            </a:ext>
          </a:extLst>
        </p:cNvPr>
        <p:cNvGrpSpPr/>
        <p:nvPr/>
      </p:nvGrpSpPr>
      <p:grpSpPr>
        <a:xfrm>
          <a:off x="0" y="0"/>
          <a:ext cx="0" cy="0"/>
          <a:chOff x="0" y="0"/>
          <a:chExt cx="0" cy="0"/>
        </a:xfrm>
      </p:grpSpPr>
      <p:sp>
        <p:nvSpPr>
          <p:cNvPr id="1512" name="Google Shape;1512;p56:notes">
            <a:extLst>
              <a:ext uri="{FF2B5EF4-FFF2-40B4-BE49-F238E27FC236}">
                <a16:creationId xmlns:a16="http://schemas.microsoft.com/office/drawing/2014/main" id="{3464E2EC-0A4F-0DC6-3795-1845B6941DE9}"/>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56:notes">
            <a:extLst>
              <a:ext uri="{FF2B5EF4-FFF2-40B4-BE49-F238E27FC236}">
                <a16:creationId xmlns:a16="http://schemas.microsoft.com/office/drawing/2014/main" id="{D93729B1-3271-D210-50D9-FE2DA78169A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969467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a:extLst>
            <a:ext uri="{FF2B5EF4-FFF2-40B4-BE49-F238E27FC236}">
              <a16:creationId xmlns:a16="http://schemas.microsoft.com/office/drawing/2014/main" id="{C5FA4A02-2DAD-16C7-344F-CC580B063C96}"/>
            </a:ext>
          </a:extLst>
        </p:cNvPr>
        <p:cNvGrpSpPr/>
        <p:nvPr/>
      </p:nvGrpSpPr>
      <p:grpSpPr>
        <a:xfrm>
          <a:off x="0" y="0"/>
          <a:ext cx="0" cy="0"/>
          <a:chOff x="0" y="0"/>
          <a:chExt cx="0" cy="0"/>
        </a:xfrm>
      </p:grpSpPr>
      <p:sp>
        <p:nvSpPr>
          <p:cNvPr id="1512" name="Google Shape;1512;p56:notes">
            <a:extLst>
              <a:ext uri="{FF2B5EF4-FFF2-40B4-BE49-F238E27FC236}">
                <a16:creationId xmlns:a16="http://schemas.microsoft.com/office/drawing/2014/main" id="{38530FEF-57D3-7828-FE09-C6B684E2D643}"/>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56:notes">
            <a:extLst>
              <a:ext uri="{FF2B5EF4-FFF2-40B4-BE49-F238E27FC236}">
                <a16:creationId xmlns:a16="http://schemas.microsoft.com/office/drawing/2014/main" id="{014BF441-A975-4FA9-4630-C5CF92A960E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525553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a:extLst>
            <a:ext uri="{FF2B5EF4-FFF2-40B4-BE49-F238E27FC236}">
              <a16:creationId xmlns:a16="http://schemas.microsoft.com/office/drawing/2014/main" id="{251751F7-006C-3373-EB36-10129AF9437D}"/>
            </a:ext>
          </a:extLst>
        </p:cNvPr>
        <p:cNvGrpSpPr/>
        <p:nvPr/>
      </p:nvGrpSpPr>
      <p:grpSpPr>
        <a:xfrm>
          <a:off x="0" y="0"/>
          <a:ext cx="0" cy="0"/>
          <a:chOff x="0" y="0"/>
          <a:chExt cx="0" cy="0"/>
        </a:xfrm>
      </p:grpSpPr>
      <p:sp>
        <p:nvSpPr>
          <p:cNvPr id="1512" name="Google Shape;1512;p56:notes">
            <a:extLst>
              <a:ext uri="{FF2B5EF4-FFF2-40B4-BE49-F238E27FC236}">
                <a16:creationId xmlns:a16="http://schemas.microsoft.com/office/drawing/2014/main" id="{A5F89174-B6A5-AED0-95D4-29620FBECB5B}"/>
              </a:ext>
            </a:extLst>
          </p:cNvPr>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3" name="Google Shape;1513;p56:notes">
            <a:extLst>
              <a:ext uri="{FF2B5EF4-FFF2-40B4-BE49-F238E27FC236}">
                <a16:creationId xmlns:a16="http://schemas.microsoft.com/office/drawing/2014/main" id="{8CB35208-8C48-D74F-2FEE-28D289B455F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529506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4"/>
        <p:cNvGrpSpPr/>
        <p:nvPr/>
      </p:nvGrpSpPr>
      <p:grpSpPr>
        <a:xfrm>
          <a:off x="0" y="0"/>
          <a:ext cx="0" cy="0"/>
          <a:chOff x="0" y="0"/>
          <a:chExt cx="0" cy="0"/>
        </a:xfrm>
      </p:grpSpPr>
      <p:sp>
        <p:nvSpPr>
          <p:cNvPr id="1565" name="Google Shape;1565;p5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6" name="Google Shape;1566;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1"/>
        <p:cNvGrpSpPr/>
        <p:nvPr/>
      </p:nvGrpSpPr>
      <p:grpSpPr>
        <a:xfrm>
          <a:off x="0" y="0"/>
          <a:ext cx="0" cy="0"/>
          <a:chOff x="0" y="0"/>
          <a:chExt cx="0" cy="0"/>
        </a:xfrm>
      </p:grpSpPr>
      <p:sp>
        <p:nvSpPr>
          <p:cNvPr id="1572" name="Google Shape;1572;p5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73" name="Google Shape;1573;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2"/>
        <p:cNvGrpSpPr/>
        <p:nvPr/>
      </p:nvGrpSpPr>
      <p:grpSpPr>
        <a:xfrm>
          <a:off x="0" y="0"/>
          <a:ext cx="0" cy="0"/>
          <a:chOff x="0" y="0"/>
          <a:chExt cx="0" cy="0"/>
        </a:xfrm>
      </p:grpSpPr>
      <p:sp>
        <p:nvSpPr>
          <p:cNvPr id="1593" name="Google Shape;1593;p5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4" name="Google Shape;1594;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0"/>
        <p:cNvGrpSpPr/>
        <p:nvPr/>
      </p:nvGrpSpPr>
      <p:grpSpPr>
        <a:xfrm>
          <a:off x="0" y="0"/>
          <a:ext cx="0" cy="0"/>
          <a:chOff x="0" y="0"/>
          <a:chExt cx="0" cy="0"/>
        </a:xfrm>
      </p:grpSpPr>
      <p:sp>
        <p:nvSpPr>
          <p:cNvPr id="1601" name="Google Shape;1601;p6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2" name="Google Shape;1602;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8"/>
        <p:cNvGrpSpPr/>
        <p:nvPr/>
      </p:nvGrpSpPr>
      <p:grpSpPr>
        <a:xfrm>
          <a:off x="0" y="0"/>
          <a:ext cx="0" cy="0"/>
          <a:chOff x="0" y="0"/>
          <a:chExt cx="0" cy="0"/>
        </a:xfrm>
      </p:grpSpPr>
      <p:sp>
        <p:nvSpPr>
          <p:cNvPr id="1609" name="Google Shape;1609;p6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0" name="Google Shape;1610;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6"/>
        <p:cNvGrpSpPr/>
        <p:nvPr/>
      </p:nvGrpSpPr>
      <p:grpSpPr>
        <a:xfrm>
          <a:off x="0" y="0"/>
          <a:ext cx="0" cy="0"/>
          <a:chOff x="0" y="0"/>
          <a:chExt cx="0" cy="0"/>
        </a:xfrm>
      </p:grpSpPr>
      <p:sp>
        <p:nvSpPr>
          <p:cNvPr id="1617" name="Google Shape;1617;p6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8" name="Google Shape;1618;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3"/>
        <p:cNvGrpSpPr/>
        <p:nvPr/>
      </p:nvGrpSpPr>
      <p:grpSpPr>
        <a:xfrm>
          <a:off x="0" y="0"/>
          <a:ext cx="0" cy="0"/>
          <a:chOff x="0" y="0"/>
          <a:chExt cx="0" cy="0"/>
        </a:xfrm>
      </p:grpSpPr>
      <p:sp>
        <p:nvSpPr>
          <p:cNvPr id="1624" name="Google Shape;1624;p6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5" name="Google Shape;1625;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0"/>
        <p:cNvGrpSpPr/>
        <p:nvPr/>
      </p:nvGrpSpPr>
      <p:grpSpPr>
        <a:xfrm>
          <a:off x="0" y="0"/>
          <a:ext cx="0" cy="0"/>
          <a:chOff x="0" y="0"/>
          <a:chExt cx="0" cy="0"/>
        </a:xfrm>
      </p:grpSpPr>
      <p:sp>
        <p:nvSpPr>
          <p:cNvPr id="1631" name="Google Shape;1631;p6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2" name="Google Shape;1632;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p6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8" name="Google Shape;1638;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3"/>
        <p:cNvGrpSpPr/>
        <p:nvPr/>
      </p:nvGrpSpPr>
      <p:grpSpPr>
        <a:xfrm>
          <a:off x="0" y="0"/>
          <a:ext cx="0" cy="0"/>
          <a:chOff x="0" y="0"/>
          <a:chExt cx="0" cy="0"/>
        </a:xfrm>
      </p:grpSpPr>
      <p:sp>
        <p:nvSpPr>
          <p:cNvPr id="1644" name="Google Shape;1644;p6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5" name="Google Shape;1645;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0"/>
        <p:cNvGrpSpPr/>
        <p:nvPr/>
      </p:nvGrpSpPr>
      <p:grpSpPr>
        <a:xfrm>
          <a:off x="0" y="0"/>
          <a:ext cx="0" cy="0"/>
          <a:chOff x="0" y="0"/>
          <a:chExt cx="0" cy="0"/>
        </a:xfrm>
      </p:grpSpPr>
      <p:sp>
        <p:nvSpPr>
          <p:cNvPr id="1651" name="Google Shape;1651;p6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2" name="Google Shape;1652;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p6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8" name="Google Shape;1658;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2"/>
        <p:cNvGrpSpPr/>
        <p:nvPr/>
      </p:nvGrpSpPr>
      <p:grpSpPr>
        <a:xfrm>
          <a:off x="0" y="0"/>
          <a:ext cx="0" cy="0"/>
          <a:chOff x="0" y="0"/>
          <a:chExt cx="0" cy="0"/>
        </a:xfrm>
      </p:grpSpPr>
      <p:sp>
        <p:nvSpPr>
          <p:cNvPr id="1663" name="Google Shape;1663;p6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4" name="Google Shape;1664;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71"/>
          <p:cNvSpPr txBox="1">
            <a:spLocks noGrp="1"/>
          </p:cNvSpPr>
          <p:nvPr>
            <p:ph type="ctrTitle"/>
          </p:nvPr>
        </p:nvSpPr>
        <p:spPr>
          <a:xfrm>
            <a:off x="975360" y="1596249"/>
            <a:ext cx="11054080" cy="339569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660000"/>
              </a:buClr>
              <a:buSzPts val="6258"/>
              <a:buFont typeface="Century Gothic"/>
              <a:buNone/>
              <a:defRPr sz="625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71"/>
          <p:cNvSpPr txBox="1">
            <a:spLocks noGrp="1"/>
          </p:cNvSpPr>
          <p:nvPr>
            <p:ph type="subTitle" idx="1"/>
          </p:nvPr>
        </p:nvSpPr>
        <p:spPr>
          <a:xfrm>
            <a:off x="975360" y="5122898"/>
            <a:ext cx="11054080" cy="23548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422"/>
              </a:spcBef>
              <a:spcAft>
                <a:spcPts val="0"/>
              </a:spcAft>
              <a:buSzPts val="3413"/>
              <a:buNone/>
              <a:defRPr sz="3413"/>
            </a:lvl1pPr>
            <a:lvl2pPr lvl="1" algn="ctr">
              <a:lnSpc>
                <a:spcPct val="90000"/>
              </a:lnSpc>
              <a:spcBef>
                <a:spcPts val="711"/>
              </a:spcBef>
              <a:spcAft>
                <a:spcPts val="0"/>
              </a:spcAft>
              <a:buSzPts val="2844"/>
              <a:buNone/>
              <a:defRPr sz="2844"/>
            </a:lvl2pPr>
            <a:lvl3pPr lvl="2" algn="ctr">
              <a:lnSpc>
                <a:spcPct val="90000"/>
              </a:lnSpc>
              <a:spcBef>
                <a:spcPts val="711"/>
              </a:spcBef>
              <a:spcAft>
                <a:spcPts val="0"/>
              </a:spcAft>
              <a:buSzPts val="2560"/>
              <a:buNone/>
              <a:defRPr sz="2560"/>
            </a:lvl3pPr>
            <a:lvl4pPr lvl="3" algn="ctr">
              <a:lnSpc>
                <a:spcPct val="90000"/>
              </a:lnSpc>
              <a:spcBef>
                <a:spcPts val="711"/>
              </a:spcBef>
              <a:spcAft>
                <a:spcPts val="0"/>
              </a:spcAft>
              <a:buSzPts val="2276"/>
              <a:buNone/>
              <a:defRPr sz="2276"/>
            </a:lvl4pPr>
            <a:lvl5pPr lvl="4" algn="ctr">
              <a:lnSpc>
                <a:spcPct val="90000"/>
              </a:lnSpc>
              <a:spcBef>
                <a:spcPts val="711"/>
              </a:spcBef>
              <a:spcAft>
                <a:spcPts val="0"/>
              </a:spcAft>
              <a:buSzPts val="2276"/>
              <a:buNone/>
              <a:defRPr sz="2276"/>
            </a:lvl5pPr>
            <a:lvl6pPr lvl="5" algn="ctr">
              <a:lnSpc>
                <a:spcPct val="90000"/>
              </a:lnSpc>
              <a:spcBef>
                <a:spcPts val="711"/>
              </a:spcBef>
              <a:spcAft>
                <a:spcPts val="0"/>
              </a:spcAft>
              <a:buClr>
                <a:schemeClr val="dk1"/>
              </a:buClr>
              <a:buSzPts val="2276"/>
              <a:buNone/>
              <a:defRPr sz="2276"/>
            </a:lvl6pPr>
            <a:lvl7pPr lvl="6" algn="ctr">
              <a:lnSpc>
                <a:spcPct val="90000"/>
              </a:lnSpc>
              <a:spcBef>
                <a:spcPts val="711"/>
              </a:spcBef>
              <a:spcAft>
                <a:spcPts val="0"/>
              </a:spcAft>
              <a:buClr>
                <a:schemeClr val="dk1"/>
              </a:buClr>
              <a:buSzPts val="2276"/>
              <a:buNone/>
              <a:defRPr sz="2276"/>
            </a:lvl7pPr>
            <a:lvl8pPr lvl="7" algn="ctr">
              <a:lnSpc>
                <a:spcPct val="90000"/>
              </a:lnSpc>
              <a:spcBef>
                <a:spcPts val="711"/>
              </a:spcBef>
              <a:spcAft>
                <a:spcPts val="0"/>
              </a:spcAft>
              <a:buClr>
                <a:schemeClr val="dk1"/>
              </a:buClr>
              <a:buSzPts val="2276"/>
              <a:buNone/>
              <a:defRPr sz="2276"/>
            </a:lvl8pPr>
            <a:lvl9pPr lvl="8" algn="ctr">
              <a:lnSpc>
                <a:spcPct val="90000"/>
              </a:lnSpc>
              <a:spcBef>
                <a:spcPts val="711"/>
              </a:spcBef>
              <a:spcAft>
                <a:spcPts val="0"/>
              </a:spcAft>
              <a:buClr>
                <a:schemeClr val="dk1"/>
              </a:buClr>
              <a:buSzPts val="2276"/>
              <a:buNone/>
              <a:defRPr sz="2276"/>
            </a:lvl9pPr>
          </a:lstStyle>
          <a:p>
            <a:endParaRPr/>
          </a:p>
        </p:txBody>
      </p:sp>
      <p:sp>
        <p:nvSpPr>
          <p:cNvPr id="14" name="Google Shape;14;p71"/>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5" name="Google Shape;15;p71"/>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6" name="Google Shape;16;p71"/>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7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6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77"/>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22"/>
              </a:spcBef>
              <a:spcAft>
                <a:spcPts val="0"/>
              </a:spcAft>
              <a:buSzPts val="1800"/>
              <a:buChar char="▸"/>
              <a:defRPr/>
            </a:lvl1pPr>
            <a:lvl2pPr marL="914400" lvl="1" indent="-342900" algn="l">
              <a:lnSpc>
                <a:spcPct val="90000"/>
              </a:lnSpc>
              <a:spcBef>
                <a:spcPts val="711"/>
              </a:spcBef>
              <a:spcAft>
                <a:spcPts val="0"/>
              </a:spcAft>
              <a:buSzPts val="1800"/>
              <a:buChar char="▪"/>
              <a:defRPr/>
            </a:lvl2pPr>
            <a:lvl3pPr marL="1371600" lvl="2" indent="-342900" algn="l">
              <a:lnSpc>
                <a:spcPct val="90000"/>
              </a:lnSpc>
              <a:spcBef>
                <a:spcPts val="711"/>
              </a:spcBef>
              <a:spcAft>
                <a:spcPts val="0"/>
              </a:spcAft>
              <a:buSzPts val="1800"/>
              <a:buChar char="•"/>
              <a:defRPr/>
            </a:lvl3pPr>
            <a:lvl4pPr marL="1828800" lvl="3" indent="-342900" algn="l">
              <a:lnSpc>
                <a:spcPct val="90000"/>
              </a:lnSpc>
              <a:spcBef>
                <a:spcPts val="711"/>
              </a:spcBef>
              <a:spcAft>
                <a:spcPts val="0"/>
              </a:spcAft>
              <a:buSzPts val="1800"/>
              <a:buChar char="•"/>
              <a:defRPr/>
            </a:lvl4pPr>
            <a:lvl5pPr marL="2286000" lvl="4" indent="-342900" algn="l">
              <a:lnSpc>
                <a:spcPct val="90000"/>
              </a:lnSpc>
              <a:spcBef>
                <a:spcPts val="711"/>
              </a:spcBef>
              <a:spcAft>
                <a:spcPts val="0"/>
              </a:spcAft>
              <a:buSzPts val="1800"/>
              <a:buChar char="•"/>
              <a:defRPr/>
            </a:lvl5pPr>
            <a:lvl6pPr marL="2743200" lvl="5" indent="-342900" algn="l">
              <a:lnSpc>
                <a:spcPct val="90000"/>
              </a:lnSpc>
              <a:spcBef>
                <a:spcPts val="711"/>
              </a:spcBef>
              <a:spcAft>
                <a:spcPts val="0"/>
              </a:spcAft>
              <a:buClr>
                <a:schemeClr val="dk1"/>
              </a:buClr>
              <a:buSzPts val="1800"/>
              <a:buChar char="•"/>
              <a:defRPr/>
            </a:lvl6pPr>
            <a:lvl7pPr marL="3200400" lvl="6" indent="-342900" algn="l">
              <a:lnSpc>
                <a:spcPct val="90000"/>
              </a:lnSpc>
              <a:spcBef>
                <a:spcPts val="711"/>
              </a:spcBef>
              <a:spcAft>
                <a:spcPts val="0"/>
              </a:spcAft>
              <a:buClr>
                <a:schemeClr val="dk1"/>
              </a:buClr>
              <a:buSzPts val="1800"/>
              <a:buChar char="•"/>
              <a:defRPr/>
            </a:lvl7pPr>
            <a:lvl8pPr marL="3657600" lvl="7" indent="-342900" algn="l">
              <a:lnSpc>
                <a:spcPct val="90000"/>
              </a:lnSpc>
              <a:spcBef>
                <a:spcPts val="711"/>
              </a:spcBef>
              <a:spcAft>
                <a:spcPts val="0"/>
              </a:spcAft>
              <a:buClr>
                <a:schemeClr val="dk1"/>
              </a:buClr>
              <a:buSzPts val="1800"/>
              <a:buChar char="•"/>
              <a:defRPr/>
            </a:lvl8pPr>
            <a:lvl9pPr marL="4114800" lvl="8" indent="-342900" algn="l">
              <a:lnSpc>
                <a:spcPct val="90000"/>
              </a:lnSpc>
              <a:spcBef>
                <a:spcPts val="711"/>
              </a:spcBef>
              <a:spcAft>
                <a:spcPts val="0"/>
              </a:spcAft>
              <a:buClr>
                <a:schemeClr val="dk1"/>
              </a:buClr>
              <a:buSzPts val="1800"/>
              <a:buChar char="•"/>
              <a:defRPr/>
            </a:lvl9pPr>
          </a:lstStyle>
          <a:p>
            <a:endParaRPr/>
          </a:p>
        </p:txBody>
      </p:sp>
      <p:sp>
        <p:nvSpPr>
          <p:cNvPr id="20" name="Google Shape;20;p77"/>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21" name="Google Shape;21;p77"/>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22" name="Google Shape;22;p77"/>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3"/>
        <p:cNvGrpSpPr/>
        <p:nvPr/>
      </p:nvGrpSpPr>
      <p:grpSpPr>
        <a:xfrm>
          <a:off x="0" y="0"/>
          <a:ext cx="0" cy="0"/>
          <a:chOff x="0" y="0"/>
          <a:chExt cx="0" cy="0"/>
        </a:xfrm>
      </p:grpSpPr>
      <p:sp>
        <p:nvSpPr>
          <p:cNvPr id="24" name="Google Shape;24;p78"/>
          <p:cNvSpPr txBox="1">
            <a:spLocks noGrp="1"/>
          </p:cNvSpPr>
          <p:nvPr>
            <p:ph type="body" idx="1"/>
          </p:nvPr>
        </p:nvSpPr>
        <p:spPr>
          <a:xfrm>
            <a:off x="0" y="0"/>
            <a:ext cx="13004800" cy="9753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22"/>
              </a:spcBef>
              <a:spcAft>
                <a:spcPts val="0"/>
              </a:spcAft>
              <a:buSzPts val="1800"/>
              <a:buChar char="▸"/>
              <a:defRPr/>
            </a:lvl1pPr>
            <a:lvl2pPr marL="914400" lvl="1" indent="-342900" algn="l">
              <a:lnSpc>
                <a:spcPct val="90000"/>
              </a:lnSpc>
              <a:spcBef>
                <a:spcPts val="711"/>
              </a:spcBef>
              <a:spcAft>
                <a:spcPts val="0"/>
              </a:spcAft>
              <a:buSzPts val="1800"/>
              <a:buChar char="▪"/>
              <a:defRPr/>
            </a:lvl2pPr>
            <a:lvl3pPr marL="1371600" lvl="2" indent="-342900" algn="l">
              <a:lnSpc>
                <a:spcPct val="90000"/>
              </a:lnSpc>
              <a:spcBef>
                <a:spcPts val="711"/>
              </a:spcBef>
              <a:spcAft>
                <a:spcPts val="0"/>
              </a:spcAft>
              <a:buSzPts val="1800"/>
              <a:buChar char="•"/>
              <a:defRPr/>
            </a:lvl3pPr>
            <a:lvl4pPr marL="1828800" lvl="3" indent="-342900" algn="l">
              <a:lnSpc>
                <a:spcPct val="90000"/>
              </a:lnSpc>
              <a:spcBef>
                <a:spcPts val="711"/>
              </a:spcBef>
              <a:spcAft>
                <a:spcPts val="0"/>
              </a:spcAft>
              <a:buSzPts val="1800"/>
              <a:buChar char="•"/>
              <a:defRPr/>
            </a:lvl4pPr>
            <a:lvl5pPr marL="2286000" lvl="4" indent="-342900" algn="l">
              <a:lnSpc>
                <a:spcPct val="90000"/>
              </a:lnSpc>
              <a:spcBef>
                <a:spcPts val="711"/>
              </a:spcBef>
              <a:spcAft>
                <a:spcPts val="0"/>
              </a:spcAft>
              <a:buSzPts val="1800"/>
              <a:buChar char="•"/>
              <a:defRPr/>
            </a:lvl5pPr>
            <a:lvl6pPr marL="2743200" lvl="5" indent="-342900" algn="l">
              <a:lnSpc>
                <a:spcPct val="90000"/>
              </a:lnSpc>
              <a:spcBef>
                <a:spcPts val="711"/>
              </a:spcBef>
              <a:spcAft>
                <a:spcPts val="0"/>
              </a:spcAft>
              <a:buClr>
                <a:schemeClr val="dk1"/>
              </a:buClr>
              <a:buSzPts val="1800"/>
              <a:buChar char="•"/>
              <a:defRPr/>
            </a:lvl6pPr>
            <a:lvl7pPr marL="3200400" lvl="6" indent="-342900" algn="l">
              <a:lnSpc>
                <a:spcPct val="90000"/>
              </a:lnSpc>
              <a:spcBef>
                <a:spcPts val="711"/>
              </a:spcBef>
              <a:spcAft>
                <a:spcPts val="0"/>
              </a:spcAft>
              <a:buClr>
                <a:schemeClr val="dk1"/>
              </a:buClr>
              <a:buSzPts val="1800"/>
              <a:buChar char="•"/>
              <a:defRPr/>
            </a:lvl7pPr>
            <a:lvl8pPr marL="3657600" lvl="7" indent="-342900" algn="l">
              <a:lnSpc>
                <a:spcPct val="90000"/>
              </a:lnSpc>
              <a:spcBef>
                <a:spcPts val="711"/>
              </a:spcBef>
              <a:spcAft>
                <a:spcPts val="0"/>
              </a:spcAft>
              <a:buClr>
                <a:schemeClr val="dk1"/>
              </a:buClr>
              <a:buSzPts val="1800"/>
              <a:buChar char="•"/>
              <a:defRPr/>
            </a:lvl8pPr>
            <a:lvl9pPr marL="4114800" lvl="8" indent="-342900" algn="l">
              <a:lnSpc>
                <a:spcPct val="90000"/>
              </a:lnSpc>
              <a:spcBef>
                <a:spcPts val="711"/>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79"/>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6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79"/>
          <p:cNvSpPr txBox="1">
            <a:spLocks noGrp="1"/>
          </p:cNvSpPr>
          <p:nvPr>
            <p:ph type="body" idx="1"/>
          </p:nvPr>
        </p:nvSpPr>
        <p:spPr>
          <a:xfrm>
            <a:off x="894080" y="1785106"/>
            <a:ext cx="5527040" cy="69999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22"/>
              </a:spcBef>
              <a:spcAft>
                <a:spcPts val="0"/>
              </a:spcAft>
              <a:buSzPts val="1800"/>
              <a:buChar char="▸"/>
              <a:defRPr/>
            </a:lvl1pPr>
            <a:lvl2pPr marL="914400" lvl="1" indent="-342900" algn="l">
              <a:lnSpc>
                <a:spcPct val="90000"/>
              </a:lnSpc>
              <a:spcBef>
                <a:spcPts val="711"/>
              </a:spcBef>
              <a:spcAft>
                <a:spcPts val="0"/>
              </a:spcAft>
              <a:buSzPts val="1800"/>
              <a:buChar char="▪"/>
              <a:defRPr/>
            </a:lvl2pPr>
            <a:lvl3pPr marL="1371600" lvl="2" indent="-342900" algn="l">
              <a:lnSpc>
                <a:spcPct val="90000"/>
              </a:lnSpc>
              <a:spcBef>
                <a:spcPts val="711"/>
              </a:spcBef>
              <a:spcAft>
                <a:spcPts val="0"/>
              </a:spcAft>
              <a:buSzPts val="1800"/>
              <a:buChar char="•"/>
              <a:defRPr/>
            </a:lvl3pPr>
            <a:lvl4pPr marL="1828800" lvl="3" indent="-342900" algn="l">
              <a:lnSpc>
                <a:spcPct val="90000"/>
              </a:lnSpc>
              <a:spcBef>
                <a:spcPts val="711"/>
              </a:spcBef>
              <a:spcAft>
                <a:spcPts val="0"/>
              </a:spcAft>
              <a:buSzPts val="1800"/>
              <a:buChar char="•"/>
              <a:defRPr/>
            </a:lvl4pPr>
            <a:lvl5pPr marL="2286000" lvl="4" indent="-342900" algn="l">
              <a:lnSpc>
                <a:spcPct val="90000"/>
              </a:lnSpc>
              <a:spcBef>
                <a:spcPts val="711"/>
              </a:spcBef>
              <a:spcAft>
                <a:spcPts val="0"/>
              </a:spcAft>
              <a:buSzPts val="1800"/>
              <a:buChar char="•"/>
              <a:defRPr/>
            </a:lvl5pPr>
            <a:lvl6pPr marL="2743200" lvl="5" indent="-342900" algn="l">
              <a:lnSpc>
                <a:spcPct val="90000"/>
              </a:lnSpc>
              <a:spcBef>
                <a:spcPts val="711"/>
              </a:spcBef>
              <a:spcAft>
                <a:spcPts val="0"/>
              </a:spcAft>
              <a:buClr>
                <a:schemeClr val="dk1"/>
              </a:buClr>
              <a:buSzPts val="1800"/>
              <a:buChar char="•"/>
              <a:defRPr/>
            </a:lvl6pPr>
            <a:lvl7pPr marL="3200400" lvl="6" indent="-342900" algn="l">
              <a:lnSpc>
                <a:spcPct val="90000"/>
              </a:lnSpc>
              <a:spcBef>
                <a:spcPts val="711"/>
              </a:spcBef>
              <a:spcAft>
                <a:spcPts val="0"/>
              </a:spcAft>
              <a:buClr>
                <a:schemeClr val="dk1"/>
              </a:buClr>
              <a:buSzPts val="1800"/>
              <a:buChar char="•"/>
              <a:defRPr/>
            </a:lvl7pPr>
            <a:lvl8pPr marL="3657600" lvl="7" indent="-342900" algn="l">
              <a:lnSpc>
                <a:spcPct val="90000"/>
              </a:lnSpc>
              <a:spcBef>
                <a:spcPts val="711"/>
              </a:spcBef>
              <a:spcAft>
                <a:spcPts val="0"/>
              </a:spcAft>
              <a:buClr>
                <a:schemeClr val="dk1"/>
              </a:buClr>
              <a:buSzPts val="1800"/>
              <a:buChar char="•"/>
              <a:defRPr/>
            </a:lvl8pPr>
            <a:lvl9pPr marL="4114800" lvl="8" indent="-342900" algn="l">
              <a:lnSpc>
                <a:spcPct val="90000"/>
              </a:lnSpc>
              <a:spcBef>
                <a:spcPts val="711"/>
              </a:spcBef>
              <a:spcAft>
                <a:spcPts val="0"/>
              </a:spcAft>
              <a:buClr>
                <a:schemeClr val="dk1"/>
              </a:buClr>
              <a:buSzPts val="1800"/>
              <a:buChar char="•"/>
              <a:defRPr/>
            </a:lvl9pPr>
          </a:lstStyle>
          <a:p>
            <a:endParaRPr/>
          </a:p>
        </p:txBody>
      </p:sp>
      <p:sp>
        <p:nvSpPr>
          <p:cNvPr id="28" name="Google Shape;28;p79"/>
          <p:cNvSpPr txBox="1">
            <a:spLocks noGrp="1"/>
          </p:cNvSpPr>
          <p:nvPr>
            <p:ph type="body" idx="2"/>
          </p:nvPr>
        </p:nvSpPr>
        <p:spPr>
          <a:xfrm>
            <a:off x="6583680" y="1785106"/>
            <a:ext cx="5527040" cy="69999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22"/>
              </a:spcBef>
              <a:spcAft>
                <a:spcPts val="0"/>
              </a:spcAft>
              <a:buSzPts val="1800"/>
              <a:buChar char="▸"/>
              <a:defRPr/>
            </a:lvl1pPr>
            <a:lvl2pPr marL="914400" lvl="1" indent="-342900" algn="l">
              <a:lnSpc>
                <a:spcPct val="90000"/>
              </a:lnSpc>
              <a:spcBef>
                <a:spcPts val="711"/>
              </a:spcBef>
              <a:spcAft>
                <a:spcPts val="0"/>
              </a:spcAft>
              <a:buSzPts val="1800"/>
              <a:buChar char="▪"/>
              <a:defRPr/>
            </a:lvl2pPr>
            <a:lvl3pPr marL="1371600" lvl="2" indent="-342900" algn="l">
              <a:lnSpc>
                <a:spcPct val="90000"/>
              </a:lnSpc>
              <a:spcBef>
                <a:spcPts val="711"/>
              </a:spcBef>
              <a:spcAft>
                <a:spcPts val="0"/>
              </a:spcAft>
              <a:buSzPts val="1800"/>
              <a:buChar char="•"/>
              <a:defRPr/>
            </a:lvl3pPr>
            <a:lvl4pPr marL="1828800" lvl="3" indent="-342900" algn="l">
              <a:lnSpc>
                <a:spcPct val="90000"/>
              </a:lnSpc>
              <a:spcBef>
                <a:spcPts val="711"/>
              </a:spcBef>
              <a:spcAft>
                <a:spcPts val="0"/>
              </a:spcAft>
              <a:buSzPts val="1800"/>
              <a:buChar char="•"/>
              <a:defRPr/>
            </a:lvl4pPr>
            <a:lvl5pPr marL="2286000" lvl="4" indent="-342900" algn="l">
              <a:lnSpc>
                <a:spcPct val="90000"/>
              </a:lnSpc>
              <a:spcBef>
                <a:spcPts val="711"/>
              </a:spcBef>
              <a:spcAft>
                <a:spcPts val="0"/>
              </a:spcAft>
              <a:buSzPts val="1800"/>
              <a:buChar char="•"/>
              <a:defRPr/>
            </a:lvl5pPr>
            <a:lvl6pPr marL="2743200" lvl="5" indent="-342900" algn="l">
              <a:lnSpc>
                <a:spcPct val="90000"/>
              </a:lnSpc>
              <a:spcBef>
                <a:spcPts val="711"/>
              </a:spcBef>
              <a:spcAft>
                <a:spcPts val="0"/>
              </a:spcAft>
              <a:buClr>
                <a:schemeClr val="dk1"/>
              </a:buClr>
              <a:buSzPts val="1800"/>
              <a:buChar char="•"/>
              <a:defRPr/>
            </a:lvl6pPr>
            <a:lvl7pPr marL="3200400" lvl="6" indent="-342900" algn="l">
              <a:lnSpc>
                <a:spcPct val="90000"/>
              </a:lnSpc>
              <a:spcBef>
                <a:spcPts val="711"/>
              </a:spcBef>
              <a:spcAft>
                <a:spcPts val="0"/>
              </a:spcAft>
              <a:buClr>
                <a:schemeClr val="dk1"/>
              </a:buClr>
              <a:buSzPts val="1800"/>
              <a:buChar char="•"/>
              <a:defRPr/>
            </a:lvl7pPr>
            <a:lvl8pPr marL="3657600" lvl="7" indent="-342900" algn="l">
              <a:lnSpc>
                <a:spcPct val="90000"/>
              </a:lnSpc>
              <a:spcBef>
                <a:spcPts val="711"/>
              </a:spcBef>
              <a:spcAft>
                <a:spcPts val="0"/>
              </a:spcAft>
              <a:buClr>
                <a:schemeClr val="dk1"/>
              </a:buClr>
              <a:buSzPts val="1800"/>
              <a:buChar char="•"/>
              <a:defRPr/>
            </a:lvl8pPr>
            <a:lvl9pPr marL="4114800" lvl="8" indent="-342900" algn="l">
              <a:lnSpc>
                <a:spcPct val="90000"/>
              </a:lnSpc>
              <a:spcBef>
                <a:spcPts val="711"/>
              </a:spcBef>
              <a:spcAft>
                <a:spcPts val="0"/>
              </a:spcAft>
              <a:buClr>
                <a:schemeClr val="dk1"/>
              </a:buClr>
              <a:buSzPts val="1800"/>
              <a:buChar char="•"/>
              <a:defRPr/>
            </a:lvl9pPr>
          </a:lstStyle>
          <a:p>
            <a:endParaRPr/>
          </a:p>
        </p:txBody>
      </p:sp>
      <p:sp>
        <p:nvSpPr>
          <p:cNvPr id="29" name="Google Shape;29;p79"/>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30" name="Google Shape;30;p79"/>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31" name="Google Shape;31;p79"/>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80"/>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6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80"/>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35" name="Google Shape;35;p80"/>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36" name="Google Shape;36;p80"/>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7"/>
        <p:cNvGrpSpPr/>
        <p:nvPr/>
      </p:nvGrpSpPr>
      <p:grpSpPr>
        <a:xfrm>
          <a:off x="0" y="0"/>
          <a:ext cx="0" cy="0"/>
          <a:chOff x="0" y="0"/>
          <a:chExt cx="0" cy="0"/>
        </a:xfrm>
      </p:grpSpPr>
      <p:sp>
        <p:nvSpPr>
          <p:cNvPr id="38" name="Google Shape;38;p81"/>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39" name="Google Shape;39;p81"/>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40" name="Google Shape;40;p81"/>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41"/>
        <p:cNvGrpSpPr/>
        <p:nvPr/>
      </p:nvGrpSpPr>
      <p:grpSpPr>
        <a:xfrm>
          <a:off x="0" y="0"/>
          <a:ext cx="0" cy="0"/>
          <a:chOff x="0" y="0"/>
          <a:chExt cx="0" cy="0"/>
        </a:xfrm>
      </p:grpSpPr>
      <p:sp>
        <p:nvSpPr>
          <p:cNvPr id="42" name="Google Shape;42;p82"/>
          <p:cNvSpPr txBox="1">
            <a:spLocks noGrp="1"/>
          </p:cNvSpPr>
          <p:nvPr>
            <p:ph type="ctrTitle"/>
          </p:nvPr>
        </p:nvSpPr>
        <p:spPr>
          <a:xfrm>
            <a:off x="975360" y="975365"/>
            <a:ext cx="11054080" cy="2142366"/>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660000"/>
              </a:buClr>
              <a:buSzPts val="6258"/>
              <a:buFont typeface="Century Gothic"/>
              <a:buNone/>
              <a:defRPr sz="625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82"/>
          <p:cNvSpPr txBox="1">
            <a:spLocks noGrp="1"/>
          </p:cNvSpPr>
          <p:nvPr>
            <p:ph type="subTitle" idx="1"/>
          </p:nvPr>
        </p:nvSpPr>
        <p:spPr>
          <a:xfrm>
            <a:off x="975360" y="3248682"/>
            <a:ext cx="11054080" cy="23548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422"/>
              </a:spcBef>
              <a:spcAft>
                <a:spcPts val="0"/>
              </a:spcAft>
              <a:buSzPts val="3413"/>
              <a:buNone/>
              <a:defRPr sz="3413"/>
            </a:lvl1pPr>
            <a:lvl2pPr lvl="1" algn="ctr">
              <a:lnSpc>
                <a:spcPct val="90000"/>
              </a:lnSpc>
              <a:spcBef>
                <a:spcPts val="711"/>
              </a:spcBef>
              <a:spcAft>
                <a:spcPts val="0"/>
              </a:spcAft>
              <a:buSzPts val="2844"/>
              <a:buNone/>
              <a:defRPr sz="2844"/>
            </a:lvl2pPr>
            <a:lvl3pPr lvl="2" algn="ctr">
              <a:lnSpc>
                <a:spcPct val="90000"/>
              </a:lnSpc>
              <a:spcBef>
                <a:spcPts val="711"/>
              </a:spcBef>
              <a:spcAft>
                <a:spcPts val="0"/>
              </a:spcAft>
              <a:buSzPts val="2560"/>
              <a:buNone/>
              <a:defRPr sz="2560"/>
            </a:lvl3pPr>
            <a:lvl4pPr lvl="3" algn="ctr">
              <a:lnSpc>
                <a:spcPct val="90000"/>
              </a:lnSpc>
              <a:spcBef>
                <a:spcPts val="711"/>
              </a:spcBef>
              <a:spcAft>
                <a:spcPts val="0"/>
              </a:spcAft>
              <a:buSzPts val="2276"/>
              <a:buNone/>
              <a:defRPr sz="2276"/>
            </a:lvl4pPr>
            <a:lvl5pPr lvl="4" algn="ctr">
              <a:lnSpc>
                <a:spcPct val="90000"/>
              </a:lnSpc>
              <a:spcBef>
                <a:spcPts val="711"/>
              </a:spcBef>
              <a:spcAft>
                <a:spcPts val="0"/>
              </a:spcAft>
              <a:buSzPts val="2276"/>
              <a:buNone/>
              <a:defRPr sz="2276"/>
            </a:lvl5pPr>
            <a:lvl6pPr lvl="5" algn="ctr">
              <a:lnSpc>
                <a:spcPct val="90000"/>
              </a:lnSpc>
              <a:spcBef>
                <a:spcPts val="711"/>
              </a:spcBef>
              <a:spcAft>
                <a:spcPts val="0"/>
              </a:spcAft>
              <a:buClr>
                <a:schemeClr val="dk1"/>
              </a:buClr>
              <a:buSzPts val="2276"/>
              <a:buNone/>
              <a:defRPr sz="2276"/>
            </a:lvl6pPr>
            <a:lvl7pPr lvl="6" algn="ctr">
              <a:lnSpc>
                <a:spcPct val="90000"/>
              </a:lnSpc>
              <a:spcBef>
                <a:spcPts val="711"/>
              </a:spcBef>
              <a:spcAft>
                <a:spcPts val="0"/>
              </a:spcAft>
              <a:buClr>
                <a:schemeClr val="dk1"/>
              </a:buClr>
              <a:buSzPts val="2276"/>
              <a:buNone/>
              <a:defRPr sz="2276"/>
            </a:lvl7pPr>
            <a:lvl8pPr lvl="7" algn="ctr">
              <a:lnSpc>
                <a:spcPct val="90000"/>
              </a:lnSpc>
              <a:spcBef>
                <a:spcPts val="711"/>
              </a:spcBef>
              <a:spcAft>
                <a:spcPts val="0"/>
              </a:spcAft>
              <a:buClr>
                <a:schemeClr val="dk1"/>
              </a:buClr>
              <a:buSzPts val="2276"/>
              <a:buNone/>
              <a:defRPr sz="2276"/>
            </a:lvl8pPr>
            <a:lvl9pPr lvl="8" algn="ctr">
              <a:lnSpc>
                <a:spcPct val="90000"/>
              </a:lnSpc>
              <a:spcBef>
                <a:spcPts val="711"/>
              </a:spcBef>
              <a:spcAft>
                <a:spcPts val="0"/>
              </a:spcAft>
              <a:buClr>
                <a:schemeClr val="dk1"/>
              </a:buClr>
              <a:buSzPts val="2276"/>
              <a:buNone/>
              <a:defRPr sz="2276"/>
            </a:lvl9pPr>
          </a:lstStyle>
          <a:p>
            <a:endParaRPr/>
          </a:p>
        </p:txBody>
      </p:sp>
      <p:sp>
        <p:nvSpPr>
          <p:cNvPr id="44" name="Google Shape;44;p82"/>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45" name="Google Shape;45;p82"/>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46" name="Google Shape;46;p82"/>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3"/>
        <p:cNvGrpSpPr/>
        <p:nvPr/>
      </p:nvGrpSpPr>
      <p:grpSpPr>
        <a:xfrm>
          <a:off x="0" y="0"/>
          <a:ext cx="0" cy="0"/>
          <a:chOff x="0" y="0"/>
          <a:chExt cx="0" cy="0"/>
        </a:xfrm>
      </p:grpSpPr>
      <p:sp>
        <p:nvSpPr>
          <p:cNvPr id="54" name="Google Shape;54;p73"/>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6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73"/>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lvl1pPr marL="457200" lvl="0" indent="-481457" algn="l">
              <a:lnSpc>
                <a:spcPct val="100000"/>
              </a:lnSpc>
              <a:spcBef>
                <a:spcPts val="2022"/>
              </a:spcBef>
              <a:spcAft>
                <a:spcPts val="0"/>
              </a:spcAft>
              <a:buSzPts val="3982"/>
              <a:buChar char="▸"/>
              <a:defRPr/>
            </a:lvl1pPr>
            <a:lvl2pPr marL="914400" lvl="1" indent="-445326" algn="l">
              <a:lnSpc>
                <a:spcPct val="100000"/>
              </a:lnSpc>
              <a:spcBef>
                <a:spcPts val="711"/>
              </a:spcBef>
              <a:spcAft>
                <a:spcPts val="0"/>
              </a:spcAft>
              <a:buSzPts val="3413"/>
              <a:buChar char="▪"/>
              <a:defRPr/>
            </a:lvl2pPr>
            <a:lvl3pPr marL="1371600" lvl="2" indent="-409194" algn="l">
              <a:lnSpc>
                <a:spcPct val="100000"/>
              </a:lnSpc>
              <a:spcBef>
                <a:spcPts val="711"/>
              </a:spcBef>
              <a:spcAft>
                <a:spcPts val="0"/>
              </a:spcAft>
              <a:buSzPts val="2844"/>
              <a:buChar char="•"/>
              <a:defRPr/>
            </a:lvl3pPr>
            <a:lvl4pPr marL="1828800" lvl="3" indent="-391160" algn="l">
              <a:lnSpc>
                <a:spcPct val="100000"/>
              </a:lnSpc>
              <a:spcBef>
                <a:spcPts val="711"/>
              </a:spcBef>
              <a:spcAft>
                <a:spcPts val="0"/>
              </a:spcAft>
              <a:buSzPts val="2560"/>
              <a:buChar char="•"/>
              <a:defRPr/>
            </a:lvl4pPr>
            <a:lvl5pPr marL="2286000" lvl="4" indent="-391160" algn="l">
              <a:lnSpc>
                <a:spcPct val="100000"/>
              </a:lnSpc>
              <a:spcBef>
                <a:spcPts val="711"/>
              </a:spcBef>
              <a:spcAft>
                <a:spcPts val="0"/>
              </a:spcAft>
              <a:buSzPts val="2560"/>
              <a:buChar char="•"/>
              <a:defRPr/>
            </a:lvl5pPr>
            <a:lvl6pPr marL="2743200" lvl="5" indent="-342900" algn="l">
              <a:lnSpc>
                <a:spcPct val="90000"/>
              </a:lnSpc>
              <a:spcBef>
                <a:spcPts val="711"/>
              </a:spcBef>
              <a:spcAft>
                <a:spcPts val="0"/>
              </a:spcAft>
              <a:buClr>
                <a:schemeClr val="dk1"/>
              </a:buClr>
              <a:buSzPts val="1800"/>
              <a:buChar char="•"/>
              <a:defRPr/>
            </a:lvl6pPr>
            <a:lvl7pPr marL="3200400" lvl="6" indent="-342900" algn="l">
              <a:lnSpc>
                <a:spcPct val="90000"/>
              </a:lnSpc>
              <a:spcBef>
                <a:spcPts val="711"/>
              </a:spcBef>
              <a:spcAft>
                <a:spcPts val="0"/>
              </a:spcAft>
              <a:buClr>
                <a:schemeClr val="dk1"/>
              </a:buClr>
              <a:buSzPts val="1800"/>
              <a:buChar char="•"/>
              <a:defRPr/>
            </a:lvl7pPr>
            <a:lvl8pPr marL="3657600" lvl="7" indent="-342900" algn="l">
              <a:lnSpc>
                <a:spcPct val="90000"/>
              </a:lnSpc>
              <a:spcBef>
                <a:spcPts val="711"/>
              </a:spcBef>
              <a:spcAft>
                <a:spcPts val="0"/>
              </a:spcAft>
              <a:buClr>
                <a:schemeClr val="dk1"/>
              </a:buClr>
              <a:buSzPts val="1800"/>
              <a:buChar char="•"/>
              <a:defRPr/>
            </a:lvl8pPr>
            <a:lvl9pPr marL="4114800" lvl="8" indent="-342900" algn="l">
              <a:lnSpc>
                <a:spcPct val="90000"/>
              </a:lnSpc>
              <a:spcBef>
                <a:spcPts val="711"/>
              </a:spcBef>
              <a:spcAft>
                <a:spcPts val="0"/>
              </a:spcAft>
              <a:buClr>
                <a:schemeClr val="dk1"/>
              </a:buClr>
              <a:buSzPts val="1800"/>
              <a:buChar char="•"/>
              <a:defRPr/>
            </a:lvl9pPr>
          </a:lstStyle>
          <a:p>
            <a:endParaRPr/>
          </a:p>
        </p:txBody>
      </p:sp>
      <p:sp>
        <p:nvSpPr>
          <p:cNvPr id="56" name="Google Shape;56;p73"/>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57" name="Google Shape;57;p73"/>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58" name="Google Shape;58;p73"/>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9"/>
        <p:cNvGrpSpPr/>
        <p:nvPr/>
      </p:nvGrpSpPr>
      <p:grpSpPr>
        <a:xfrm>
          <a:off x="0" y="0"/>
          <a:ext cx="0" cy="0"/>
          <a:chOff x="0" y="0"/>
          <a:chExt cx="0" cy="0"/>
        </a:xfrm>
      </p:grpSpPr>
      <p:sp>
        <p:nvSpPr>
          <p:cNvPr id="60" name="Google Shape;60;p74"/>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6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74"/>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62" name="Google Shape;62;p74"/>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63" name="Google Shape;63;p74"/>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4"/>
        <p:cNvGrpSpPr/>
        <p:nvPr/>
      </p:nvGrpSpPr>
      <p:grpSpPr>
        <a:xfrm>
          <a:off x="0" y="0"/>
          <a:ext cx="0" cy="0"/>
          <a:chOff x="0" y="0"/>
          <a:chExt cx="0" cy="0"/>
        </a:xfrm>
      </p:grpSpPr>
      <p:sp>
        <p:nvSpPr>
          <p:cNvPr id="65" name="Google Shape;65;p83"/>
          <p:cNvSpPr txBox="1">
            <a:spLocks noGrp="1"/>
          </p:cNvSpPr>
          <p:nvPr>
            <p:ph type="ctrTitle"/>
          </p:nvPr>
        </p:nvSpPr>
        <p:spPr>
          <a:xfrm>
            <a:off x="975360" y="1596249"/>
            <a:ext cx="11054080" cy="339569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660000"/>
              </a:buClr>
              <a:buSzPts val="6258"/>
              <a:buFont typeface="Century Gothic"/>
              <a:buNone/>
              <a:defRPr sz="625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83"/>
          <p:cNvSpPr txBox="1">
            <a:spLocks noGrp="1"/>
          </p:cNvSpPr>
          <p:nvPr>
            <p:ph type="subTitle" idx="1"/>
          </p:nvPr>
        </p:nvSpPr>
        <p:spPr>
          <a:xfrm>
            <a:off x="975360" y="5122898"/>
            <a:ext cx="11054080" cy="23548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422"/>
              </a:spcBef>
              <a:spcAft>
                <a:spcPts val="0"/>
              </a:spcAft>
              <a:buSzPts val="3413"/>
              <a:buNone/>
              <a:defRPr sz="3413"/>
            </a:lvl1pPr>
            <a:lvl2pPr lvl="1" algn="ctr">
              <a:lnSpc>
                <a:spcPct val="90000"/>
              </a:lnSpc>
              <a:spcBef>
                <a:spcPts val="711"/>
              </a:spcBef>
              <a:spcAft>
                <a:spcPts val="0"/>
              </a:spcAft>
              <a:buSzPts val="2844"/>
              <a:buNone/>
              <a:defRPr sz="2844"/>
            </a:lvl2pPr>
            <a:lvl3pPr lvl="2" algn="ctr">
              <a:lnSpc>
                <a:spcPct val="90000"/>
              </a:lnSpc>
              <a:spcBef>
                <a:spcPts val="711"/>
              </a:spcBef>
              <a:spcAft>
                <a:spcPts val="0"/>
              </a:spcAft>
              <a:buSzPts val="2560"/>
              <a:buNone/>
              <a:defRPr sz="2560"/>
            </a:lvl3pPr>
            <a:lvl4pPr lvl="3" algn="ctr">
              <a:lnSpc>
                <a:spcPct val="90000"/>
              </a:lnSpc>
              <a:spcBef>
                <a:spcPts val="711"/>
              </a:spcBef>
              <a:spcAft>
                <a:spcPts val="0"/>
              </a:spcAft>
              <a:buSzPts val="2276"/>
              <a:buNone/>
              <a:defRPr sz="2276"/>
            </a:lvl4pPr>
            <a:lvl5pPr lvl="4" algn="ctr">
              <a:lnSpc>
                <a:spcPct val="90000"/>
              </a:lnSpc>
              <a:spcBef>
                <a:spcPts val="711"/>
              </a:spcBef>
              <a:spcAft>
                <a:spcPts val="0"/>
              </a:spcAft>
              <a:buSzPts val="2276"/>
              <a:buNone/>
              <a:defRPr sz="2276"/>
            </a:lvl5pPr>
            <a:lvl6pPr lvl="5" algn="ctr">
              <a:lnSpc>
                <a:spcPct val="90000"/>
              </a:lnSpc>
              <a:spcBef>
                <a:spcPts val="711"/>
              </a:spcBef>
              <a:spcAft>
                <a:spcPts val="0"/>
              </a:spcAft>
              <a:buClr>
                <a:schemeClr val="dk1"/>
              </a:buClr>
              <a:buSzPts val="2276"/>
              <a:buNone/>
              <a:defRPr sz="2276"/>
            </a:lvl6pPr>
            <a:lvl7pPr lvl="6" algn="ctr">
              <a:lnSpc>
                <a:spcPct val="90000"/>
              </a:lnSpc>
              <a:spcBef>
                <a:spcPts val="711"/>
              </a:spcBef>
              <a:spcAft>
                <a:spcPts val="0"/>
              </a:spcAft>
              <a:buClr>
                <a:schemeClr val="dk1"/>
              </a:buClr>
              <a:buSzPts val="2276"/>
              <a:buNone/>
              <a:defRPr sz="2276"/>
            </a:lvl7pPr>
            <a:lvl8pPr lvl="7" algn="ctr">
              <a:lnSpc>
                <a:spcPct val="90000"/>
              </a:lnSpc>
              <a:spcBef>
                <a:spcPts val="711"/>
              </a:spcBef>
              <a:spcAft>
                <a:spcPts val="0"/>
              </a:spcAft>
              <a:buClr>
                <a:schemeClr val="dk1"/>
              </a:buClr>
              <a:buSzPts val="2276"/>
              <a:buNone/>
              <a:defRPr sz="2276"/>
            </a:lvl8pPr>
            <a:lvl9pPr lvl="8" algn="ctr">
              <a:lnSpc>
                <a:spcPct val="90000"/>
              </a:lnSpc>
              <a:spcBef>
                <a:spcPts val="711"/>
              </a:spcBef>
              <a:spcAft>
                <a:spcPts val="0"/>
              </a:spcAft>
              <a:buClr>
                <a:schemeClr val="dk1"/>
              </a:buClr>
              <a:buSzPts val="2276"/>
              <a:buNone/>
              <a:defRPr sz="2276"/>
            </a:lvl9pPr>
          </a:lstStyle>
          <a:p>
            <a:endParaRPr/>
          </a:p>
        </p:txBody>
      </p:sp>
      <p:sp>
        <p:nvSpPr>
          <p:cNvPr id="67" name="Google Shape;67;p83"/>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68" name="Google Shape;68;p83"/>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69" name="Google Shape;69;p83"/>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70"/>
        <p:cNvGrpSpPr/>
        <p:nvPr/>
      </p:nvGrpSpPr>
      <p:grpSpPr>
        <a:xfrm>
          <a:off x="0" y="0"/>
          <a:ext cx="0" cy="0"/>
          <a:chOff x="0" y="0"/>
          <a:chExt cx="0" cy="0"/>
        </a:xfrm>
      </p:grpSpPr>
      <p:sp>
        <p:nvSpPr>
          <p:cNvPr id="71" name="Google Shape;71;p84"/>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66000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84"/>
          <p:cNvSpPr txBox="1">
            <a:spLocks noGrp="1"/>
          </p:cNvSpPr>
          <p:nvPr>
            <p:ph type="body" idx="1"/>
          </p:nvPr>
        </p:nvSpPr>
        <p:spPr>
          <a:xfrm>
            <a:off x="894080" y="1785106"/>
            <a:ext cx="5527040" cy="69999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22"/>
              </a:spcBef>
              <a:spcAft>
                <a:spcPts val="0"/>
              </a:spcAft>
              <a:buSzPts val="1800"/>
              <a:buChar char="▸"/>
              <a:defRPr/>
            </a:lvl1pPr>
            <a:lvl2pPr marL="914400" lvl="1" indent="-342900" algn="l">
              <a:lnSpc>
                <a:spcPct val="90000"/>
              </a:lnSpc>
              <a:spcBef>
                <a:spcPts val="711"/>
              </a:spcBef>
              <a:spcAft>
                <a:spcPts val="0"/>
              </a:spcAft>
              <a:buSzPts val="1800"/>
              <a:buChar char="▪"/>
              <a:defRPr/>
            </a:lvl2pPr>
            <a:lvl3pPr marL="1371600" lvl="2" indent="-342900" algn="l">
              <a:lnSpc>
                <a:spcPct val="90000"/>
              </a:lnSpc>
              <a:spcBef>
                <a:spcPts val="711"/>
              </a:spcBef>
              <a:spcAft>
                <a:spcPts val="0"/>
              </a:spcAft>
              <a:buSzPts val="1800"/>
              <a:buChar char="•"/>
              <a:defRPr/>
            </a:lvl3pPr>
            <a:lvl4pPr marL="1828800" lvl="3" indent="-342900" algn="l">
              <a:lnSpc>
                <a:spcPct val="90000"/>
              </a:lnSpc>
              <a:spcBef>
                <a:spcPts val="711"/>
              </a:spcBef>
              <a:spcAft>
                <a:spcPts val="0"/>
              </a:spcAft>
              <a:buSzPts val="1800"/>
              <a:buChar char="•"/>
              <a:defRPr/>
            </a:lvl4pPr>
            <a:lvl5pPr marL="2286000" lvl="4" indent="-342900" algn="l">
              <a:lnSpc>
                <a:spcPct val="90000"/>
              </a:lnSpc>
              <a:spcBef>
                <a:spcPts val="711"/>
              </a:spcBef>
              <a:spcAft>
                <a:spcPts val="0"/>
              </a:spcAft>
              <a:buSzPts val="1800"/>
              <a:buChar char="•"/>
              <a:defRPr/>
            </a:lvl5pPr>
            <a:lvl6pPr marL="2743200" lvl="5" indent="-342900" algn="l">
              <a:lnSpc>
                <a:spcPct val="90000"/>
              </a:lnSpc>
              <a:spcBef>
                <a:spcPts val="711"/>
              </a:spcBef>
              <a:spcAft>
                <a:spcPts val="0"/>
              </a:spcAft>
              <a:buClr>
                <a:schemeClr val="dk1"/>
              </a:buClr>
              <a:buSzPts val="1800"/>
              <a:buChar char="•"/>
              <a:defRPr/>
            </a:lvl6pPr>
            <a:lvl7pPr marL="3200400" lvl="6" indent="-342900" algn="l">
              <a:lnSpc>
                <a:spcPct val="90000"/>
              </a:lnSpc>
              <a:spcBef>
                <a:spcPts val="711"/>
              </a:spcBef>
              <a:spcAft>
                <a:spcPts val="0"/>
              </a:spcAft>
              <a:buClr>
                <a:schemeClr val="dk1"/>
              </a:buClr>
              <a:buSzPts val="1800"/>
              <a:buChar char="•"/>
              <a:defRPr/>
            </a:lvl7pPr>
            <a:lvl8pPr marL="3657600" lvl="7" indent="-342900" algn="l">
              <a:lnSpc>
                <a:spcPct val="90000"/>
              </a:lnSpc>
              <a:spcBef>
                <a:spcPts val="711"/>
              </a:spcBef>
              <a:spcAft>
                <a:spcPts val="0"/>
              </a:spcAft>
              <a:buClr>
                <a:schemeClr val="dk1"/>
              </a:buClr>
              <a:buSzPts val="1800"/>
              <a:buChar char="•"/>
              <a:defRPr/>
            </a:lvl8pPr>
            <a:lvl9pPr marL="4114800" lvl="8" indent="-342900" algn="l">
              <a:lnSpc>
                <a:spcPct val="90000"/>
              </a:lnSpc>
              <a:spcBef>
                <a:spcPts val="711"/>
              </a:spcBef>
              <a:spcAft>
                <a:spcPts val="0"/>
              </a:spcAft>
              <a:buClr>
                <a:schemeClr val="dk1"/>
              </a:buClr>
              <a:buSzPts val="1800"/>
              <a:buChar char="•"/>
              <a:defRPr/>
            </a:lvl9pPr>
          </a:lstStyle>
          <a:p>
            <a:endParaRPr/>
          </a:p>
        </p:txBody>
      </p:sp>
      <p:sp>
        <p:nvSpPr>
          <p:cNvPr id="73" name="Google Shape;73;p84"/>
          <p:cNvSpPr txBox="1">
            <a:spLocks noGrp="1"/>
          </p:cNvSpPr>
          <p:nvPr>
            <p:ph type="body" idx="2"/>
          </p:nvPr>
        </p:nvSpPr>
        <p:spPr>
          <a:xfrm>
            <a:off x="6583680" y="1785106"/>
            <a:ext cx="5527040" cy="699990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422"/>
              </a:spcBef>
              <a:spcAft>
                <a:spcPts val="0"/>
              </a:spcAft>
              <a:buSzPts val="1800"/>
              <a:buChar char="▸"/>
              <a:defRPr/>
            </a:lvl1pPr>
            <a:lvl2pPr marL="914400" lvl="1" indent="-342900" algn="l">
              <a:lnSpc>
                <a:spcPct val="90000"/>
              </a:lnSpc>
              <a:spcBef>
                <a:spcPts val="711"/>
              </a:spcBef>
              <a:spcAft>
                <a:spcPts val="0"/>
              </a:spcAft>
              <a:buSzPts val="1800"/>
              <a:buChar char="▪"/>
              <a:defRPr/>
            </a:lvl2pPr>
            <a:lvl3pPr marL="1371600" lvl="2" indent="-342900" algn="l">
              <a:lnSpc>
                <a:spcPct val="90000"/>
              </a:lnSpc>
              <a:spcBef>
                <a:spcPts val="711"/>
              </a:spcBef>
              <a:spcAft>
                <a:spcPts val="0"/>
              </a:spcAft>
              <a:buSzPts val="1800"/>
              <a:buChar char="•"/>
              <a:defRPr/>
            </a:lvl3pPr>
            <a:lvl4pPr marL="1828800" lvl="3" indent="-342900" algn="l">
              <a:lnSpc>
                <a:spcPct val="90000"/>
              </a:lnSpc>
              <a:spcBef>
                <a:spcPts val="711"/>
              </a:spcBef>
              <a:spcAft>
                <a:spcPts val="0"/>
              </a:spcAft>
              <a:buSzPts val="1800"/>
              <a:buChar char="•"/>
              <a:defRPr/>
            </a:lvl4pPr>
            <a:lvl5pPr marL="2286000" lvl="4" indent="-342900" algn="l">
              <a:lnSpc>
                <a:spcPct val="90000"/>
              </a:lnSpc>
              <a:spcBef>
                <a:spcPts val="711"/>
              </a:spcBef>
              <a:spcAft>
                <a:spcPts val="0"/>
              </a:spcAft>
              <a:buSzPts val="1800"/>
              <a:buChar char="•"/>
              <a:defRPr/>
            </a:lvl5pPr>
            <a:lvl6pPr marL="2743200" lvl="5" indent="-342900" algn="l">
              <a:lnSpc>
                <a:spcPct val="90000"/>
              </a:lnSpc>
              <a:spcBef>
                <a:spcPts val="711"/>
              </a:spcBef>
              <a:spcAft>
                <a:spcPts val="0"/>
              </a:spcAft>
              <a:buClr>
                <a:schemeClr val="dk1"/>
              </a:buClr>
              <a:buSzPts val="1800"/>
              <a:buChar char="•"/>
              <a:defRPr/>
            </a:lvl6pPr>
            <a:lvl7pPr marL="3200400" lvl="6" indent="-342900" algn="l">
              <a:lnSpc>
                <a:spcPct val="90000"/>
              </a:lnSpc>
              <a:spcBef>
                <a:spcPts val="711"/>
              </a:spcBef>
              <a:spcAft>
                <a:spcPts val="0"/>
              </a:spcAft>
              <a:buClr>
                <a:schemeClr val="dk1"/>
              </a:buClr>
              <a:buSzPts val="1800"/>
              <a:buChar char="•"/>
              <a:defRPr/>
            </a:lvl7pPr>
            <a:lvl8pPr marL="3657600" lvl="7" indent="-342900" algn="l">
              <a:lnSpc>
                <a:spcPct val="90000"/>
              </a:lnSpc>
              <a:spcBef>
                <a:spcPts val="711"/>
              </a:spcBef>
              <a:spcAft>
                <a:spcPts val="0"/>
              </a:spcAft>
              <a:buClr>
                <a:schemeClr val="dk1"/>
              </a:buClr>
              <a:buSzPts val="1800"/>
              <a:buChar char="•"/>
              <a:defRPr/>
            </a:lvl8pPr>
            <a:lvl9pPr marL="4114800" lvl="8" indent="-342900" algn="l">
              <a:lnSpc>
                <a:spcPct val="90000"/>
              </a:lnSpc>
              <a:spcBef>
                <a:spcPts val="711"/>
              </a:spcBef>
              <a:spcAft>
                <a:spcPts val="0"/>
              </a:spcAft>
              <a:buClr>
                <a:schemeClr val="dk1"/>
              </a:buClr>
              <a:buSzPts val="1800"/>
              <a:buChar char="•"/>
              <a:defRPr/>
            </a:lvl9pPr>
          </a:lstStyle>
          <a:p>
            <a:endParaRPr/>
          </a:p>
        </p:txBody>
      </p:sp>
      <p:sp>
        <p:nvSpPr>
          <p:cNvPr id="74" name="Google Shape;74;p84"/>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75" name="Google Shape;75;p84"/>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76" name="Google Shape;76;p84"/>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7"/>
        <p:cNvGrpSpPr/>
        <p:nvPr/>
      </p:nvGrpSpPr>
      <p:grpSpPr>
        <a:xfrm>
          <a:off x="0" y="0"/>
          <a:ext cx="0" cy="0"/>
          <a:chOff x="0" y="0"/>
          <a:chExt cx="0" cy="0"/>
        </a:xfrm>
      </p:grpSpPr>
      <p:sp>
        <p:nvSpPr>
          <p:cNvPr id="78" name="Google Shape;78;p85"/>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79" name="Google Shape;79;p85"/>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4200"/>
              </a:spcBef>
              <a:spcAft>
                <a:spcPts val="0"/>
              </a:spcAft>
              <a:buClr>
                <a:srgbClr val="888888"/>
              </a:buClr>
              <a:buSzPts val="1800"/>
              <a:buNone/>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80" name="Google Shape;80;p85"/>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Clr>
                <a:srgbClr val="888888"/>
              </a:buClr>
              <a:buSzPts val="1700"/>
              <a:buFont typeface="Palatino Linotype"/>
              <a:buNone/>
              <a:defRPr/>
            </a:lvl1pPr>
            <a:lvl2pPr marL="0" lvl="1" indent="0" algn="r">
              <a:lnSpc>
                <a:spcPct val="100000"/>
              </a:lnSpc>
              <a:spcBef>
                <a:spcPts val="0"/>
              </a:spcBef>
              <a:spcAft>
                <a:spcPts val="0"/>
              </a:spcAft>
              <a:buClr>
                <a:srgbClr val="888888"/>
              </a:buClr>
              <a:buSzPts val="1700"/>
              <a:buFont typeface="Palatino Linotype"/>
              <a:buNone/>
              <a:defRPr/>
            </a:lvl2pPr>
            <a:lvl3pPr marL="0" lvl="2" indent="0" algn="r">
              <a:lnSpc>
                <a:spcPct val="100000"/>
              </a:lnSpc>
              <a:spcBef>
                <a:spcPts val="0"/>
              </a:spcBef>
              <a:spcAft>
                <a:spcPts val="0"/>
              </a:spcAft>
              <a:buClr>
                <a:srgbClr val="888888"/>
              </a:buClr>
              <a:buSzPts val="1700"/>
              <a:buFont typeface="Palatino Linotype"/>
              <a:buNone/>
              <a:defRPr/>
            </a:lvl3pPr>
            <a:lvl4pPr marL="0" lvl="3" indent="0" algn="r">
              <a:lnSpc>
                <a:spcPct val="100000"/>
              </a:lnSpc>
              <a:spcBef>
                <a:spcPts val="0"/>
              </a:spcBef>
              <a:spcAft>
                <a:spcPts val="0"/>
              </a:spcAft>
              <a:buClr>
                <a:srgbClr val="888888"/>
              </a:buClr>
              <a:buSzPts val="1700"/>
              <a:buFont typeface="Palatino Linotype"/>
              <a:buNone/>
              <a:defRPr/>
            </a:lvl4pPr>
            <a:lvl5pPr marL="0" lvl="4" indent="0" algn="r">
              <a:lnSpc>
                <a:spcPct val="100000"/>
              </a:lnSpc>
              <a:spcBef>
                <a:spcPts val="0"/>
              </a:spcBef>
              <a:spcAft>
                <a:spcPts val="0"/>
              </a:spcAft>
              <a:buClr>
                <a:srgbClr val="888888"/>
              </a:buClr>
              <a:buSzPts val="1700"/>
              <a:buFont typeface="Palatino Linotype"/>
              <a:buNone/>
              <a:defRPr/>
            </a:lvl5pPr>
            <a:lvl6pPr marL="0" lvl="5" indent="0" algn="r">
              <a:lnSpc>
                <a:spcPct val="100000"/>
              </a:lnSpc>
              <a:spcBef>
                <a:spcPts val="0"/>
              </a:spcBef>
              <a:spcAft>
                <a:spcPts val="0"/>
              </a:spcAft>
              <a:buClr>
                <a:srgbClr val="888888"/>
              </a:buClr>
              <a:buSzPts val="1700"/>
              <a:buFont typeface="Palatino Linotype"/>
              <a:buNone/>
              <a:defRPr/>
            </a:lvl6pPr>
            <a:lvl7pPr marL="0" lvl="6" indent="0" algn="r">
              <a:lnSpc>
                <a:spcPct val="100000"/>
              </a:lnSpc>
              <a:spcBef>
                <a:spcPts val="0"/>
              </a:spcBef>
              <a:spcAft>
                <a:spcPts val="0"/>
              </a:spcAft>
              <a:buClr>
                <a:srgbClr val="888888"/>
              </a:buClr>
              <a:buSzPts val="1700"/>
              <a:buFont typeface="Palatino Linotype"/>
              <a:buNone/>
              <a:defRPr/>
            </a:lvl7pPr>
            <a:lvl8pPr marL="0" lvl="7" indent="0" algn="r">
              <a:lnSpc>
                <a:spcPct val="100000"/>
              </a:lnSpc>
              <a:spcBef>
                <a:spcPts val="0"/>
              </a:spcBef>
              <a:spcAft>
                <a:spcPts val="0"/>
              </a:spcAft>
              <a:buClr>
                <a:srgbClr val="888888"/>
              </a:buClr>
              <a:buSzPts val="1700"/>
              <a:buFont typeface="Palatino Linotype"/>
              <a:buNone/>
              <a:defRPr/>
            </a:lvl8pPr>
            <a:lvl9pPr marL="0" lvl="8" indent="0" algn="r">
              <a:lnSpc>
                <a:spcPct val="100000"/>
              </a:lnSpc>
              <a:spcBef>
                <a:spcPts val="0"/>
              </a:spcBef>
              <a:spcAft>
                <a:spcPts val="0"/>
              </a:spcAft>
              <a:buClr>
                <a:srgbClr val="888888"/>
              </a:buClr>
              <a:buSzPts val="1700"/>
              <a:buFont typeface="Palatino Linotype"/>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type="obj">
  <p:cSld name="OBJECT">
    <p:spTree>
      <p:nvGrpSpPr>
        <p:cNvPr id="1" name="Shape 87"/>
        <p:cNvGrpSpPr/>
        <p:nvPr/>
      </p:nvGrpSpPr>
      <p:grpSpPr>
        <a:xfrm>
          <a:off x="0" y="0"/>
          <a:ext cx="0" cy="0"/>
          <a:chOff x="0" y="0"/>
          <a:chExt cx="0" cy="0"/>
        </a:xfrm>
      </p:grpSpPr>
      <p:sp>
        <p:nvSpPr>
          <p:cNvPr id="88" name="Google Shape;88;p76"/>
          <p:cNvSpPr txBox="1">
            <a:spLocks noGrp="1"/>
          </p:cNvSpPr>
          <p:nvPr>
            <p:ph type="ftr" idx="11"/>
          </p:nvPr>
        </p:nvSpPr>
        <p:spPr>
          <a:xfrm>
            <a:off x="4421632" y="9070849"/>
            <a:ext cx="4161536" cy="553998"/>
          </a:xfrm>
          <a:prstGeom prst="rect">
            <a:avLst/>
          </a:prstGeom>
          <a:noFill/>
          <a:ln>
            <a:noFill/>
          </a:ln>
        </p:spPr>
        <p:txBody>
          <a:bodyPr spcFirstLastPara="1" wrap="square" lIns="0" tIns="0" rIns="0" bIns="0" anchor="t" anchorCtr="0">
            <a:spAutoFit/>
          </a:bodyPr>
          <a:lstStyle>
            <a:lvl1pPr lvl="0" algn="ctr">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89" name="Google Shape;89;p76"/>
          <p:cNvSpPr txBox="1">
            <a:spLocks noGrp="1"/>
          </p:cNvSpPr>
          <p:nvPr>
            <p:ph type="dt" idx="10"/>
          </p:nvPr>
        </p:nvSpPr>
        <p:spPr>
          <a:xfrm>
            <a:off x="650240" y="9070849"/>
            <a:ext cx="2991104" cy="553998"/>
          </a:xfrm>
          <a:prstGeom prst="rect">
            <a:avLst/>
          </a:prstGeom>
          <a:noFill/>
          <a:ln>
            <a:noFill/>
          </a:ln>
        </p:spPr>
        <p:txBody>
          <a:bodyPr spcFirstLastPara="1" wrap="square" lIns="0" tIns="0" rIns="0" bIns="0" anchor="t" anchorCtr="0">
            <a:spAutoFit/>
          </a:bodyPr>
          <a:lstStyle>
            <a:lvl1pPr lvl="0" algn="l">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90" name="Google Shape;90;p76"/>
          <p:cNvSpPr txBox="1">
            <a:spLocks noGrp="1"/>
          </p:cNvSpPr>
          <p:nvPr>
            <p:ph type="sldNum" idx="12"/>
          </p:nvPr>
        </p:nvSpPr>
        <p:spPr>
          <a:xfrm>
            <a:off x="9363456" y="9070849"/>
            <a:ext cx="2991104" cy="55399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888888"/>
              </a:buClr>
              <a:buSzPts val="3600"/>
              <a:buFont typeface="Calibri"/>
              <a:buNone/>
              <a:defRPr>
                <a:solidFill>
                  <a:srgbClr val="888888"/>
                </a:solidFill>
              </a:defRPr>
            </a:lvl1pPr>
            <a:lvl2pPr marL="0" lvl="1" indent="0" algn="r">
              <a:lnSpc>
                <a:spcPct val="100000"/>
              </a:lnSpc>
              <a:spcBef>
                <a:spcPts val="0"/>
              </a:spcBef>
              <a:spcAft>
                <a:spcPts val="0"/>
              </a:spcAft>
              <a:buClr>
                <a:srgbClr val="888888"/>
              </a:buClr>
              <a:buSzPts val="3600"/>
              <a:buFont typeface="Calibri"/>
              <a:buNone/>
              <a:defRPr>
                <a:solidFill>
                  <a:srgbClr val="888888"/>
                </a:solidFill>
              </a:defRPr>
            </a:lvl2pPr>
            <a:lvl3pPr marL="0" lvl="2" indent="0" algn="r">
              <a:lnSpc>
                <a:spcPct val="100000"/>
              </a:lnSpc>
              <a:spcBef>
                <a:spcPts val="0"/>
              </a:spcBef>
              <a:spcAft>
                <a:spcPts val="0"/>
              </a:spcAft>
              <a:buClr>
                <a:srgbClr val="888888"/>
              </a:buClr>
              <a:buSzPts val="3600"/>
              <a:buFont typeface="Calibri"/>
              <a:buNone/>
              <a:defRPr>
                <a:solidFill>
                  <a:srgbClr val="888888"/>
                </a:solidFill>
              </a:defRPr>
            </a:lvl3pPr>
            <a:lvl4pPr marL="0" lvl="3" indent="0" algn="r">
              <a:lnSpc>
                <a:spcPct val="100000"/>
              </a:lnSpc>
              <a:spcBef>
                <a:spcPts val="0"/>
              </a:spcBef>
              <a:spcAft>
                <a:spcPts val="0"/>
              </a:spcAft>
              <a:buClr>
                <a:srgbClr val="888888"/>
              </a:buClr>
              <a:buSzPts val="3600"/>
              <a:buFont typeface="Calibri"/>
              <a:buNone/>
              <a:defRPr>
                <a:solidFill>
                  <a:srgbClr val="888888"/>
                </a:solidFill>
              </a:defRPr>
            </a:lvl4pPr>
            <a:lvl5pPr marL="0" lvl="4" indent="0" algn="r">
              <a:lnSpc>
                <a:spcPct val="100000"/>
              </a:lnSpc>
              <a:spcBef>
                <a:spcPts val="0"/>
              </a:spcBef>
              <a:spcAft>
                <a:spcPts val="0"/>
              </a:spcAft>
              <a:buClr>
                <a:srgbClr val="888888"/>
              </a:buClr>
              <a:buSzPts val="3600"/>
              <a:buFont typeface="Calibri"/>
              <a:buNone/>
              <a:defRPr>
                <a:solidFill>
                  <a:srgbClr val="888888"/>
                </a:solidFill>
              </a:defRPr>
            </a:lvl5pPr>
            <a:lvl6pPr marL="0" lvl="5" indent="0" algn="r">
              <a:lnSpc>
                <a:spcPct val="100000"/>
              </a:lnSpc>
              <a:spcBef>
                <a:spcPts val="0"/>
              </a:spcBef>
              <a:spcAft>
                <a:spcPts val="0"/>
              </a:spcAft>
              <a:buClr>
                <a:srgbClr val="888888"/>
              </a:buClr>
              <a:buSzPts val="3600"/>
              <a:buFont typeface="Calibri"/>
              <a:buNone/>
              <a:defRPr>
                <a:solidFill>
                  <a:srgbClr val="888888"/>
                </a:solidFill>
              </a:defRPr>
            </a:lvl6pPr>
            <a:lvl7pPr marL="0" lvl="6" indent="0" algn="r">
              <a:lnSpc>
                <a:spcPct val="100000"/>
              </a:lnSpc>
              <a:spcBef>
                <a:spcPts val="0"/>
              </a:spcBef>
              <a:spcAft>
                <a:spcPts val="0"/>
              </a:spcAft>
              <a:buClr>
                <a:srgbClr val="888888"/>
              </a:buClr>
              <a:buSzPts val="3600"/>
              <a:buFont typeface="Calibri"/>
              <a:buNone/>
              <a:defRPr>
                <a:solidFill>
                  <a:srgbClr val="888888"/>
                </a:solidFill>
              </a:defRPr>
            </a:lvl7pPr>
            <a:lvl8pPr marL="0" lvl="7" indent="0" algn="r">
              <a:lnSpc>
                <a:spcPct val="100000"/>
              </a:lnSpc>
              <a:spcBef>
                <a:spcPts val="0"/>
              </a:spcBef>
              <a:spcAft>
                <a:spcPts val="0"/>
              </a:spcAft>
              <a:buClr>
                <a:srgbClr val="888888"/>
              </a:buClr>
              <a:buSzPts val="3600"/>
              <a:buFont typeface="Calibri"/>
              <a:buNone/>
              <a:defRPr>
                <a:solidFill>
                  <a:srgbClr val="888888"/>
                </a:solidFill>
              </a:defRPr>
            </a:lvl8pPr>
            <a:lvl9pPr marL="0" lvl="8" indent="0" algn="r">
              <a:lnSpc>
                <a:spcPct val="100000"/>
              </a:lnSpc>
              <a:spcBef>
                <a:spcPts val="0"/>
              </a:spcBef>
              <a:spcAft>
                <a:spcPts val="0"/>
              </a:spcAft>
              <a:buClr>
                <a:srgbClr val="888888"/>
              </a:buClr>
              <a:buSzPts val="3600"/>
              <a:buFont typeface="Calibri"/>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600" b="0" i="0" u="none" strike="noStrike" cap="none">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1"/>
        <p:cNvGrpSpPr/>
        <p:nvPr/>
      </p:nvGrpSpPr>
      <p:grpSpPr>
        <a:xfrm>
          <a:off x="0" y="0"/>
          <a:ext cx="0" cy="0"/>
          <a:chOff x="0" y="0"/>
          <a:chExt cx="0" cy="0"/>
        </a:xfrm>
      </p:grpSpPr>
      <p:sp>
        <p:nvSpPr>
          <p:cNvPr id="92" name="Google Shape;92;p86"/>
          <p:cNvSpPr txBox="1">
            <a:spLocks noGrp="1"/>
          </p:cNvSpPr>
          <p:nvPr>
            <p:ph type="ctrTitle"/>
          </p:nvPr>
        </p:nvSpPr>
        <p:spPr>
          <a:xfrm>
            <a:off x="975360" y="3023617"/>
            <a:ext cx="11054080" cy="45967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87"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86"/>
          <p:cNvSpPr txBox="1">
            <a:spLocks noGrp="1"/>
          </p:cNvSpPr>
          <p:nvPr>
            <p:ph type="subTitle" idx="1"/>
          </p:nvPr>
        </p:nvSpPr>
        <p:spPr>
          <a:xfrm>
            <a:off x="1950720" y="5462017"/>
            <a:ext cx="9103360" cy="27699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86"/>
          <p:cNvSpPr txBox="1">
            <a:spLocks noGrp="1"/>
          </p:cNvSpPr>
          <p:nvPr>
            <p:ph type="ftr" idx="11"/>
          </p:nvPr>
        </p:nvSpPr>
        <p:spPr>
          <a:xfrm>
            <a:off x="4421632" y="9070849"/>
            <a:ext cx="4161536" cy="553998"/>
          </a:xfrm>
          <a:prstGeom prst="rect">
            <a:avLst/>
          </a:prstGeom>
          <a:noFill/>
          <a:ln>
            <a:noFill/>
          </a:ln>
        </p:spPr>
        <p:txBody>
          <a:bodyPr spcFirstLastPara="1" wrap="square" lIns="0" tIns="0" rIns="0" bIns="0" anchor="t" anchorCtr="0">
            <a:spAutoFit/>
          </a:bodyPr>
          <a:lstStyle>
            <a:lvl1pPr lvl="0" algn="ctr">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95" name="Google Shape;95;p86"/>
          <p:cNvSpPr txBox="1">
            <a:spLocks noGrp="1"/>
          </p:cNvSpPr>
          <p:nvPr>
            <p:ph type="dt" idx="10"/>
          </p:nvPr>
        </p:nvSpPr>
        <p:spPr>
          <a:xfrm>
            <a:off x="650240" y="9070849"/>
            <a:ext cx="2991104" cy="553998"/>
          </a:xfrm>
          <a:prstGeom prst="rect">
            <a:avLst/>
          </a:prstGeom>
          <a:noFill/>
          <a:ln>
            <a:noFill/>
          </a:ln>
        </p:spPr>
        <p:txBody>
          <a:bodyPr spcFirstLastPara="1" wrap="square" lIns="0" tIns="0" rIns="0" bIns="0" anchor="t" anchorCtr="0">
            <a:spAutoFit/>
          </a:bodyPr>
          <a:lstStyle>
            <a:lvl1pPr lvl="0" algn="l">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96" name="Google Shape;96;p86"/>
          <p:cNvSpPr txBox="1">
            <a:spLocks noGrp="1"/>
          </p:cNvSpPr>
          <p:nvPr>
            <p:ph type="sldNum" idx="12"/>
          </p:nvPr>
        </p:nvSpPr>
        <p:spPr>
          <a:xfrm>
            <a:off x="9363456" y="9070849"/>
            <a:ext cx="2991104" cy="55399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888888"/>
              </a:buClr>
              <a:buSzPts val="3600"/>
              <a:buFont typeface="Calibri"/>
              <a:buNone/>
              <a:defRPr>
                <a:solidFill>
                  <a:srgbClr val="888888"/>
                </a:solidFill>
              </a:defRPr>
            </a:lvl1pPr>
            <a:lvl2pPr marL="0" lvl="1" indent="0" algn="r">
              <a:lnSpc>
                <a:spcPct val="100000"/>
              </a:lnSpc>
              <a:spcBef>
                <a:spcPts val="0"/>
              </a:spcBef>
              <a:spcAft>
                <a:spcPts val="0"/>
              </a:spcAft>
              <a:buClr>
                <a:srgbClr val="888888"/>
              </a:buClr>
              <a:buSzPts val="3600"/>
              <a:buFont typeface="Calibri"/>
              <a:buNone/>
              <a:defRPr>
                <a:solidFill>
                  <a:srgbClr val="888888"/>
                </a:solidFill>
              </a:defRPr>
            </a:lvl2pPr>
            <a:lvl3pPr marL="0" lvl="2" indent="0" algn="r">
              <a:lnSpc>
                <a:spcPct val="100000"/>
              </a:lnSpc>
              <a:spcBef>
                <a:spcPts val="0"/>
              </a:spcBef>
              <a:spcAft>
                <a:spcPts val="0"/>
              </a:spcAft>
              <a:buClr>
                <a:srgbClr val="888888"/>
              </a:buClr>
              <a:buSzPts val="3600"/>
              <a:buFont typeface="Calibri"/>
              <a:buNone/>
              <a:defRPr>
                <a:solidFill>
                  <a:srgbClr val="888888"/>
                </a:solidFill>
              </a:defRPr>
            </a:lvl3pPr>
            <a:lvl4pPr marL="0" lvl="3" indent="0" algn="r">
              <a:lnSpc>
                <a:spcPct val="100000"/>
              </a:lnSpc>
              <a:spcBef>
                <a:spcPts val="0"/>
              </a:spcBef>
              <a:spcAft>
                <a:spcPts val="0"/>
              </a:spcAft>
              <a:buClr>
                <a:srgbClr val="888888"/>
              </a:buClr>
              <a:buSzPts val="3600"/>
              <a:buFont typeface="Calibri"/>
              <a:buNone/>
              <a:defRPr>
                <a:solidFill>
                  <a:srgbClr val="888888"/>
                </a:solidFill>
              </a:defRPr>
            </a:lvl4pPr>
            <a:lvl5pPr marL="0" lvl="4" indent="0" algn="r">
              <a:lnSpc>
                <a:spcPct val="100000"/>
              </a:lnSpc>
              <a:spcBef>
                <a:spcPts val="0"/>
              </a:spcBef>
              <a:spcAft>
                <a:spcPts val="0"/>
              </a:spcAft>
              <a:buClr>
                <a:srgbClr val="888888"/>
              </a:buClr>
              <a:buSzPts val="3600"/>
              <a:buFont typeface="Calibri"/>
              <a:buNone/>
              <a:defRPr>
                <a:solidFill>
                  <a:srgbClr val="888888"/>
                </a:solidFill>
              </a:defRPr>
            </a:lvl5pPr>
            <a:lvl6pPr marL="0" lvl="5" indent="0" algn="r">
              <a:lnSpc>
                <a:spcPct val="100000"/>
              </a:lnSpc>
              <a:spcBef>
                <a:spcPts val="0"/>
              </a:spcBef>
              <a:spcAft>
                <a:spcPts val="0"/>
              </a:spcAft>
              <a:buClr>
                <a:srgbClr val="888888"/>
              </a:buClr>
              <a:buSzPts val="3600"/>
              <a:buFont typeface="Calibri"/>
              <a:buNone/>
              <a:defRPr>
                <a:solidFill>
                  <a:srgbClr val="888888"/>
                </a:solidFill>
              </a:defRPr>
            </a:lvl6pPr>
            <a:lvl7pPr marL="0" lvl="6" indent="0" algn="r">
              <a:lnSpc>
                <a:spcPct val="100000"/>
              </a:lnSpc>
              <a:spcBef>
                <a:spcPts val="0"/>
              </a:spcBef>
              <a:spcAft>
                <a:spcPts val="0"/>
              </a:spcAft>
              <a:buClr>
                <a:srgbClr val="888888"/>
              </a:buClr>
              <a:buSzPts val="3600"/>
              <a:buFont typeface="Calibri"/>
              <a:buNone/>
              <a:defRPr>
                <a:solidFill>
                  <a:srgbClr val="888888"/>
                </a:solidFill>
              </a:defRPr>
            </a:lvl7pPr>
            <a:lvl8pPr marL="0" lvl="7" indent="0" algn="r">
              <a:lnSpc>
                <a:spcPct val="100000"/>
              </a:lnSpc>
              <a:spcBef>
                <a:spcPts val="0"/>
              </a:spcBef>
              <a:spcAft>
                <a:spcPts val="0"/>
              </a:spcAft>
              <a:buClr>
                <a:srgbClr val="888888"/>
              </a:buClr>
              <a:buSzPts val="3600"/>
              <a:buFont typeface="Calibri"/>
              <a:buNone/>
              <a:defRPr>
                <a:solidFill>
                  <a:srgbClr val="888888"/>
                </a:solidFill>
              </a:defRPr>
            </a:lvl8pPr>
            <a:lvl9pPr marL="0" lvl="8" indent="0" algn="r">
              <a:lnSpc>
                <a:spcPct val="100000"/>
              </a:lnSpc>
              <a:spcBef>
                <a:spcPts val="0"/>
              </a:spcBef>
              <a:spcAft>
                <a:spcPts val="0"/>
              </a:spcAft>
              <a:buClr>
                <a:srgbClr val="888888"/>
              </a:buClr>
              <a:buSzPts val="3600"/>
              <a:buFont typeface="Calibri"/>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600" b="0" i="0" u="none" strike="noStrike" cap="none">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97"/>
        <p:cNvGrpSpPr/>
        <p:nvPr/>
      </p:nvGrpSpPr>
      <p:grpSpPr>
        <a:xfrm>
          <a:off x="0" y="0"/>
          <a:ext cx="0" cy="0"/>
          <a:chOff x="0" y="0"/>
          <a:chExt cx="0" cy="0"/>
        </a:xfrm>
      </p:grpSpPr>
      <p:sp>
        <p:nvSpPr>
          <p:cNvPr id="98" name="Google Shape;98;p87"/>
          <p:cNvSpPr txBox="1">
            <a:spLocks noGrp="1"/>
          </p:cNvSpPr>
          <p:nvPr>
            <p:ph type="title"/>
          </p:nvPr>
        </p:nvSpPr>
        <p:spPr>
          <a:xfrm>
            <a:off x="5554846" y="1730875"/>
            <a:ext cx="1528966" cy="45967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87"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9" name="Google Shape;99;p87"/>
          <p:cNvSpPr txBox="1">
            <a:spLocks noGrp="1"/>
          </p:cNvSpPr>
          <p:nvPr>
            <p:ph type="body" idx="1"/>
          </p:nvPr>
        </p:nvSpPr>
        <p:spPr>
          <a:xfrm>
            <a:off x="650240" y="2243328"/>
            <a:ext cx="11704320" cy="27699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0" name="Google Shape;100;p87"/>
          <p:cNvSpPr txBox="1">
            <a:spLocks noGrp="1"/>
          </p:cNvSpPr>
          <p:nvPr>
            <p:ph type="ftr" idx="11"/>
          </p:nvPr>
        </p:nvSpPr>
        <p:spPr>
          <a:xfrm>
            <a:off x="4421632" y="9070849"/>
            <a:ext cx="4161536" cy="553998"/>
          </a:xfrm>
          <a:prstGeom prst="rect">
            <a:avLst/>
          </a:prstGeom>
          <a:noFill/>
          <a:ln>
            <a:noFill/>
          </a:ln>
        </p:spPr>
        <p:txBody>
          <a:bodyPr spcFirstLastPara="1" wrap="square" lIns="0" tIns="0" rIns="0" bIns="0" anchor="t" anchorCtr="0">
            <a:spAutoFit/>
          </a:bodyPr>
          <a:lstStyle>
            <a:lvl1pPr lvl="0" algn="ctr">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01" name="Google Shape;101;p87"/>
          <p:cNvSpPr txBox="1">
            <a:spLocks noGrp="1"/>
          </p:cNvSpPr>
          <p:nvPr>
            <p:ph type="dt" idx="10"/>
          </p:nvPr>
        </p:nvSpPr>
        <p:spPr>
          <a:xfrm>
            <a:off x="650240" y="9070849"/>
            <a:ext cx="2991104" cy="553998"/>
          </a:xfrm>
          <a:prstGeom prst="rect">
            <a:avLst/>
          </a:prstGeom>
          <a:noFill/>
          <a:ln>
            <a:noFill/>
          </a:ln>
        </p:spPr>
        <p:txBody>
          <a:bodyPr spcFirstLastPara="1" wrap="square" lIns="0" tIns="0" rIns="0" bIns="0" anchor="t" anchorCtr="0">
            <a:spAutoFit/>
          </a:bodyPr>
          <a:lstStyle>
            <a:lvl1pPr lvl="0" algn="l">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02" name="Google Shape;102;p87"/>
          <p:cNvSpPr txBox="1">
            <a:spLocks noGrp="1"/>
          </p:cNvSpPr>
          <p:nvPr>
            <p:ph type="sldNum" idx="12"/>
          </p:nvPr>
        </p:nvSpPr>
        <p:spPr>
          <a:xfrm>
            <a:off x="9363456" y="9070849"/>
            <a:ext cx="2991104" cy="55399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888888"/>
              </a:buClr>
              <a:buSzPts val="3600"/>
              <a:buFont typeface="Calibri"/>
              <a:buNone/>
              <a:defRPr>
                <a:solidFill>
                  <a:srgbClr val="888888"/>
                </a:solidFill>
              </a:defRPr>
            </a:lvl1pPr>
            <a:lvl2pPr marL="0" lvl="1" indent="0" algn="r">
              <a:lnSpc>
                <a:spcPct val="100000"/>
              </a:lnSpc>
              <a:spcBef>
                <a:spcPts val="0"/>
              </a:spcBef>
              <a:spcAft>
                <a:spcPts val="0"/>
              </a:spcAft>
              <a:buClr>
                <a:srgbClr val="888888"/>
              </a:buClr>
              <a:buSzPts val="3600"/>
              <a:buFont typeface="Calibri"/>
              <a:buNone/>
              <a:defRPr>
                <a:solidFill>
                  <a:srgbClr val="888888"/>
                </a:solidFill>
              </a:defRPr>
            </a:lvl2pPr>
            <a:lvl3pPr marL="0" lvl="2" indent="0" algn="r">
              <a:lnSpc>
                <a:spcPct val="100000"/>
              </a:lnSpc>
              <a:spcBef>
                <a:spcPts val="0"/>
              </a:spcBef>
              <a:spcAft>
                <a:spcPts val="0"/>
              </a:spcAft>
              <a:buClr>
                <a:srgbClr val="888888"/>
              </a:buClr>
              <a:buSzPts val="3600"/>
              <a:buFont typeface="Calibri"/>
              <a:buNone/>
              <a:defRPr>
                <a:solidFill>
                  <a:srgbClr val="888888"/>
                </a:solidFill>
              </a:defRPr>
            </a:lvl3pPr>
            <a:lvl4pPr marL="0" lvl="3" indent="0" algn="r">
              <a:lnSpc>
                <a:spcPct val="100000"/>
              </a:lnSpc>
              <a:spcBef>
                <a:spcPts val="0"/>
              </a:spcBef>
              <a:spcAft>
                <a:spcPts val="0"/>
              </a:spcAft>
              <a:buClr>
                <a:srgbClr val="888888"/>
              </a:buClr>
              <a:buSzPts val="3600"/>
              <a:buFont typeface="Calibri"/>
              <a:buNone/>
              <a:defRPr>
                <a:solidFill>
                  <a:srgbClr val="888888"/>
                </a:solidFill>
              </a:defRPr>
            </a:lvl4pPr>
            <a:lvl5pPr marL="0" lvl="4" indent="0" algn="r">
              <a:lnSpc>
                <a:spcPct val="100000"/>
              </a:lnSpc>
              <a:spcBef>
                <a:spcPts val="0"/>
              </a:spcBef>
              <a:spcAft>
                <a:spcPts val="0"/>
              </a:spcAft>
              <a:buClr>
                <a:srgbClr val="888888"/>
              </a:buClr>
              <a:buSzPts val="3600"/>
              <a:buFont typeface="Calibri"/>
              <a:buNone/>
              <a:defRPr>
                <a:solidFill>
                  <a:srgbClr val="888888"/>
                </a:solidFill>
              </a:defRPr>
            </a:lvl5pPr>
            <a:lvl6pPr marL="0" lvl="5" indent="0" algn="r">
              <a:lnSpc>
                <a:spcPct val="100000"/>
              </a:lnSpc>
              <a:spcBef>
                <a:spcPts val="0"/>
              </a:spcBef>
              <a:spcAft>
                <a:spcPts val="0"/>
              </a:spcAft>
              <a:buClr>
                <a:srgbClr val="888888"/>
              </a:buClr>
              <a:buSzPts val="3600"/>
              <a:buFont typeface="Calibri"/>
              <a:buNone/>
              <a:defRPr>
                <a:solidFill>
                  <a:srgbClr val="888888"/>
                </a:solidFill>
              </a:defRPr>
            </a:lvl6pPr>
            <a:lvl7pPr marL="0" lvl="6" indent="0" algn="r">
              <a:lnSpc>
                <a:spcPct val="100000"/>
              </a:lnSpc>
              <a:spcBef>
                <a:spcPts val="0"/>
              </a:spcBef>
              <a:spcAft>
                <a:spcPts val="0"/>
              </a:spcAft>
              <a:buClr>
                <a:srgbClr val="888888"/>
              </a:buClr>
              <a:buSzPts val="3600"/>
              <a:buFont typeface="Calibri"/>
              <a:buNone/>
              <a:defRPr>
                <a:solidFill>
                  <a:srgbClr val="888888"/>
                </a:solidFill>
              </a:defRPr>
            </a:lvl7pPr>
            <a:lvl8pPr marL="0" lvl="7" indent="0" algn="r">
              <a:lnSpc>
                <a:spcPct val="100000"/>
              </a:lnSpc>
              <a:spcBef>
                <a:spcPts val="0"/>
              </a:spcBef>
              <a:spcAft>
                <a:spcPts val="0"/>
              </a:spcAft>
              <a:buClr>
                <a:srgbClr val="888888"/>
              </a:buClr>
              <a:buSzPts val="3600"/>
              <a:buFont typeface="Calibri"/>
              <a:buNone/>
              <a:defRPr>
                <a:solidFill>
                  <a:srgbClr val="888888"/>
                </a:solidFill>
              </a:defRPr>
            </a:lvl8pPr>
            <a:lvl9pPr marL="0" lvl="8" indent="0" algn="r">
              <a:lnSpc>
                <a:spcPct val="100000"/>
              </a:lnSpc>
              <a:spcBef>
                <a:spcPts val="0"/>
              </a:spcBef>
              <a:spcAft>
                <a:spcPts val="0"/>
              </a:spcAft>
              <a:buClr>
                <a:srgbClr val="888888"/>
              </a:buClr>
              <a:buSzPts val="3600"/>
              <a:buFont typeface="Calibri"/>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600" b="0" i="0" u="none" strike="noStrike" cap="none">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03"/>
        <p:cNvGrpSpPr/>
        <p:nvPr/>
      </p:nvGrpSpPr>
      <p:grpSpPr>
        <a:xfrm>
          <a:off x="0" y="0"/>
          <a:ext cx="0" cy="0"/>
          <a:chOff x="0" y="0"/>
          <a:chExt cx="0" cy="0"/>
        </a:xfrm>
      </p:grpSpPr>
      <p:sp>
        <p:nvSpPr>
          <p:cNvPr id="104" name="Google Shape;104;p88"/>
          <p:cNvSpPr txBox="1">
            <a:spLocks noGrp="1"/>
          </p:cNvSpPr>
          <p:nvPr>
            <p:ph type="title"/>
          </p:nvPr>
        </p:nvSpPr>
        <p:spPr>
          <a:xfrm>
            <a:off x="5554846" y="1730875"/>
            <a:ext cx="1528966" cy="45967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87"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5" name="Google Shape;105;p88"/>
          <p:cNvSpPr txBox="1">
            <a:spLocks noGrp="1"/>
          </p:cNvSpPr>
          <p:nvPr>
            <p:ph type="body" idx="1"/>
          </p:nvPr>
        </p:nvSpPr>
        <p:spPr>
          <a:xfrm>
            <a:off x="650240" y="2243328"/>
            <a:ext cx="5657088" cy="27699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6" name="Google Shape;106;p88"/>
          <p:cNvSpPr txBox="1">
            <a:spLocks noGrp="1"/>
          </p:cNvSpPr>
          <p:nvPr>
            <p:ph type="body" idx="2"/>
          </p:nvPr>
        </p:nvSpPr>
        <p:spPr>
          <a:xfrm>
            <a:off x="6697472" y="2243328"/>
            <a:ext cx="5657088" cy="276999"/>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07" name="Google Shape;107;p88"/>
          <p:cNvSpPr txBox="1">
            <a:spLocks noGrp="1"/>
          </p:cNvSpPr>
          <p:nvPr>
            <p:ph type="ftr" idx="11"/>
          </p:nvPr>
        </p:nvSpPr>
        <p:spPr>
          <a:xfrm>
            <a:off x="4421632" y="9070849"/>
            <a:ext cx="4161536" cy="553998"/>
          </a:xfrm>
          <a:prstGeom prst="rect">
            <a:avLst/>
          </a:prstGeom>
          <a:noFill/>
          <a:ln>
            <a:noFill/>
          </a:ln>
        </p:spPr>
        <p:txBody>
          <a:bodyPr spcFirstLastPara="1" wrap="square" lIns="0" tIns="0" rIns="0" bIns="0" anchor="t" anchorCtr="0">
            <a:spAutoFit/>
          </a:bodyPr>
          <a:lstStyle>
            <a:lvl1pPr lvl="0" algn="ctr">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08" name="Google Shape;108;p88"/>
          <p:cNvSpPr txBox="1">
            <a:spLocks noGrp="1"/>
          </p:cNvSpPr>
          <p:nvPr>
            <p:ph type="dt" idx="10"/>
          </p:nvPr>
        </p:nvSpPr>
        <p:spPr>
          <a:xfrm>
            <a:off x="650240" y="9070849"/>
            <a:ext cx="2991104" cy="553998"/>
          </a:xfrm>
          <a:prstGeom prst="rect">
            <a:avLst/>
          </a:prstGeom>
          <a:noFill/>
          <a:ln>
            <a:noFill/>
          </a:ln>
        </p:spPr>
        <p:txBody>
          <a:bodyPr spcFirstLastPara="1" wrap="square" lIns="0" tIns="0" rIns="0" bIns="0" anchor="t" anchorCtr="0">
            <a:spAutoFit/>
          </a:bodyPr>
          <a:lstStyle>
            <a:lvl1pPr lvl="0" algn="l">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09" name="Google Shape;109;p88"/>
          <p:cNvSpPr txBox="1">
            <a:spLocks noGrp="1"/>
          </p:cNvSpPr>
          <p:nvPr>
            <p:ph type="sldNum" idx="12"/>
          </p:nvPr>
        </p:nvSpPr>
        <p:spPr>
          <a:xfrm>
            <a:off x="9363456" y="9070849"/>
            <a:ext cx="2991104" cy="55399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888888"/>
              </a:buClr>
              <a:buSzPts val="3600"/>
              <a:buFont typeface="Calibri"/>
              <a:buNone/>
              <a:defRPr>
                <a:solidFill>
                  <a:srgbClr val="888888"/>
                </a:solidFill>
              </a:defRPr>
            </a:lvl1pPr>
            <a:lvl2pPr marL="0" lvl="1" indent="0" algn="r">
              <a:lnSpc>
                <a:spcPct val="100000"/>
              </a:lnSpc>
              <a:spcBef>
                <a:spcPts val="0"/>
              </a:spcBef>
              <a:spcAft>
                <a:spcPts val="0"/>
              </a:spcAft>
              <a:buClr>
                <a:srgbClr val="888888"/>
              </a:buClr>
              <a:buSzPts val="3600"/>
              <a:buFont typeface="Calibri"/>
              <a:buNone/>
              <a:defRPr>
                <a:solidFill>
                  <a:srgbClr val="888888"/>
                </a:solidFill>
              </a:defRPr>
            </a:lvl2pPr>
            <a:lvl3pPr marL="0" lvl="2" indent="0" algn="r">
              <a:lnSpc>
                <a:spcPct val="100000"/>
              </a:lnSpc>
              <a:spcBef>
                <a:spcPts val="0"/>
              </a:spcBef>
              <a:spcAft>
                <a:spcPts val="0"/>
              </a:spcAft>
              <a:buClr>
                <a:srgbClr val="888888"/>
              </a:buClr>
              <a:buSzPts val="3600"/>
              <a:buFont typeface="Calibri"/>
              <a:buNone/>
              <a:defRPr>
                <a:solidFill>
                  <a:srgbClr val="888888"/>
                </a:solidFill>
              </a:defRPr>
            </a:lvl3pPr>
            <a:lvl4pPr marL="0" lvl="3" indent="0" algn="r">
              <a:lnSpc>
                <a:spcPct val="100000"/>
              </a:lnSpc>
              <a:spcBef>
                <a:spcPts val="0"/>
              </a:spcBef>
              <a:spcAft>
                <a:spcPts val="0"/>
              </a:spcAft>
              <a:buClr>
                <a:srgbClr val="888888"/>
              </a:buClr>
              <a:buSzPts val="3600"/>
              <a:buFont typeface="Calibri"/>
              <a:buNone/>
              <a:defRPr>
                <a:solidFill>
                  <a:srgbClr val="888888"/>
                </a:solidFill>
              </a:defRPr>
            </a:lvl4pPr>
            <a:lvl5pPr marL="0" lvl="4" indent="0" algn="r">
              <a:lnSpc>
                <a:spcPct val="100000"/>
              </a:lnSpc>
              <a:spcBef>
                <a:spcPts val="0"/>
              </a:spcBef>
              <a:spcAft>
                <a:spcPts val="0"/>
              </a:spcAft>
              <a:buClr>
                <a:srgbClr val="888888"/>
              </a:buClr>
              <a:buSzPts val="3600"/>
              <a:buFont typeface="Calibri"/>
              <a:buNone/>
              <a:defRPr>
                <a:solidFill>
                  <a:srgbClr val="888888"/>
                </a:solidFill>
              </a:defRPr>
            </a:lvl5pPr>
            <a:lvl6pPr marL="0" lvl="5" indent="0" algn="r">
              <a:lnSpc>
                <a:spcPct val="100000"/>
              </a:lnSpc>
              <a:spcBef>
                <a:spcPts val="0"/>
              </a:spcBef>
              <a:spcAft>
                <a:spcPts val="0"/>
              </a:spcAft>
              <a:buClr>
                <a:srgbClr val="888888"/>
              </a:buClr>
              <a:buSzPts val="3600"/>
              <a:buFont typeface="Calibri"/>
              <a:buNone/>
              <a:defRPr>
                <a:solidFill>
                  <a:srgbClr val="888888"/>
                </a:solidFill>
              </a:defRPr>
            </a:lvl6pPr>
            <a:lvl7pPr marL="0" lvl="6" indent="0" algn="r">
              <a:lnSpc>
                <a:spcPct val="100000"/>
              </a:lnSpc>
              <a:spcBef>
                <a:spcPts val="0"/>
              </a:spcBef>
              <a:spcAft>
                <a:spcPts val="0"/>
              </a:spcAft>
              <a:buClr>
                <a:srgbClr val="888888"/>
              </a:buClr>
              <a:buSzPts val="3600"/>
              <a:buFont typeface="Calibri"/>
              <a:buNone/>
              <a:defRPr>
                <a:solidFill>
                  <a:srgbClr val="888888"/>
                </a:solidFill>
              </a:defRPr>
            </a:lvl7pPr>
            <a:lvl8pPr marL="0" lvl="7" indent="0" algn="r">
              <a:lnSpc>
                <a:spcPct val="100000"/>
              </a:lnSpc>
              <a:spcBef>
                <a:spcPts val="0"/>
              </a:spcBef>
              <a:spcAft>
                <a:spcPts val="0"/>
              </a:spcAft>
              <a:buClr>
                <a:srgbClr val="888888"/>
              </a:buClr>
              <a:buSzPts val="3600"/>
              <a:buFont typeface="Calibri"/>
              <a:buNone/>
              <a:defRPr>
                <a:solidFill>
                  <a:srgbClr val="888888"/>
                </a:solidFill>
              </a:defRPr>
            </a:lvl8pPr>
            <a:lvl9pPr marL="0" lvl="8" indent="0" algn="r">
              <a:lnSpc>
                <a:spcPct val="100000"/>
              </a:lnSpc>
              <a:spcBef>
                <a:spcPts val="0"/>
              </a:spcBef>
              <a:spcAft>
                <a:spcPts val="0"/>
              </a:spcAft>
              <a:buClr>
                <a:srgbClr val="888888"/>
              </a:buClr>
              <a:buSzPts val="3600"/>
              <a:buFont typeface="Calibri"/>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600" b="0" i="0" u="none" strike="noStrike" cap="none">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0"/>
        <p:cNvGrpSpPr/>
        <p:nvPr/>
      </p:nvGrpSpPr>
      <p:grpSpPr>
        <a:xfrm>
          <a:off x="0" y="0"/>
          <a:ext cx="0" cy="0"/>
          <a:chOff x="0" y="0"/>
          <a:chExt cx="0" cy="0"/>
        </a:xfrm>
      </p:grpSpPr>
      <p:sp>
        <p:nvSpPr>
          <p:cNvPr id="111" name="Google Shape;111;p89"/>
          <p:cNvSpPr txBox="1">
            <a:spLocks noGrp="1"/>
          </p:cNvSpPr>
          <p:nvPr>
            <p:ph type="title"/>
          </p:nvPr>
        </p:nvSpPr>
        <p:spPr>
          <a:xfrm>
            <a:off x="5554846" y="1730875"/>
            <a:ext cx="1528966" cy="459678"/>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987" b="0" i="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2" name="Google Shape;112;p89"/>
          <p:cNvSpPr txBox="1">
            <a:spLocks noGrp="1"/>
          </p:cNvSpPr>
          <p:nvPr>
            <p:ph type="ftr" idx="11"/>
          </p:nvPr>
        </p:nvSpPr>
        <p:spPr>
          <a:xfrm>
            <a:off x="4421632" y="9070849"/>
            <a:ext cx="4161536" cy="553998"/>
          </a:xfrm>
          <a:prstGeom prst="rect">
            <a:avLst/>
          </a:prstGeom>
          <a:noFill/>
          <a:ln>
            <a:noFill/>
          </a:ln>
        </p:spPr>
        <p:txBody>
          <a:bodyPr spcFirstLastPara="1" wrap="square" lIns="0" tIns="0" rIns="0" bIns="0" anchor="t" anchorCtr="0">
            <a:spAutoFit/>
          </a:bodyPr>
          <a:lstStyle>
            <a:lvl1pPr lvl="0" algn="ctr">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13" name="Google Shape;113;p89"/>
          <p:cNvSpPr txBox="1">
            <a:spLocks noGrp="1"/>
          </p:cNvSpPr>
          <p:nvPr>
            <p:ph type="dt" idx="10"/>
          </p:nvPr>
        </p:nvSpPr>
        <p:spPr>
          <a:xfrm>
            <a:off x="650240" y="9070849"/>
            <a:ext cx="2991104" cy="553998"/>
          </a:xfrm>
          <a:prstGeom prst="rect">
            <a:avLst/>
          </a:prstGeom>
          <a:noFill/>
          <a:ln>
            <a:noFill/>
          </a:ln>
        </p:spPr>
        <p:txBody>
          <a:bodyPr spcFirstLastPara="1" wrap="square" lIns="0" tIns="0" rIns="0" bIns="0" anchor="t" anchorCtr="0">
            <a:spAutoFit/>
          </a:bodyPr>
          <a:lstStyle>
            <a:lvl1pPr lvl="0" algn="l">
              <a:lnSpc>
                <a:spcPct val="100000"/>
              </a:lnSpc>
              <a:spcBef>
                <a:spcPts val="4200"/>
              </a:spcBef>
              <a:spcAft>
                <a:spcPts val="0"/>
              </a:spcAft>
              <a:buClr>
                <a:srgbClr val="888888"/>
              </a:buClr>
              <a:buSzPts val="3600"/>
              <a:buFont typeface="Calibri"/>
              <a:buNone/>
              <a:defRPr>
                <a:solidFill>
                  <a:srgbClr val="888888"/>
                </a:solidFill>
              </a:defRPr>
            </a:lvl1pPr>
            <a:lvl2pPr lvl="1" algn="l">
              <a:lnSpc>
                <a:spcPct val="100000"/>
              </a:lnSpc>
              <a:spcBef>
                <a:spcPts val="4200"/>
              </a:spcBef>
              <a:spcAft>
                <a:spcPts val="0"/>
              </a:spcAft>
              <a:buClr>
                <a:srgbClr val="000000"/>
              </a:buClr>
              <a:buSzPts val="1800"/>
              <a:buNone/>
              <a:defRPr/>
            </a:lvl2pPr>
            <a:lvl3pPr lvl="2" algn="l">
              <a:lnSpc>
                <a:spcPct val="100000"/>
              </a:lnSpc>
              <a:spcBef>
                <a:spcPts val="4200"/>
              </a:spcBef>
              <a:spcAft>
                <a:spcPts val="0"/>
              </a:spcAft>
              <a:buClr>
                <a:srgbClr val="000000"/>
              </a:buClr>
              <a:buSzPts val="1800"/>
              <a:buNone/>
              <a:defRPr/>
            </a:lvl3pPr>
            <a:lvl4pPr lvl="3" algn="l">
              <a:lnSpc>
                <a:spcPct val="100000"/>
              </a:lnSpc>
              <a:spcBef>
                <a:spcPts val="4200"/>
              </a:spcBef>
              <a:spcAft>
                <a:spcPts val="0"/>
              </a:spcAft>
              <a:buClr>
                <a:srgbClr val="000000"/>
              </a:buClr>
              <a:buSzPts val="1800"/>
              <a:buNone/>
              <a:defRPr/>
            </a:lvl4pPr>
            <a:lvl5pPr lvl="4" algn="l">
              <a:lnSpc>
                <a:spcPct val="100000"/>
              </a:lnSpc>
              <a:spcBef>
                <a:spcPts val="4200"/>
              </a:spcBef>
              <a:spcAft>
                <a:spcPts val="0"/>
              </a:spcAft>
              <a:buClr>
                <a:srgbClr val="000000"/>
              </a:buClr>
              <a:buSzPts val="1800"/>
              <a:buNone/>
              <a:defRPr/>
            </a:lvl5pPr>
            <a:lvl6pPr lvl="5" algn="l">
              <a:lnSpc>
                <a:spcPct val="100000"/>
              </a:lnSpc>
              <a:spcBef>
                <a:spcPts val="4200"/>
              </a:spcBef>
              <a:spcAft>
                <a:spcPts val="0"/>
              </a:spcAft>
              <a:buClr>
                <a:srgbClr val="000000"/>
              </a:buClr>
              <a:buSzPts val="1800"/>
              <a:buNone/>
              <a:defRPr/>
            </a:lvl6pPr>
            <a:lvl7pPr lvl="6" algn="l">
              <a:lnSpc>
                <a:spcPct val="100000"/>
              </a:lnSpc>
              <a:spcBef>
                <a:spcPts val="4200"/>
              </a:spcBef>
              <a:spcAft>
                <a:spcPts val="0"/>
              </a:spcAft>
              <a:buClr>
                <a:srgbClr val="000000"/>
              </a:buClr>
              <a:buSzPts val="1800"/>
              <a:buNone/>
              <a:defRPr/>
            </a:lvl7pPr>
            <a:lvl8pPr lvl="7" algn="l">
              <a:lnSpc>
                <a:spcPct val="100000"/>
              </a:lnSpc>
              <a:spcBef>
                <a:spcPts val="4200"/>
              </a:spcBef>
              <a:spcAft>
                <a:spcPts val="0"/>
              </a:spcAft>
              <a:buClr>
                <a:srgbClr val="000000"/>
              </a:buClr>
              <a:buSzPts val="1800"/>
              <a:buNone/>
              <a:defRPr/>
            </a:lvl8pPr>
            <a:lvl9pPr lvl="8" algn="l">
              <a:lnSpc>
                <a:spcPct val="100000"/>
              </a:lnSpc>
              <a:spcBef>
                <a:spcPts val="4200"/>
              </a:spcBef>
              <a:spcAft>
                <a:spcPts val="0"/>
              </a:spcAft>
              <a:buClr>
                <a:srgbClr val="000000"/>
              </a:buClr>
              <a:buSzPts val="1800"/>
              <a:buNone/>
              <a:defRPr/>
            </a:lvl9pPr>
          </a:lstStyle>
          <a:p>
            <a:endParaRPr/>
          </a:p>
        </p:txBody>
      </p:sp>
      <p:sp>
        <p:nvSpPr>
          <p:cNvPr id="114" name="Google Shape;114;p89"/>
          <p:cNvSpPr txBox="1">
            <a:spLocks noGrp="1"/>
          </p:cNvSpPr>
          <p:nvPr>
            <p:ph type="sldNum" idx="12"/>
          </p:nvPr>
        </p:nvSpPr>
        <p:spPr>
          <a:xfrm>
            <a:off x="9363456" y="9070849"/>
            <a:ext cx="2991104" cy="55399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888888"/>
              </a:buClr>
              <a:buSzPts val="3600"/>
              <a:buFont typeface="Calibri"/>
              <a:buNone/>
              <a:defRPr>
                <a:solidFill>
                  <a:srgbClr val="888888"/>
                </a:solidFill>
              </a:defRPr>
            </a:lvl1pPr>
            <a:lvl2pPr marL="0" lvl="1" indent="0" algn="r">
              <a:lnSpc>
                <a:spcPct val="100000"/>
              </a:lnSpc>
              <a:spcBef>
                <a:spcPts val="0"/>
              </a:spcBef>
              <a:spcAft>
                <a:spcPts val="0"/>
              </a:spcAft>
              <a:buClr>
                <a:srgbClr val="888888"/>
              </a:buClr>
              <a:buSzPts val="3600"/>
              <a:buFont typeface="Calibri"/>
              <a:buNone/>
              <a:defRPr>
                <a:solidFill>
                  <a:srgbClr val="888888"/>
                </a:solidFill>
              </a:defRPr>
            </a:lvl2pPr>
            <a:lvl3pPr marL="0" lvl="2" indent="0" algn="r">
              <a:lnSpc>
                <a:spcPct val="100000"/>
              </a:lnSpc>
              <a:spcBef>
                <a:spcPts val="0"/>
              </a:spcBef>
              <a:spcAft>
                <a:spcPts val="0"/>
              </a:spcAft>
              <a:buClr>
                <a:srgbClr val="888888"/>
              </a:buClr>
              <a:buSzPts val="3600"/>
              <a:buFont typeface="Calibri"/>
              <a:buNone/>
              <a:defRPr>
                <a:solidFill>
                  <a:srgbClr val="888888"/>
                </a:solidFill>
              </a:defRPr>
            </a:lvl3pPr>
            <a:lvl4pPr marL="0" lvl="3" indent="0" algn="r">
              <a:lnSpc>
                <a:spcPct val="100000"/>
              </a:lnSpc>
              <a:spcBef>
                <a:spcPts val="0"/>
              </a:spcBef>
              <a:spcAft>
                <a:spcPts val="0"/>
              </a:spcAft>
              <a:buClr>
                <a:srgbClr val="888888"/>
              </a:buClr>
              <a:buSzPts val="3600"/>
              <a:buFont typeface="Calibri"/>
              <a:buNone/>
              <a:defRPr>
                <a:solidFill>
                  <a:srgbClr val="888888"/>
                </a:solidFill>
              </a:defRPr>
            </a:lvl4pPr>
            <a:lvl5pPr marL="0" lvl="4" indent="0" algn="r">
              <a:lnSpc>
                <a:spcPct val="100000"/>
              </a:lnSpc>
              <a:spcBef>
                <a:spcPts val="0"/>
              </a:spcBef>
              <a:spcAft>
                <a:spcPts val="0"/>
              </a:spcAft>
              <a:buClr>
                <a:srgbClr val="888888"/>
              </a:buClr>
              <a:buSzPts val="3600"/>
              <a:buFont typeface="Calibri"/>
              <a:buNone/>
              <a:defRPr>
                <a:solidFill>
                  <a:srgbClr val="888888"/>
                </a:solidFill>
              </a:defRPr>
            </a:lvl5pPr>
            <a:lvl6pPr marL="0" lvl="5" indent="0" algn="r">
              <a:lnSpc>
                <a:spcPct val="100000"/>
              </a:lnSpc>
              <a:spcBef>
                <a:spcPts val="0"/>
              </a:spcBef>
              <a:spcAft>
                <a:spcPts val="0"/>
              </a:spcAft>
              <a:buClr>
                <a:srgbClr val="888888"/>
              </a:buClr>
              <a:buSzPts val="3600"/>
              <a:buFont typeface="Calibri"/>
              <a:buNone/>
              <a:defRPr>
                <a:solidFill>
                  <a:srgbClr val="888888"/>
                </a:solidFill>
              </a:defRPr>
            </a:lvl6pPr>
            <a:lvl7pPr marL="0" lvl="6" indent="0" algn="r">
              <a:lnSpc>
                <a:spcPct val="100000"/>
              </a:lnSpc>
              <a:spcBef>
                <a:spcPts val="0"/>
              </a:spcBef>
              <a:spcAft>
                <a:spcPts val="0"/>
              </a:spcAft>
              <a:buClr>
                <a:srgbClr val="888888"/>
              </a:buClr>
              <a:buSzPts val="3600"/>
              <a:buFont typeface="Calibri"/>
              <a:buNone/>
              <a:defRPr>
                <a:solidFill>
                  <a:srgbClr val="888888"/>
                </a:solidFill>
              </a:defRPr>
            </a:lvl7pPr>
            <a:lvl8pPr marL="0" lvl="7" indent="0" algn="r">
              <a:lnSpc>
                <a:spcPct val="100000"/>
              </a:lnSpc>
              <a:spcBef>
                <a:spcPts val="0"/>
              </a:spcBef>
              <a:spcAft>
                <a:spcPts val="0"/>
              </a:spcAft>
              <a:buClr>
                <a:srgbClr val="888888"/>
              </a:buClr>
              <a:buSzPts val="3600"/>
              <a:buFont typeface="Calibri"/>
              <a:buNone/>
              <a:defRPr>
                <a:solidFill>
                  <a:srgbClr val="888888"/>
                </a:solidFill>
              </a:defRPr>
            </a:lvl8pPr>
            <a:lvl9pPr marL="0" lvl="8" indent="0" algn="r">
              <a:lnSpc>
                <a:spcPct val="100000"/>
              </a:lnSpc>
              <a:spcBef>
                <a:spcPts val="0"/>
              </a:spcBef>
              <a:spcAft>
                <a:spcPts val="0"/>
              </a:spcAft>
              <a:buClr>
                <a:srgbClr val="888888"/>
              </a:buClr>
              <a:buSzPts val="3600"/>
              <a:buFont typeface="Calibri"/>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3600" b="0" i="0" u="none" strike="noStrike" cap="none">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theme" Target="../theme/theme2.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3.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70"/>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660000"/>
              </a:buClr>
              <a:buSzPts val="5120"/>
              <a:buFont typeface="Century Gothic"/>
              <a:buNone/>
              <a:defRPr sz="5120" b="1" i="0" u="none" strike="noStrike" cap="none">
                <a:solidFill>
                  <a:srgbClr val="660000"/>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70"/>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lvl1pPr marL="457200" marR="0" lvl="0" indent="-481457" algn="l" rtl="0">
              <a:lnSpc>
                <a:spcPct val="90000"/>
              </a:lnSpc>
              <a:spcBef>
                <a:spcPts val="1422"/>
              </a:spcBef>
              <a:spcAft>
                <a:spcPts val="0"/>
              </a:spcAft>
              <a:buClr>
                <a:srgbClr val="FF6600"/>
              </a:buClr>
              <a:buSzPts val="3982"/>
              <a:buFont typeface="Merriweather Sans"/>
              <a:buChar char="▸"/>
              <a:defRPr sz="3982" b="0" i="0" u="none" strike="noStrike" cap="none">
                <a:solidFill>
                  <a:schemeClr val="dk1"/>
                </a:solidFill>
                <a:latin typeface="Palatino Linotype"/>
                <a:ea typeface="Palatino Linotype"/>
                <a:cs typeface="Palatino Linotype"/>
                <a:sym typeface="Palatino Linotype"/>
              </a:defRPr>
            </a:lvl1pPr>
            <a:lvl2pPr marL="914400" marR="0" lvl="1" indent="-445326" algn="l" rtl="0">
              <a:lnSpc>
                <a:spcPct val="90000"/>
              </a:lnSpc>
              <a:spcBef>
                <a:spcPts val="711"/>
              </a:spcBef>
              <a:spcAft>
                <a:spcPts val="0"/>
              </a:spcAft>
              <a:buClr>
                <a:srgbClr val="FF6600"/>
              </a:buClr>
              <a:buSzPts val="3413"/>
              <a:buFont typeface="Noto Sans Symbols"/>
              <a:buChar char="▪"/>
              <a:defRPr sz="3413" b="0" i="0" u="none" strike="noStrike" cap="none">
                <a:solidFill>
                  <a:schemeClr val="dk1"/>
                </a:solidFill>
                <a:latin typeface="Palatino Linotype"/>
                <a:ea typeface="Palatino Linotype"/>
                <a:cs typeface="Palatino Linotype"/>
                <a:sym typeface="Palatino Linotype"/>
              </a:defRPr>
            </a:lvl2pPr>
            <a:lvl3pPr marL="1371600" marR="0" lvl="2" indent="-409194" algn="l" rtl="0">
              <a:lnSpc>
                <a:spcPct val="90000"/>
              </a:lnSpc>
              <a:spcBef>
                <a:spcPts val="711"/>
              </a:spcBef>
              <a:spcAft>
                <a:spcPts val="0"/>
              </a:spcAft>
              <a:buClr>
                <a:srgbClr val="FF6600"/>
              </a:buClr>
              <a:buSzPts val="2844"/>
              <a:buFont typeface="Arial"/>
              <a:buChar char="•"/>
              <a:defRPr sz="2844" b="0" i="0" u="none" strike="noStrike" cap="none">
                <a:solidFill>
                  <a:schemeClr val="dk1"/>
                </a:solidFill>
                <a:latin typeface="Palatino Linotype"/>
                <a:ea typeface="Palatino Linotype"/>
                <a:cs typeface="Palatino Linotype"/>
                <a:sym typeface="Palatino Linotype"/>
              </a:defRPr>
            </a:lvl3pPr>
            <a:lvl4pPr marL="1828800" marR="0" lvl="3" indent="-391160" algn="l" rtl="0">
              <a:lnSpc>
                <a:spcPct val="9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4pPr>
            <a:lvl5pPr marL="2286000" marR="0" lvl="4" indent="-391160" algn="l" rtl="0">
              <a:lnSpc>
                <a:spcPct val="9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5pPr>
            <a:lvl6pPr marL="2743200" marR="0" lvl="5"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6pPr>
            <a:lvl7pPr marL="3200400" marR="0" lvl="6"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7pPr>
            <a:lvl8pPr marL="3657600" marR="0" lvl="7"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8pPr>
            <a:lvl9pPr marL="4114800" marR="0" lvl="8"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9pPr>
          </a:lstStyle>
          <a:p>
            <a:endParaRPr/>
          </a:p>
        </p:txBody>
      </p:sp>
      <p:sp>
        <p:nvSpPr>
          <p:cNvPr id="8" name="Google Shape;8;p70"/>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420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1pPr>
            <a:lvl2pPr marR="0" lvl="1"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2pPr>
            <a:lvl3pPr marR="0" lvl="2"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3pPr>
            <a:lvl4pPr marR="0" lvl="3"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4pPr>
            <a:lvl5pPr marR="0" lvl="4"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5pPr>
            <a:lvl6pPr marR="0" lvl="5"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6pPr>
            <a:lvl7pPr marR="0" lvl="6"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7pPr>
            <a:lvl8pPr marR="0" lvl="7"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8pPr>
            <a:lvl9pPr marR="0" lvl="8"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9pPr>
          </a:lstStyle>
          <a:p>
            <a:endParaRPr/>
          </a:p>
        </p:txBody>
      </p:sp>
      <p:sp>
        <p:nvSpPr>
          <p:cNvPr id="9" name="Google Shape;9;p70"/>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420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1pPr>
            <a:lvl2pPr marR="0" lvl="1"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2pPr>
            <a:lvl3pPr marR="0" lvl="2"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3pPr>
            <a:lvl4pPr marR="0" lvl="3"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4pPr>
            <a:lvl5pPr marR="0" lvl="4"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5pPr>
            <a:lvl6pPr marR="0" lvl="5"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6pPr>
            <a:lvl7pPr marR="0" lvl="6"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7pPr>
            <a:lvl8pPr marR="0" lvl="7"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8pPr>
            <a:lvl9pPr marR="0" lvl="8"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9pPr>
          </a:lstStyle>
          <a:p>
            <a:endParaRPr/>
          </a:p>
        </p:txBody>
      </p:sp>
      <p:sp>
        <p:nvSpPr>
          <p:cNvPr id="10" name="Google Shape;10;p70"/>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1pPr>
            <a:lvl2pPr marL="0" marR="0" lvl="1"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2pPr>
            <a:lvl3pPr marL="0" marR="0" lvl="2"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3pPr>
            <a:lvl4pPr marL="0" marR="0" lvl="3"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4pPr>
            <a:lvl5pPr marL="0" marR="0" lvl="4"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5pPr>
            <a:lvl6pPr marL="0" marR="0" lvl="5"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6pPr>
            <a:lvl7pPr marL="0" marR="0" lvl="6"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7pPr>
            <a:lvl8pPr marL="0" marR="0" lvl="7"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8pPr>
            <a:lvl9pPr marL="0" marR="0" lvl="8"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7"/>
        <p:cNvGrpSpPr/>
        <p:nvPr/>
      </p:nvGrpSpPr>
      <p:grpSpPr>
        <a:xfrm>
          <a:off x="0" y="0"/>
          <a:ext cx="0" cy="0"/>
          <a:chOff x="0" y="0"/>
          <a:chExt cx="0" cy="0"/>
        </a:xfrm>
      </p:grpSpPr>
      <p:sp>
        <p:nvSpPr>
          <p:cNvPr id="48" name="Google Shape;48;p72"/>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660000"/>
              </a:buClr>
              <a:buSzPts val="5120"/>
              <a:buFont typeface="Century Gothic"/>
              <a:buNone/>
              <a:defRPr sz="5120" b="1" i="0" u="none" strike="noStrike" cap="none">
                <a:solidFill>
                  <a:srgbClr val="660000"/>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9" name="Google Shape;49;p72"/>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lvl1pPr marL="457200" marR="0" lvl="0" indent="-481457" algn="l" rtl="0">
              <a:lnSpc>
                <a:spcPct val="90000"/>
              </a:lnSpc>
              <a:spcBef>
                <a:spcPts val="1422"/>
              </a:spcBef>
              <a:spcAft>
                <a:spcPts val="0"/>
              </a:spcAft>
              <a:buClr>
                <a:srgbClr val="FF6600"/>
              </a:buClr>
              <a:buSzPts val="3982"/>
              <a:buFont typeface="Merriweather Sans"/>
              <a:buChar char="▸"/>
              <a:defRPr sz="3982" b="0" i="0" u="none" strike="noStrike" cap="none">
                <a:solidFill>
                  <a:schemeClr val="dk1"/>
                </a:solidFill>
                <a:latin typeface="Palatino Linotype"/>
                <a:ea typeface="Palatino Linotype"/>
                <a:cs typeface="Palatino Linotype"/>
                <a:sym typeface="Palatino Linotype"/>
              </a:defRPr>
            </a:lvl1pPr>
            <a:lvl2pPr marL="914400" marR="0" lvl="1" indent="-445326" algn="l" rtl="0">
              <a:lnSpc>
                <a:spcPct val="90000"/>
              </a:lnSpc>
              <a:spcBef>
                <a:spcPts val="711"/>
              </a:spcBef>
              <a:spcAft>
                <a:spcPts val="0"/>
              </a:spcAft>
              <a:buClr>
                <a:srgbClr val="FF6600"/>
              </a:buClr>
              <a:buSzPts val="3413"/>
              <a:buFont typeface="Noto Sans Symbols"/>
              <a:buChar char="▪"/>
              <a:defRPr sz="3413" b="0" i="0" u="none" strike="noStrike" cap="none">
                <a:solidFill>
                  <a:schemeClr val="dk1"/>
                </a:solidFill>
                <a:latin typeface="Palatino Linotype"/>
                <a:ea typeface="Palatino Linotype"/>
                <a:cs typeface="Palatino Linotype"/>
                <a:sym typeface="Palatino Linotype"/>
              </a:defRPr>
            </a:lvl2pPr>
            <a:lvl3pPr marL="1371600" marR="0" lvl="2" indent="-409194" algn="l" rtl="0">
              <a:lnSpc>
                <a:spcPct val="90000"/>
              </a:lnSpc>
              <a:spcBef>
                <a:spcPts val="711"/>
              </a:spcBef>
              <a:spcAft>
                <a:spcPts val="0"/>
              </a:spcAft>
              <a:buClr>
                <a:srgbClr val="FF6600"/>
              </a:buClr>
              <a:buSzPts val="2844"/>
              <a:buFont typeface="Arial"/>
              <a:buChar char="•"/>
              <a:defRPr sz="2844" b="0" i="0" u="none" strike="noStrike" cap="none">
                <a:solidFill>
                  <a:schemeClr val="dk1"/>
                </a:solidFill>
                <a:latin typeface="Palatino Linotype"/>
                <a:ea typeface="Palatino Linotype"/>
                <a:cs typeface="Palatino Linotype"/>
                <a:sym typeface="Palatino Linotype"/>
              </a:defRPr>
            </a:lvl3pPr>
            <a:lvl4pPr marL="1828800" marR="0" lvl="3" indent="-391160" algn="l" rtl="0">
              <a:lnSpc>
                <a:spcPct val="9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4pPr>
            <a:lvl5pPr marL="2286000" marR="0" lvl="4" indent="-391160" algn="l" rtl="0">
              <a:lnSpc>
                <a:spcPct val="9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5pPr>
            <a:lvl6pPr marL="2743200" marR="0" lvl="5"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6pPr>
            <a:lvl7pPr marL="3200400" marR="0" lvl="6"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7pPr>
            <a:lvl8pPr marL="3657600" marR="0" lvl="7"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8pPr>
            <a:lvl9pPr marL="4114800" marR="0" lvl="8" indent="-391160" algn="l" rtl="0">
              <a:lnSpc>
                <a:spcPct val="90000"/>
              </a:lnSpc>
              <a:spcBef>
                <a:spcPts val="711"/>
              </a:spcBef>
              <a:spcAft>
                <a:spcPts val="0"/>
              </a:spcAft>
              <a:buClr>
                <a:schemeClr val="dk1"/>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9pPr>
          </a:lstStyle>
          <a:p>
            <a:endParaRPr/>
          </a:p>
        </p:txBody>
      </p:sp>
      <p:sp>
        <p:nvSpPr>
          <p:cNvPr id="50" name="Google Shape;50;p72"/>
          <p:cNvSpPr txBox="1">
            <a:spLocks noGrp="1"/>
          </p:cNvSpPr>
          <p:nvPr>
            <p:ph type="dt" idx="10"/>
          </p:nvPr>
        </p:nvSpPr>
        <p:spPr>
          <a:xfrm>
            <a:off x="894080" y="9040144"/>
            <a:ext cx="2926080" cy="5192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420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1pPr>
            <a:lvl2pPr marR="0" lvl="1"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2pPr>
            <a:lvl3pPr marR="0" lvl="2"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3pPr>
            <a:lvl4pPr marR="0" lvl="3"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4pPr>
            <a:lvl5pPr marR="0" lvl="4"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5pPr>
            <a:lvl6pPr marR="0" lvl="5"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6pPr>
            <a:lvl7pPr marR="0" lvl="6"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7pPr>
            <a:lvl8pPr marR="0" lvl="7"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8pPr>
            <a:lvl9pPr marR="0" lvl="8"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9pPr>
          </a:lstStyle>
          <a:p>
            <a:endParaRPr/>
          </a:p>
        </p:txBody>
      </p:sp>
      <p:sp>
        <p:nvSpPr>
          <p:cNvPr id="51" name="Google Shape;51;p72"/>
          <p:cNvSpPr txBox="1">
            <a:spLocks noGrp="1"/>
          </p:cNvSpPr>
          <p:nvPr>
            <p:ph type="ftr" idx="11"/>
          </p:nvPr>
        </p:nvSpPr>
        <p:spPr>
          <a:xfrm>
            <a:off x="4307840" y="9040144"/>
            <a:ext cx="4389120" cy="519289"/>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420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1pPr>
            <a:lvl2pPr marR="0" lvl="1"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2pPr>
            <a:lvl3pPr marR="0" lvl="2"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3pPr>
            <a:lvl4pPr marR="0" lvl="3"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4pPr>
            <a:lvl5pPr marR="0" lvl="4"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5pPr>
            <a:lvl6pPr marR="0" lvl="5"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6pPr>
            <a:lvl7pPr marR="0" lvl="6"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7pPr>
            <a:lvl8pPr marR="0" lvl="7"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8pPr>
            <a:lvl9pPr marR="0" lvl="8" algn="l" rtl="0">
              <a:lnSpc>
                <a:spcPct val="100000"/>
              </a:lnSpc>
              <a:spcBef>
                <a:spcPts val="4200"/>
              </a:spcBef>
              <a:spcAft>
                <a:spcPts val="0"/>
              </a:spcAft>
              <a:buClr>
                <a:srgbClr val="000000"/>
              </a:buClr>
              <a:buSzPts val="3600"/>
              <a:buFont typeface="Palatino Linotype"/>
              <a:buNone/>
              <a:defRPr sz="3600" b="0" i="0" u="none" strike="noStrike" cap="none">
                <a:solidFill>
                  <a:srgbClr val="000000"/>
                </a:solidFill>
                <a:latin typeface="Palatino Linotype"/>
                <a:ea typeface="Palatino Linotype"/>
                <a:cs typeface="Palatino Linotype"/>
                <a:sym typeface="Palatino Linotype"/>
              </a:defRPr>
            </a:lvl9pPr>
          </a:lstStyle>
          <a:p>
            <a:endParaRPr/>
          </a:p>
        </p:txBody>
      </p:sp>
      <p:sp>
        <p:nvSpPr>
          <p:cNvPr id="52" name="Google Shape;52;p72"/>
          <p:cNvSpPr txBox="1">
            <a:spLocks noGrp="1"/>
          </p:cNvSpPr>
          <p:nvPr>
            <p:ph type="sldNum" idx="12"/>
          </p:nvPr>
        </p:nvSpPr>
        <p:spPr>
          <a:xfrm>
            <a:off x="9184640" y="9040144"/>
            <a:ext cx="2926080" cy="519289"/>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1pPr>
            <a:lvl2pPr marL="0" marR="0" lvl="1"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2pPr>
            <a:lvl3pPr marL="0" marR="0" lvl="2"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3pPr>
            <a:lvl4pPr marL="0" marR="0" lvl="3"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4pPr>
            <a:lvl5pPr marL="0" marR="0" lvl="4"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5pPr>
            <a:lvl6pPr marL="0" marR="0" lvl="5"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6pPr>
            <a:lvl7pPr marL="0" marR="0" lvl="6"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7pPr>
            <a:lvl8pPr marL="0" marR="0" lvl="7"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8pPr>
            <a:lvl9pPr marL="0" marR="0" lvl="8" indent="0" algn="r" rtl="0">
              <a:lnSpc>
                <a:spcPct val="100000"/>
              </a:lnSpc>
              <a:spcBef>
                <a:spcPts val="0"/>
              </a:spcBef>
              <a:spcAft>
                <a:spcPts val="0"/>
              </a:spcAft>
              <a:buClr>
                <a:srgbClr val="888888"/>
              </a:buClr>
              <a:buSzPts val="1707"/>
              <a:buFont typeface="Palatino Linotype"/>
              <a:buNone/>
              <a:defRPr sz="1707" b="0" i="0" u="none" strike="noStrike" cap="none">
                <a:solidFill>
                  <a:srgbClr val="888888"/>
                </a:solidFill>
                <a:latin typeface="Palatino Linotype"/>
                <a:ea typeface="Palatino Linotype"/>
                <a:cs typeface="Palatino Linotype"/>
                <a:sym typeface="Palatino Linotype"/>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1"/>
        <p:cNvGrpSpPr/>
        <p:nvPr/>
      </p:nvGrpSpPr>
      <p:grpSpPr>
        <a:xfrm>
          <a:off x="0" y="0"/>
          <a:ext cx="0" cy="0"/>
          <a:chOff x="0" y="0"/>
          <a:chExt cx="0" cy="0"/>
        </a:xfrm>
      </p:grpSpPr>
      <p:sp>
        <p:nvSpPr>
          <p:cNvPr id="82" name="Google Shape;82;p75"/>
          <p:cNvSpPr txBox="1">
            <a:spLocks noGrp="1"/>
          </p:cNvSpPr>
          <p:nvPr>
            <p:ph type="title"/>
          </p:nvPr>
        </p:nvSpPr>
        <p:spPr>
          <a:xfrm>
            <a:off x="5554846" y="1730875"/>
            <a:ext cx="1528966" cy="32316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2100" b="0" i="0" u="none" strike="noStrike" cap="non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3" name="Google Shape;83;p75"/>
          <p:cNvSpPr txBox="1">
            <a:spLocks noGrp="1"/>
          </p:cNvSpPr>
          <p:nvPr>
            <p:ph type="body" idx="1"/>
          </p:nvPr>
        </p:nvSpPr>
        <p:spPr>
          <a:xfrm>
            <a:off x="650240" y="2243328"/>
            <a:ext cx="11704320" cy="276999"/>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800" b="0" i="0" u="none" strike="noStrike" cap="none">
                <a:latin typeface="Calibri"/>
                <a:ea typeface="Calibri"/>
                <a:cs typeface="Calibri"/>
                <a:sym typeface="Calibri"/>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4" name="Google Shape;84;p75"/>
          <p:cNvSpPr txBox="1">
            <a:spLocks noGrp="1"/>
          </p:cNvSpPr>
          <p:nvPr>
            <p:ph type="ftr" idx="11"/>
          </p:nvPr>
        </p:nvSpPr>
        <p:spPr>
          <a:xfrm>
            <a:off x="4421632" y="9070849"/>
            <a:ext cx="4161536" cy="553998"/>
          </a:xfrm>
          <a:prstGeom prst="rect">
            <a:avLst/>
          </a:prstGeom>
          <a:noFill/>
          <a:ln>
            <a:noFill/>
          </a:ln>
        </p:spPr>
        <p:txBody>
          <a:bodyPr spcFirstLastPara="1" wrap="square" lIns="0" tIns="0" rIns="0" bIns="0" anchor="t" anchorCtr="0">
            <a:spAutoFit/>
          </a:bodyPr>
          <a:lstStyle>
            <a:lvl1pPr marR="0" lvl="0" algn="ctr" rtl="0">
              <a:lnSpc>
                <a:spcPct val="100000"/>
              </a:lnSpc>
              <a:spcBef>
                <a:spcPts val="420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1pPr>
            <a:lvl2pPr marR="0" lvl="1"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2pPr>
            <a:lvl3pPr marR="0" lvl="2"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3pPr>
            <a:lvl4pPr marR="0" lvl="3"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4pPr>
            <a:lvl5pPr marR="0" lvl="4"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5pPr>
            <a:lvl6pPr marR="0" lvl="5"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6pPr>
            <a:lvl7pPr marR="0" lvl="6"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7pPr>
            <a:lvl8pPr marR="0" lvl="7"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8pPr>
            <a:lvl9pPr marR="0" lvl="8"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9pPr>
          </a:lstStyle>
          <a:p>
            <a:endParaRPr/>
          </a:p>
        </p:txBody>
      </p:sp>
      <p:sp>
        <p:nvSpPr>
          <p:cNvPr id="85" name="Google Shape;85;p75"/>
          <p:cNvSpPr txBox="1">
            <a:spLocks noGrp="1"/>
          </p:cNvSpPr>
          <p:nvPr>
            <p:ph type="dt" idx="10"/>
          </p:nvPr>
        </p:nvSpPr>
        <p:spPr>
          <a:xfrm>
            <a:off x="650240" y="9070849"/>
            <a:ext cx="2991104" cy="553998"/>
          </a:xfrm>
          <a:prstGeom prst="rect">
            <a:avLst/>
          </a:prstGeom>
          <a:noFill/>
          <a:ln>
            <a:noFill/>
          </a:ln>
        </p:spPr>
        <p:txBody>
          <a:bodyPr spcFirstLastPara="1" wrap="square" lIns="0" tIns="0" rIns="0" bIns="0" anchor="t" anchorCtr="0">
            <a:spAutoFit/>
          </a:bodyPr>
          <a:lstStyle>
            <a:lvl1pPr marR="0" lvl="0" algn="l" rtl="0">
              <a:lnSpc>
                <a:spcPct val="100000"/>
              </a:lnSpc>
              <a:spcBef>
                <a:spcPts val="420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1pPr>
            <a:lvl2pPr marR="0" lvl="1"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2pPr>
            <a:lvl3pPr marR="0" lvl="2"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3pPr>
            <a:lvl4pPr marR="0" lvl="3"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4pPr>
            <a:lvl5pPr marR="0" lvl="4"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5pPr>
            <a:lvl6pPr marR="0" lvl="5"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6pPr>
            <a:lvl7pPr marR="0" lvl="6"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7pPr>
            <a:lvl8pPr marR="0" lvl="7"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8pPr>
            <a:lvl9pPr marR="0" lvl="8" algn="l" rtl="0">
              <a:lnSpc>
                <a:spcPct val="100000"/>
              </a:lnSpc>
              <a:spcBef>
                <a:spcPts val="4200"/>
              </a:spcBef>
              <a:spcAft>
                <a:spcPts val="0"/>
              </a:spcAft>
              <a:buClr>
                <a:srgbClr val="000000"/>
              </a:buClr>
              <a:buSzPts val="3600"/>
              <a:buFont typeface="Calibri"/>
              <a:buNone/>
              <a:defRPr sz="3600" b="0" i="0" u="none" strike="noStrike" cap="none">
                <a:solidFill>
                  <a:srgbClr val="000000"/>
                </a:solidFill>
                <a:latin typeface="Calibri"/>
                <a:ea typeface="Calibri"/>
                <a:cs typeface="Calibri"/>
                <a:sym typeface="Calibri"/>
              </a:defRPr>
            </a:lvl9pPr>
          </a:lstStyle>
          <a:p>
            <a:endParaRPr/>
          </a:p>
        </p:txBody>
      </p:sp>
      <p:sp>
        <p:nvSpPr>
          <p:cNvPr id="86" name="Google Shape;86;p75"/>
          <p:cNvSpPr txBox="1">
            <a:spLocks noGrp="1"/>
          </p:cNvSpPr>
          <p:nvPr>
            <p:ph type="sldNum" idx="12"/>
          </p:nvPr>
        </p:nvSpPr>
        <p:spPr>
          <a:xfrm>
            <a:off x="9363456" y="9070849"/>
            <a:ext cx="2991104" cy="553998"/>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888888"/>
              </a:buClr>
              <a:buSzPts val="3600"/>
              <a:buFont typeface="Calibri"/>
              <a:buNone/>
              <a:defRPr sz="3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20.png"/><Relationship Id="rId18" Type="http://schemas.openxmlformats.org/officeDocument/2006/relationships/customXml" Target="../ink/ink5.xml"/><Relationship Id="rId26" Type="http://schemas.openxmlformats.org/officeDocument/2006/relationships/customXml" Target="../ink/ink9.xml"/><Relationship Id="rId3" Type="http://schemas.openxmlformats.org/officeDocument/2006/relationships/image" Target="../media/image8.png"/><Relationship Id="rId21" Type="http://schemas.openxmlformats.org/officeDocument/2006/relationships/image" Target="../media/image24.png"/><Relationship Id="rId7" Type="http://schemas.openxmlformats.org/officeDocument/2006/relationships/image" Target="../media/image17.png"/><Relationship Id="rId12" Type="http://schemas.openxmlformats.org/officeDocument/2006/relationships/customXml" Target="../ink/ink2.xml"/><Relationship Id="rId17" Type="http://schemas.openxmlformats.org/officeDocument/2006/relationships/image" Target="../media/image22.png"/><Relationship Id="rId25" Type="http://schemas.openxmlformats.org/officeDocument/2006/relationships/image" Target="../media/image26.png"/><Relationship Id="rId2" Type="http://schemas.openxmlformats.org/officeDocument/2006/relationships/notesSlide" Target="../notesSlides/notesSlide24.xml"/><Relationship Id="rId16" Type="http://schemas.openxmlformats.org/officeDocument/2006/relationships/customXml" Target="../ink/ink4.xml"/><Relationship Id="rId20" Type="http://schemas.openxmlformats.org/officeDocument/2006/relationships/customXml" Target="../ink/ink6.xml"/><Relationship Id="rId1" Type="http://schemas.openxmlformats.org/officeDocument/2006/relationships/slideLayout" Target="../slideLayouts/slideLayout8.xml"/><Relationship Id="rId6" Type="http://schemas.openxmlformats.org/officeDocument/2006/relationships/image" Target="../media/image7.png"/><Relationship Id="rId11" Type="http://schemas.openxmlformats.org/officeDocument/2006/relationships/image" Target="../media/image19.png"/><Relationship Id="rId24" Type="http://schemas.openxmlformats.org/officeDocument/2006/relationships/customXml" Target="../ink/ink8.xml"/><Relationship Id="rId5" Type="http://schemas.openxmlformats.org/officeDocument/2006/relationships/image" Target="../media/image6.png"/><Relationship Id="rId15" Type="http://schemas.openxmlformats.org/officeDocument/2006/relationships/image" Target="../media/image21.png"/><Relationship Id="rId23" Type="http://schemas.openxmlformats.org/officeDocument/2006/relationships/image" Target="../media/image25.png"/><Relationship Id="rId10" Type="http://schemas.openxmlformats.org/officeDocument/2006/relationships/customXml" Target="../ink/ink1.xml"/><Relationship Id="rId19" Type="http://schemas.openxmlformats.org/officeDocument/2006/relationships/image" Target="../media/image23.png"/><Relationship Id="rId4" Type="http://schemas.openxmlformats.org/officeDocument/2006/relationships/image" Target="../media/image9.png"/><Relationship Id="rId9" Type="http://schemas.openxmlformats.org/officeDocument/2006/relationships/image" Target="../media/image18.png"/><Relationship Id="rId14" Type="http://schemas.openxmlformats.org/officeDocument/2006/relationships/customXml" Target="../ink/ink3.xml"/><Relationship Id="rId22" Type="http://schemas.openxmlformats.org/officeDocument/2006/relationships/customXml" Target="../ink/ink7.xml"/><Relationship Id="rId27" Type="http://schemas.openxmlformats.org/officeDocument/2006/relationships/image" Target="../media/image27.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4.png"/><Relationship Id="rId3" Type="http://schemas.openxmlformats.org/officeDocument/2006/relationships/image" Target="../media/image17.png"/><Relationship Id="rId7" Type="http://schemas.openxmlformats.org/officeDocument/2006/relationships/image" Target="../media/image30.png"/><Relationship Id="rId12" Type="http://schemas.openxmlformats.org/officeDocument/2006/relationships/customXml" Target="../ink/ink11.xml"/><Relationship Id="rId2" Type="http://schemas.openxmlformats.org/officeDocument/2006/relationships/notesSlide" Target="../notesSlides/notesSlide27.xml"/><Relationship Id="rId1" Type="http://schemas.openxmlformats.org/officeDocument/2006/relationships/slideLayout" Target="../slideLayouts/slideLayout8.xml"/><Relationship Id="rId6" Type="http://schemas.openxmlformats.org/officeDocument/2006/relationships/image" Target="../media/image18.png"/><Relationship Id="rId11" Type="http://schemas.openxmlformats.org/officeDocument/2006/relationships/image" Target="../media/image33.png"/><Relationship Id="rId5" Type="http://schemas.openxmlformats.org/officeDocument/2006/relationships/image" Target="../media/image6.png"/><Relationship Id="rId15" Type="http://schemas.openxmlformats.org/officeDocument/2006/relationships/image" Target="../media/image35.png"/><Relationship Id="rId10" Type="http://schemas.openxmlformats.org/officeDocument/2006/relationships/customXml" Target="../ink/ink10.xml"/><Relationship Id="rId4" Type="http://schemas.openxmlformats.org/officeDocument/2006/relationships/image" Target="../media/image9.png"/><Relationship Id="rId9" Type="http://schemas.openxmlformats.org/officeDocument/2006/relationships/image" Target="../media/image32.png"/><Relationship Id="rId14" Type="http://schemas.openxmlformats.org/officeDocument/2006/relationships/customXml" Target="../ink/ink12.xml"/></Relationships>
</file>

<file path=ppt/slides/_rels/slide2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7.png"/><Relationship Id="rId7"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9.png"/><Relationship Id="rId9" Type="http://schemas.openxmlformats.org/officeDocument/2006/relationships/image" Target="../media/image32.png"/></Relationships>
</file>

<file path=ppt/slides/_rels/slide2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1.png"/><Relationship Id="rId7"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8.xml"/><Relationship Id="rId5" Type="http://schemas.openxmlformats.org/officeDocument/2006/relationships/image" Target="../media/image41.png"/><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3.xml"/><Relationship Id="rId1" Type="http://schemas.openxmlformats.org/officeDocument/2006/relationships/slideLayout" Target="../slideLayouts/slideLayout8.xml"/><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hyperlink" Target="https://www.youtube.com/watch?v=Ilg3gGewQ5U" TargetMode="External"/><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9.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hyperlink" Target="https://playground.tensorflow.org/" TargetMode="External"/><Relationship Id="rId2" Type="http://schemas.openxmlformats.org/officeDocument/2006/relationships/notesSlide" Target="../notesSlides/notesSlide43.xml"/><Relationship Id="rId1" Type="http://schemas.openxmlformats.org/officeDocument/2006/relationships/slideLayout" Target="../slideLayouts/slideLayout8.xml"/><Relationship Id="rId4" Type="http://schemas.openxmlformats.org/officeDocument/2006/relationships/hyperlink" Target="http://www.ccom.ucsd.edu/~cdeotte/programs/neuralnetwork.html" TargetMode="Externa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8.xml"/><Relationship Id="rId5" Type="http://schemas.openxmlformats.org/officeDocument/2006/relationships/image" Target="../media/image3.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49.png"/></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5.xml"/><Relationship Id="rId1" Type="http://schemas.openxmlformats.org/officeDocument/2006/relationships/slideLayout" Target="../slideLayouts/slideLayout8.xml"/><Relationship Id="rId5" Type="http://schemas.openxmlformats.org/officeDocument/2006/relationships/image" Target="../media/image52.png"/><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7.png"/><Relationship Id="rId2" Type="http://schemas.openxmlformats.org/officeDocument/2006/relationships/notesSlide" Target="../notesSlides/notesSlide56.xml"/><Relationship Id="rId16" Type="http://schemas.openxmlformats.org/officeDocument/2006/relationships/image" Target="../media/image66.png"/><Relationship Id="rId20" Type="http://schemas.openxmlformats.org/officeDocument/2006/relationships/image" Target="../media/image70.png"/><Relationship Id="rId1" Type="http://schemas.openxmlformats.org/officeDocument/2006/relationships/slideLayout" Target="../slideLayouts/slideLayout13.xml"/><Relationship Id="rId6" Type="http://schemas.openxmlformats.org/officeDocument/2006/relationships/image" Target="../media/image56.png"/><Relationship Id="rId11" Type="http://schemas.openxmlformats.org/officeDocument/2006/relationships/image" Target="../media/image61.png"/><Relationship Id="rId5" Type="http://schemas.openxmlformats.org/officeDocument/2006/relationships/image" Target="../media/image55.png"/><Relationship Id="rId15" Type="http://schemas.openxmlformats.org/officeDocument/2006/relationships/image" Target="../media/image65.png"/><Relationship Id="rId10" Type="http://schemas.openxmlformats.org/officeDocument/2006/relationships/image" Target="../media/image60.png"/><Relationship Id="rId19" Type="http://schemas.openxmlformats.org/officeDocument/2006/relationships/image" Target="../media/image69.png"/><Relationship Id="rId4" Type="http://schemas.openxmlformats.org/officeDocument/2006/relationships/image" Target="../media/image54.png"/><Relationship Id="rId9" Type="http://schemas.openxmlformats.org/officeDocument/2006/relationships/image" Target="../media/image59.png"/><Relationship Id="rId14" Type="http://schemas.openxmlformats.org/officeDocument/2006/relationships/image" Target="../media/image64.png"/></Relationships>
</file>

<file path=ppt/slides/_rels/slide57.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54.png"/><Relationship Id="rId18" Type="http://schemas.openxmlformats.org/officeDocument/2006/relationships/image" Target="../media/image59.png"/><Relationship Id="rId3" Type="http://schemas.openxmlformats.org/officeDocument/2006/relationships/image" Target="../media/image71.png"/><Relationship Id="rId21" Type="http://schemas.openxmlformats.org/officeDocument/2006/relationships/image" Target="../media/image62.png"/><Relationship Id="rId7" Type="http://schemas.openxmlformats.org/officeDocument/2006/relationships/image" Target="../media/image64.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78.png"/><Relationship Id="rId2" Type="http://schemas.openxmlformats.org/officeDocument/2006/relationships/notesSlide" Target="../notesSlides/notesSlide57.xml"/><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image" Target="../media/image74.png"/><Relationship Id="rId11" Type="http://schemas.openxmlformats.org/officeDocument/2006/relationships/image" Target="../media/image68.png"/><Relationship Id="rId24" Type="http://schemas.openxmlformats.org/officeDocument/2006/relationships/image" Target="../media/image77.png"/><Relationship Id="rId5" Type="http://schemas.openxmlformats.org/officeDocument/2006/relationships/image" Target="../media/image73.png"/><Relationship Id="rId15" Type="http://schemas.openxmlformats.org/officeDocument/2006/relationships/image" Target="../media/image56.png"/><Relationship Id="rId23" Type="http://schemas.openxmlformats.org/officeDocument/2006/relationships/image" Target="../media/image76.png"/><Relationship Id="rId10" Type="http://schemas.openxmlformats.org/officeDocument/2006/relationships/image" Target="../media/image67.png"/><Relationship Id="rId19" Type="http://schemas.openxmlformats.org/officeDocument/2006/relationships/image" Target="../media/image60.png"/><Relationship Id="rId4" Type="http://schemas.openxmlformats.org/officeDocument/2006/relationships/image" Target="../media/image72.png"/><Relationship Id="rId9" Type="http://schemas.openxmlformats.org/officeDocument/2006/relationships/image" Target="../media/image75.png"/><Relationship Id="rId14" Type="http://schemas.openxmlformats.org/officeDocument/2006/relationships/image" Target="../media/image55.png"/><Relationship Id="rId22" Type="http://schemas.openxmlformats.org/officeDocument/2006/relationships/image" Target="../media/image63.png"/></Relationships>
</file>

<file path=ppt/slides/_rels/slide58.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image" Target="../media/image75.png"/><Relationship Id="rId21" Type="http://schemas.openxmlformats.org/officeDocument/2006/relationships/image" Target="../media/image76.png"/><Relationship Id="rId7" Type="http://schemas.openxmlformats.org/officeDocument/2006/relationships/image" Target="../media/image68.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notesSlide" Target="../notesSlides/notesSlide58.xml"/><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13.xml"/><Relationship Id="rId6" Type="http://schemas.openxmlformats.org/officeDocument/2006/relationships/image" Target="../media/image67.png"/><Relationship Id="rId11" Type="http://schemas.openxmlformats.org/officeDocument/2006/relationships/image" Target="../media/image54.png"/><Relationship Id="rId5" Type="http://schemas.openxmlformats.org/officeDocument/2006/relationships/image" Target="../media/image65.png"/><Relationship Id="rId15" Type="http://schemas.openxmlformats.org/officeDocument/2006/relationships/image" Target="../media/image58.png"/><Relationship Id="rId23" Type="http://schemas.openxmlformats.org/officeDocument/2006/relationships/image" Target="../media/image79.png"/><Relationship Id="rId10" Type="http://schemas.openxmlformats.org/officeDocument/2006/relationships/image" Target="../media/image53.png"/><Relationship Id="rId19" Type="http://schemas.openxmlformats.org/officeDocument/2006/relationships/image" Target="../media/image62.png"/><Relationship Id="rId4" Type="http://schemas.openxmlformats.org/officeDocument/2006/relationships/image" Target="../media/image64.png"/><Relationship Id="rId9" Type="http://schemas.openxmlformats.org/officeDocument/2006/relationships/image" Target="../media/image70.png"/><Relationship Id="rId14" Type="http://schemas.openxmlformats.org/officeDocument/2006/relationships/image" Target="../media/image57.png"/><Relationship Id="rId22" Type="http://schemas.openxmlformats.org/officeDocument/2006/relationships/image" Target="../media/image77.png"/></Relationships>
</file>

<file path=ppt/slides/_rels/slide59.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56.png"/><Relationship Id="rId18" Type="http://schemas.openxmlformats.org/officeDocument/2006/relationships/image" Target="../media/image61.png"/><Relationship Id="rId3" Type="http://schemas.openxmlformats.org/officeDocument/2006/relationships/image" Target="../media/image75.png"/><Relationship Id="rId21" Type="http://schemas.openxmlformats.org/officeDocument/2006/relationships/image" Target="../media/image76.png"/><Relationship Id="rId7" Type="http://schemas.openxmlformats.org/officeDocument/2006/relationships/image" Target="../media/image68.png"/><Relationship Id="rId12" Type="http://schemas.openxmlformats.org/officeDocument/2006/relationships/image" Target="../media/image55.png"/><Relationship Id="rId17" Type="http://schemas.openxmlformats.org/officeDocument/2006/relationships/image" Target="../media/image60.png"/><Relationship Id="rId2" Type="http://schemas.openxmlformats.org/officeDocument/2006/relationships/notesSlide" Target="../notesSlides/notesSlide59.xml"/><Relationship Id="rId16" Type="http://schemas.openxmlformats.org/officeDocument/2006/relationships/image" Target="../media/image59.png"/><Relationship Id="rId20" Type="http://schemas.openxmlformats.org/officeDocument/2006/relationships/image" Target="../media/image63.png"/><Relationship Id="rId1" Type="http://schemas.openxmlformats.org/officeDocument/2006/relationships/slideLayout" Target="../slideLayouts/slideLayout13.xml"/><Relationship Id="rId6" Type="http://schemas.openxmlformats.org/officeDocument/2006/relationships/image" Target="../media/image67.png"/><Relationship Id="rId11" Type="http://schemas.openxmlformats.org/officeDocument/2006/relationships/image" Target="../media/image54.png"/><Relationship Id="rId5" Type="http://schemas.openxmlformats.org/officeDocument/2006/relationships/image" Target="../media/image65.png"/><Relationship Id="rId15" Type="http://schemas.openxmlformats.org/officeDocument/2006/relationships/image" Target="../media/image58.png"/><Relationship Id="rId23" Type="http://schemas.openxmlformats.org/officeDocument/2006/relationships/image" Target="../media/image79.png"/><Relationship Id="rId10" Type="http://schemas.openxmlformats.org/officeDocument/2006/relationships/image" Target="../media/image53.png"/><Relationship Id="rId19" Type="http://schemas.openxmlformats.org/officeDocument/2006/relationships/image" Target="../media/image62.png"/><Relationship Id="rId4" Type="http://schemas.openxmlformats.org/officeDocument/2006/relationships/image" Target="../media/image64.png"/><Relationship Id="rId9" Type="http://schemas.openxmlformats.org/officeDocument/2006/relationships/image" Target="../media/image70.png"/><Relationship Id="rId14" Type="http://schemas.openxmlformats.org/officeDocument/2006/relationships/image" Target="../media/image57.png"/><Relationship Id="rId22" Type="http://schemas.openxmlformats.org/officeDocument/2006/relationships/image" Target="../media/image77.png"/></Relationships>
</file>

<file path=ppt/slides/_rels/slide60.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55.png"/><Relationship Id="rId18" Type="http://schemas.openxmlformats.org/officeDocument/2006/relationships/image" Target="../media/image60.png"/><Relationship Id="rId3" Type="http://schemas.openxmlformats.org/officeDocument/2006/relationships/image" Target="../media/image75.png"/><Relationship Id="rId21"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54.png"/><Relationship Id="rId17" Type="http://schemas.openxmlformats.org/officeDocument/2006/relationships/image" Target="../media/image59.png"/><Relationship Id="rId2" Type="http://schemas.openxmlformats.org/officeDocument/2006/relationships/notesSlide" Target="../notesSlides/notesSlide60.xml"/><Relationship Id="rId16" Type="http://schemas.openxmlformats.org/officeDocument/2006/relationships/image" Target="../media/image58.png"/><Relationship Id="rId20" Type="http://schemas.openxmlformats.org/officeDocument/2006/relationships/image" Target="../media/image62.png"/><Relationship Id="rId1" Type="http://schemas.openxmlformats.org/officeDocument/2006/relationships/slideLayout" Target="../slideLayouts/slideLayout13.xml"/><Relationship Id="rId6" Type="http://schemas.openxmlformats.org/officeDocument/2006/relationships/image" Target="../media/image66.png"/><Relationship Id="rId11" Type="http://schemas.openxmlformats.org/officeDocument/2006/relationships/image" Target="../media/image53.png"/><Relationship Id="rId24" Type="http://schemas.openxmlformats.org/officeDocument/2006/relationships/image" Target="../media/image79.png"/><Relationship Id="rId5" Type="http://schemas.openxmlformats.org/officeDocument/2006/relationships/image" Target="../media/image65.png"/><Relationship Id="rId15" Type="http://schemas.openxmlformats.org/officeDocument/2006/relationships/image" Target="../media/image57.png"/><Relationship Id="rId23" Type="http://schemas.openxmlformats.org/officeDocument/2006/relationships/image" Target="../media/image77.png"/><Relationship Id="rId10" Type="http://schemas.openxmlformats.org/officeDocument/2006/relationships/image" Target="../media/image70.png"/><Relationship Id="rId19" Type="http://schemas.openxmlformats.org/officeDocument/2006/relationships/image" Target="../media/image61.png"/><Relationship Id="rId4" Type="http://schemas.openxmlformats.org/officeDocument/2006/relationships/image" Target="../media/image64.png"/><Relationship Id="rId9" Type="http://schemas.openxmlformats.org/officeDocument/2006/relationships/image" Target="../media/image72.png"/><Relationship Id="rId14" Type="http://schemas.openxmlformats.org/officeDocument/2006/relationships/image" Target="../media/image56.png"/><Relationship Id="rId22" Type="http://schemas.openxmlformats.org/officeDocument/2006/relationships/image" Target="../media/image76.png"/></Relationships>
</file>

<file path=ppt/slides/_rels/slide61.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54.png"/><Relationship Id="rId18" Type="http://schemas.openxmlformats.org/officeDocument/2006/relationships/image" Target="../media/image59.png"/><Relationship Id="rId26" Type="http://schemas.openxmlformats.org/officeDocument/2006/relationships/image" Target="../media/image80.png"/><Relationship Id="rId3" Type="http://schemas.openxmlformats.org/officeDocument/2006/relationships/image" Target="../media/image75.png"/><Relationship Id="rId21"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53.png"/><Relationship Id="rId17" Type="http://schemas.openxmlformats.org/officeDocument/2006/relationships/image" Target="../media/image58.png"/><Relationship Id="rId25" Type="http://schemas.openxmlformats.org/officeDocument/2006/relationships/image" Target="../media/image79.png"/><Relationship Id="rId2" Type="http://schemas.openxmlformats.org/officeDocument/2006/relationships/notesSlide" Target="../notesSlides/notesSlide61.xml"/><Relationship Id="rId16" Type="http://schemas.openxmlformats.org/officeDocument/2006/relationships/image" Target="../media/image57.png"/><Relationship Id="rId20" Type="http://schemas.openxmlformats.org/officeDocument/2006/relationships/image" Target="../media/image61.png"/><Relationship Id="rId1" Type="http://schemas.openxmlformats.org/officeDocument/2006/relationships/slideLayout" Target="../slideLayouts/slideLayout13.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77.png"/><Relationship Id="rId5" Type="http://schemas.openxmlformats.org/officeDocument/2006/relationships/image" Target="../media/image64.png"/><Relationship Id="rId15" Type="http://schemas.openxmlformats.org/officeDocument/2006/relationships/image" Target="../media/image56.png"/><Relationship Id="rId23" Type="http://schemas.openxmlformats.org/officeDocument/2006/relationships/image" Target="../media/image76.png"/><Relationship Id="rId28" Type="http://schemas.openxmlformats.org/officeDocument/2006/relationships/image" Target="../media/image73.png"/><Relationship Id="rId10" Type="http://schemas.openxmlformats.org/officeDocument/2006/relationships/image" Target="../media/image69.png"/><Relationship Id="rId19" Type="http://schemas.openxmlformats.org/officeDocument/2006/relationships/image" Target="../media/image60.png"/><Relationship Id="rId4" Type="http://schemas.openxmlformats.org/officeDocument/2006/relationships/image" Target="../media/image71.png"/><Relationship Id="rId9" Type="http://schemas.openxmlformats.org/officeDocument/2006/relationships/image" Target="../media/image68.png"/><Relationship Id="rId14" Type="http://schemas.openxmlformats.org/officeDocument/2006/relationships/image" Target="../media/image55.png"/><Relationship Id="rId22" Type="http://schemas.openxmlformats.org/officeDocument/2006/relationships/image" Target="../media/image63.png"/><Relationship Id="rId27" Type="http://schemas.openxmlformats.org/officeDocument/2006/relationships/image" Target="../media/image81.png"/></Relationships>
</file>

<file path=ppt/slides/_rels/slide62.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62.xml"/><Relationship Id="rId1" Type="http://schemas.openxmlformats.org/officeDocument/2006/relationships/slideLayout" Target="../slideLayouts/slideLayout13.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3.xml.rels><?xml version="1.0" encoding="UTF-8" standalone="yes"?>
<Relationships xmlns="http://schemas.openxmlformats.org/package/2006/relationships"><Relationship Id="rId8" Type="http://schemas.openxmlformats.org/officeDocument/2006/relationships/customXml" Target="../ink/ink13.xml"/><Relationship Id="rId13" Type="http://schemas.openxmlformats.org/officeDocument/2006/relationships/image" Target="../media/image89.png"/><Relationship Id="rId18" Type="http://schemas.openxmlformats.org/officeDocument/2006/relationships/customXml" Target="../ink/ink18.xml"/><Relationship Id="rId26" Type="http://schemas.openxmlformats.org/officeDocument/2006/relationships/customXml" Target="../ink/ink22.xml"/><Relationship Id="rId3" Type="http://schemas.openxmlformats.org/officeDocument/2006/relationships/image" Target="../media/image82.png"/><Relationship Id="rId21" Type="http://schemas.openxmlformats.org/officeDocument/2006/relationships/image" Target="../media/image93.png"/><Relationship Id="rId7" Type="http://schemas.openxmlformats.org/officeDocument/2006/relationships/image" Target="../media/image86.png"/><Relationship Id="rId12" Type="http://schemas.openxmlformats.org/officeDocument/2006/relationships/customXml" Target="../ink/ink15.xml"/><Relationship Id="rId17" Type="http://schemas.openxmlformats.org/officeDocument/2006/relationships/image" Target="../media/image91.png"/><Relationship Id="rId25" Type="http://schemas.openxmlformats.org/officeDocument/2006/relationships/image" Target="../media/image95.png"/><Relationship Id="rId2" Type="http://schemas.openxmlformats.org/officeDocument/2006/relationships/notesSlide" Target="../notesSlides/notesSlide63.xml"/><Relationship Id="rId16" Type="http://schemas.openxmlformats.org/officeDocument/2006/relationships/customXml" Target="../ink/ink17.xml"/><Relationship Id="rId20" Type="http://schemas.openxmlformats.org/officeDocument/2006/relationships/customXml" Target="../ink/ink19.xml"/><Relationship Id="rId29" Type="http://schemas.openxmlformats.org/officeDocument/2006/relationships/image" Target="../media/image96.png"/><Relationship Id="rId1" Type="http://schemas.openxmlformats.org/officeDocument/2006/relationships/slideLayout" Target="../slideLayouts/slideLayout13.xml"/><Relationship Id="rId6" Type="http://schemas.openxmlformats.org/officeDocument/2006/relationships/image" Target="../media/image85.png"/><Relationship Id="rId11" Type="http://schemas.openxmlformats.org/officeDocument/2006/relationships/image" Target="../media/image88.png"/><Relationship Id="rId24" Type="http://schemas.openxmlformats.org/officeDocument/2006/relationships/customXml" Target="../ink/ink21.xml"/><Relationship Id="rId5" Type="http://schemas.openxmlformats.org/officeDocument/2006/relationships/image" Target="../media/image84.png"/><Relationship Id="rId15" Type="http://schemas.openxmlformats.org/officeDocument/2006/relationships/image" Target="../media/image90.png"/><Relationship Id="rId23" Type="http://schemas.openxmlformats.org/officeDocument/2006/relationships/image" Target="../media/image94.png"/><Relationship Id="rId28" Type="http://schemas.openxmlformats.org/officeDocument/2006/relationships/customXml" Target="../ink/ink24.xml"/><Relationship Id="rId10" Type="http://schemas.openxmlformats.org/officeDocument/2006/relationships/customXml" Target="../ink/ink14.xml"/><Relationship Id="rId19" Type="http://schemas.openxmlformats.org/officeDocument/2006/relationships/image" Target="../media/image92.png"/><Relationship Id="rId4" Type="http://schemas.openxmlformats.org/officeDocument/2006/relationships/image" Target="../media/image83.png"/><Relationship Id="rId9" Type="http://schemas.openxmlformats.org/officeDocument/2006/relationships/image" Target="../media/image87.png"/><Relationship Id="rId14" Type="http://schemas.openxmlformats.org/officeDocument/2006/relationships/customXml" Target="../ink/ink16.xml"/><Relationship Id="rId22" Type="http://schemas.openxmlformats.org/officeDocument/2006/relationships/customXml" Target="../ink/ink20.xml"/><Relationship Id="rId27" Type="http://schemas.openxmlformats.org/officeDocument/2006/relationships/customXml" Target="../ink/ink23.xml"/></Relationships>
</file>

<file path=ppt/slides/_rels/slide64.xml.rels><?xml version="1.0" encoding="UTF-8" standalone="yes"?>
<Relationships xmlns="http://schemas.openxmlformats.org/package/2006/relationships"><Relationship Id="rId8" Type="http://schemas.openxmlformats.org/officeDocument/2006/relationships/image" Target="../media/image102.png"/><Relationship Id="rId3" Type="http://schemas.openxmlformats.org/officeDocument/2006/relationships/image" Target="../media/image97.png"/><Relationship Id="rId7" Type="http://schemas.openxmlformats.org/officeDocument/2006/relationships/image" Target="../media/image101.png"/><Relationship Id="rId12" Type="http://schemas.openxmlformats.org/officeDocument/2006/relationships/image" Target="../media/image105.png"/><Relationship Id="rId2" Type="http://schemas.openxmlformats.org/officeDocument/2006/relationships/notesSlide" Target="../notesSlides/notesSlide64.xml"/><Relationship Id="rId1" Type="http://schemas.openxmlformats.org/officeDocument/2006/relationships/slideLayout" Target="../slideLayouts/slideLayout13.xml"/><Relationship Id="rId6" Type="http://schemas.openxmlformats.org/officeDocument/2006/relationships/image" Target="../media/image100.png"/><Relationship Id="rId11" Type="http://schemas.openxmlformats.org/officeDocument/2006/relationships/image" Target="../media/image104.png"/><Relationship Id="rId5" Type="http://schemas.openxmlformats.org/officeDocument/2006/relationships/image" Target="../media/image99.png"/><Relationship Id="rId10" Type="http://schemas.openxmlformats.org/officeDocument/2006/relationships/image" Target="../media/image103.png"/><Relationship Id="rId4" Type="http://schemas.openxmlformats.org/officeDocument/2006/relationships/image" Target="../media/image98.png"/><Relationship Id="rId9" Type="http://schemas.openxmlformats.org/officeDocument/2006/relationships/image" Target="../media/image52.png"/></Relationships>
</file>

<file path=ppt/slides/_rels/slide65.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52.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65.xml"/><Relationship Id="rId1" Type="http://schemas.openxmlformats.org/officeDocument/2006/relationships/slideLayout" Target="../slideLayouts/slideLayout13.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66.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52.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67.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3" Type="http://schemas.openxmlformats.org/officeDocument/2006/relationships/image" Target="../media/image52.png"/><Relationship Id="rId7" Type="http://schemas.openxmlformats.org/officeDocument/2006/relationships/image" Target="../media/image100.png"/><Relationship Id="rId12" Type="http://schemas.openxmlformats.org/officeDocument/2006/relationships/image" Target="../media/image105.png"/><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68.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18" Type="http://schemas.openxmlformats.org/officeDocument/2006/relationships/image" Target="../media/image109.png"/><Relationship Id="rId3" Type="http://schemas.openxmlformats.org/officeDocument/2006/relationships/image" Target="../media/image52.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customXml" Target="../ink/ink26.xml"/><Relationship Id="rId2" Type="http://schemas.openxmlformats.org/officeDocument/2006/relationships/notesSlide" Target="../notesSlides/notesSlide68.xml"/><Relationship Id="rId16" Type="http://schemas.openxmlformats.org/officeDocument/2006/relationships/image" Target="../media/image108.png"/><Relationship Id="rId1" Type="http://schemas.openxmlformats.org/officeDocument/2006/relationships/slideLayout" Target="../slideLayouts/slideLayout13.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customXml" Target="../ink/ink25.xml"/><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69.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18" Type="http://schemas.openxmlformats.org/officeDocument/2006/relationships/image" Target="../media/image109.png"/><Relationship Id="rId3" Type="http://schemas.openxmlformats.org/officeDocument/2006/relationships/image" Target="../media/image52.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customXml" Target="../ink/ink28.xml"/><Relationship Id="rId2" Type="http://schemas.openxmlformats.org/officeDocument/2006/relationships/notesSlide" Target="../notesSlides/notesSlide69.xml"/><Relationship Id="rId16" Type="http://schemas.openxmlformats.org/officeDocument/2006/relationships/image" Target="../media/image108.png"/><Relationship Id="rId1" Type="http://schemas.openxmlformats.org/officeDocument/2006/relationships/slideLayout" Target="../slideLayouts/slideLayout13.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customXml" Target="../ink/ink27.xml"/><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70.xml.rels><?xml version="1.0" encoding="UTF-8" standalone="yes"?>
<Relationships xmlns="http://schemas.openxmlformats.org/package/2006/relationships"><Relationship Id="rId8" Type="http://schemas.openxmlformats.org/officeDocument/2006/relationships/image" Target="../media/image101.png"/><Relationship Id="rId13" Type="http://schemas.openxmlformats.org/officeDocument/2006/relationships/image" Target="../media/image106.png"/><Relationship Id="rId18" Type="http://schemas.openxmlformats.org/officeDocument/2006/relationships/image" Target="../media/image109.png"/><Relationship Id="rId3" Type="http://schemas.openxmlformats.org/officeDocument/2006/relationships/image" Target="../media/image52.png"/><Relationship Id="rId7" Type="http://schemas.openxmlformats.org/officeDocument/2006/relationships/image" Target="../media/image100.png"/><Relationship Id="rId12" Type="http://schemas.openxmlformats.org/officeDocument/2006/relationships/image" Target="../media/image105.png"/><Relationship Id="rId17" Type="http://schemas.openxmlformats.org/officeDocument/2006/relationships/customXml" Target="../ink/ink30.xml"/><Relationship Id="rId2" Type="http://schemas.openxmlformats.org/officeDocument/2006/relationships/notesSlide" Target="../notesSlides/notesSlide70.xml"/><Relationship Id="rId16" Type="http://schemas.openxmlformats.org/officeDocument/2006/relationships/image" Target="../media/image108.png"/><Relationship Id="rId1" Type="http://schemas.openxmlformats.org/officeDocument/2006/relationships/slideLayout" Target="../slideLayouts/slideLayout13.xml"/><Relationship Id="rId6" Type="http://schemas.openxmlformats.org/officeDocument/2006/relationships/image" Target="../media/image99.png"/><Relationship Id="rId11" Type="http://schemas.openxmlformats.org/officeDocument/2006/relationships/image" Target="../media/image104.png"/><Relationship Id="rId5" Type="http://schemas.openxmlformats.org/officeDocument/2006/relationships/image" Target="../media/image98.png"/><Relationship Id="rId15" Type="http://schemas.openxmlformats.org/officeDocument/2006/relationships/customXml" Target="../ink/ink29.xml"/><Relationship Id="rId10" Type="http://schemas.openxmlformats.org/officeDocument/2006/relationships/image" Target="../media/image103.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8.xml"/></Relationships>
</file>

<file path=ppt/slides/_rels/slide7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2.xml"/><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3.xml"/><Relationship Id="rId1" Type="http://schemas.openxmlformats.org/officeDocument/2006/relationships/slideLayout" Target="../slideLayouts/slideLayout8.xml"/><Relationship Id="rId4" Type="http://schemas.openxmlformats.org/officeDocument/2006/relationships/image" Target="../media/image110.png"/></Relationships>
</file>

<file path=ppt/slides/_rels/slide7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74.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75.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3" Type="http://schemas.openxmlformats.org/officeDocument/2006/relationships/hyperlink" Target="https://cs.stanford.edu/people/karpathy/convnetjs/demo/trainers.html" TargetMode="External"/><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3" Type="http://schemas.openxmlformats.org/officeDocument/2006/relationships/hyperlink" Target="http://www.ccom.ucsd.edu/~cdeotte/programs/neuralnetwork.html" TargetMode="External"/><Relationship Id="rId2" Type="http://schemas.openxmlformats.org/officeDocument/2006/relationships/notesSlide" Target="../notesSlides/notesSlide82.xml"/><Relationship Id="rId1" Type="http://schemas.openxmlformats.org/officeDocument/2006/relationships/slideLayout" Target="../slideLayouts/slideLayout8.xml"/><Relationship Id="rId5" Type="http://schemas.openxmlformats.org/officeDocument/2006/relationships/hyperlink" Target="https://playground.tensorflow.org/" TargetMode="External"/><Relationship Id="rId4" Type="http://schemas.openxmlformats.org/officeDocument/2006/relationships/hyperlink" Target="https://cs.stanford.edu/people/karpathy/convnetjs/demo/regression.html" TargetMode="Externa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
          <p:cNvSpPr txBox="1">
            <a:spLocks noGrp="1"/>
          </p:cNvSpPr>
          <p:nvPr>
            <p:ph type="ctrTitle"/>
          </p:nvPr>
        </p:nvSpPr>
        <p:spPr>
          <a:xfrm>
            <a:off x="975360" y="1596249"/>
            <a:ext cx="11054080" cy="339569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660000"/>
              </a:buClr>
              <a:buSzPts val="6200"/>
              <a:buFont typeface="Century Gothic"/>
              <a:buNone/>
            </a:pPr>
            <a:r>
              <a:rPr lang="en-US"/>
              <a:t>Neural Networks</a:t>
            </a:r>
            <a:endParaRPr/>
          </a:p>
        </p:txBody>
      </p:sp>
      <p:sp>
        <p:nvSpPr>
          <p:cNvPr id="120" name="Google Shape;120;p1"/>
          <p:cNvSpPr txBox="1">
            <a:spLocks noGrp="1"/>
          </p:cNvSpPr>
          <p:nvPr>
            <p:ph type="subTitle" idx="1"/>
          </p:nvPr>
        </p:nvSpPr>
        <p:spPr>
          <a:xfrm>
            <a:off x="1270000" y="5029199"/>
            <a:ext cx="10464800" cy="353906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3413"/>
              <a:buNone/>
            </a:pPr>
            <a:endParaRPr/>
          </a:p>
          <a:p>
            <a:pPr marL="0" lvl="0" indent="0" algn="l" rtl="0">
              <a:lnSpc>
                <a:spcPct val="90000"/>
              </a:lnSpc>
              <a:spcBef>
                <a:spcPts val="1422"/>
              </a:spcBef>
              <a:spcAft>
                <a:spcPts val="0"/>
              </a:spcAft>
              <a:buSzPts val="3400"/>
              <a:buNone/>
            </a:pPr>
            <a:r>
              <a:rPr lang="en-US"/>
              <a:t>Troi Williams</a:t>
            </a:r>
            <a:endParaRPr/>
          </a:p>
          <a:p>
            <a:pPr marL="0" lvl="0" indent="0" algn="l" rtl="0">
              <a:lnSpc>
                <a:spcPct val="90000"/>
              </a:lnSpc>
              <a:spcBef>
                <a:spcPts val="1422"/>
              </a:spcBef>
              <a:spcAft>
                <a:spcPts val="0"/>
              </a:spcAft>
              <a:buSzPts val="3400"/>
              <a:buNone/>
            </a:pPr>
            <a:endParaRPr/>
          </a:p>
          <a:p>
            <a:pPr marL="0" lvl="0" indent="0" algn="l" rtl="0">
              <a:lnSpc>
                <a:spcPct val="90000"/>
              </a:lnSpc>
              <a:spcBef>
                <a:spcPts val="1422"/>
              </a:spcBef>
              <a:spcAft>
                <a:spcPts val="0"/>
              </a:spcAft>
              <a:buSzPts val="3400"/>
              <a:buNone/>
            </a:pPr>
            <a:r>
              <a:rPr lang="en-US"/>
              <a:t>(Slide Credits: Prof. Pratap Tokekar)</a:t>
            </a:r>
            <a:endParaRPr/>
          </a:p>
          <a:p>
            <a:pPr marL="0" lvl="0" indent="0" algn="l" rtl="0">
              <a:lnSpc>
                <a:spcPct val="90000"/>
              </a:lnSpc>
              <a:spcBef>
                <a:spcPts val="1422"/>
              </a:spcBef>
              <a:spcAft>
                <a:spcPts val="0"/>
              </a:spcAft>
              <a:buSzPts val="3413"/>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660000"/>
              </a:buClr>
              <a:buSzPts val="4000"/>
              <a:buFont typeface="Century Gothic"/>
              <a:buNone/>
            </a:pPr>
            <a:r>
              <a:rPr lang="en-US" sz="4000"/>
              <a:t>Neural networks are function approximators</a:t>
            </a:r>
            <a:endParaRPr/>
          </a:p>
        </p:txBody>
      </p:sp>
      <p:sp>
        <p:nvSpPr>
          <p:cNvPr id="126" name="Google Shape;126;p2"/>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Use data to learn </a:t>
            </a:r>
            <a:r>
              <a:rPr lang="en-US" i="1"/>
              <a:t>f(x)</a:t>
            </a:r>
            <a:endParaRPr/>
          </a:p>
        </p:txBody>
      </p:sp>
      <p:sp>
        <p:nvSpPr>
          <p:cNvPr id="127" name="Google Shape;127;p2"/>
          <p:cNvSpPr txBox="1"/>
          <p:nvPr/>
        </p:nvSpPr>
        <p:spPr>
          <a:xfrm>
            <a:off x="317240" y="3184029"/>
            <a:ext cx="6185159" cy="5016758"/>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Palatino Linotype"/>
              <a:buNone/>
            </a:pPr>
            <a:r>
              <a:rPr lang="en-US" sz="3600" b="1" i="0" u="none" strike="noStrike" cap="none">
                <a:solidFill>
                  <a:srgbClr val="000000"/>
                </a:solidFill>
                <a:latin typeface="Palatino Linotype"/>
                <a:ea typeface="Palatino Linotype"/>
                <a:cs typeface="Palatino Linotype"/>
                <a:sym typeface="Palatino Linotype"/>
              </a:rPr>
              <a:t>Prediction/Regression</a:t>
            </a:r>
            <a:endParaRPr/>
          </a:p>
          <a:p>
            <a:pPr marL="0" marR="0" lvl="0" indent="0" algn="l" rtl="0">
              <a:lnSpc>
                <a:spcPct val="100000"/>
              </a:lnSpc>
              <a:spcBef>
                <a:spcPts val="420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output is a continuous variable</a:t>
            </a:r>
            <a:endParaRPr/>
          </a:p>
        </p:txBody>
      </p:sp>
      <p:sp>
        <p:nvSpPr>
          <p:cNvPr id="128" name="Google Shape;128;p2"/>
          <p:cNvSpPr txBox="1"/>
          <p:nvPr/>
        </p:nvSpPr>
        <p:spPr>
          <a:xfrm>
            <a:off x="7109927" y="3184029"/>
            <a:ext cx="5577633" cy="5016758"/>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Palatino Linotype"/>
              <a:buNone/>
            </a:pPr>
            <a:r>
              <a:rPr lang="en-US" sz="3600" b="1" i="0" u="none" strike="noStrike" cap="none">
                <a:solidFill>
                  <a:srgbClr val="000000"/>
                </a:solidFill>
                <a:latin typeface="Palatino Linotype"/>
                <a:ea typeface="Palatino Linotype"/>
                <a:cs typeface="Palatino Linotype"/>
                <a:sym typeface="Palatino Linotype"/>
              </a:rPr>
              <a:t>Classification</a:t>
            </a:r>
            <a:r>
              <a:rPr lang="en-US" sz="3600" b="0" i="1" u="none" strike="noStrike" cap="none">
                <a:solidFill>
                  <a:srgbClr val="000000"/>
                </a:solidFill>
                <a:latin typeface="Palatino Linotype"/>
                <a:ea typeface="Palatino Linotype"/>
                <a:cs typeface="Palatino Linotype"/>
                <a:sym typeface="Palatino Linotype"/>
              </a:rPr>
              <a:t> </a:t>
            </a:r>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output is a discrete label</a:t>
            </a:r>
            <a:endParaRPr sz="3600" b="0" i="1" u="none" strike="noStrike" cap="none">
              <a:solidFill>
                <a:srgbClr val="000000"/>
              </a:solidFill>
              <a:latin typeface="Palatino Linotype"/>
              <a:ea typeface="Palatino Linotype"/>
              <a:cs typeface="Palatino Linotype"/>
              <a:sym typeface="Palatino Linotype"/>
            </a:endParaRPr>
          </a:p>
        </p:txBody>
      </p:sp>
      <p:pic>
        <p:nvPicPr>
          <p:cNvPr id="129" name="Google Shape;129;p2"/>
          <p:cNvPicPr preferRelativeResize="0"/>
          <p:nvPr/>
        </p:nvPicPr>
        <p:blipFill rotWithShape="1">
          <a:blip r:embed="rId3">
            <a:alphaModFix/>
          </a:blip>
          <a:srcRect/>
          <a:stretch/>
        </p:blipFill>
        <p:spPr>
          <a:xfrm>
            <a:off x="453180" y="4375048"/>
            <a:ext cx="5959248" cy="2432763"/>
          </a:xfrm>
          <a:prstGeom prst="rect">
            <a:avLst/>
          </a:prstGeom>
          <a:noFill/>
          <a:ln>
            <a:noFill/>
          </a:ln>
        </p:spPr>
      </p:pic>
      <p:pic>
        <p:nvPicPr>
          <p:cNvPr id="130" name="Google Shape;130;p2"/>
          <p:cNvPicPr preferRelativeResize="0"/>
          <p:nvPr/>
        </p:nvPicPr>
        <p:blipFill rotWithShape="1">
          <a:blip r:embed="rId4">
            <a:alphaModFix/>
          </a:blip>
          <a:srcRect/>
          <a:stretch/>
        </p:blipFill>
        <p:spPr>
          <a:xfrm>
            <a:off x="7263112" y="4188687"/>
            <a:ext cx="5271262" cy="2619124"/>
          </a:xfrm>
          <a:prstGeom prst="rect">
            <a:avLst/>
          </a:prstGeom>
          <a:noFill/>
          <a:ln>
            <a:noFill/>
          </a:ln>
        </p:spPr>
      </p:pic>
      <p:pic>
        <p:nvPicPr>
          <p:cNvPr id="131" name="Google Shape;131;p2"/>
          <p:cNvPicPr preferRelativeResize="0"/>
          <p:nvPr/>
        </p:nvPicPr>
        <p:blipFill rotWithShape="1">
          <a:blip r:embed="rId5">
            <a:alphaModFix/>
          </a:blip>
          <a:srcRect/>
          <a:stretch/>
        </p:blipFill>
        <p:spPr>
          <a:xfrm>
            <a:off x="7895772" y="4188687"/>
            <a:ext cx="2619124" cy="261912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3"/>
          <p:cNvSpPr/>
          <p:nvPr/>
        </p:nvSpPr>
        <p:spPr>
          <a:xfrm>
            <a:off x="6318250" y="7253560"/>
            <a:ext cx="5314950" cy="2308557"/>
          </a:xfrm>
          <a:prstGeom prst="rect">
            <a:avLst/>
          </a:prstGeom>
          <a:solidFill>
            <a:schemeClr val="accent1">
              <a:alpha val="19607"/>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37" name="Google Shape;137;p3"/>
          <p:cNvSpPr/>
          <p:nvPr/>
        </p:nvSpPr>
        <p:spPr>
          <a:xfrm>
            <a:off x="6959600" y="4592363"/>
            <a:ext cx="4673600" cy="2200822"/>
          </a:xfrm>
          <a:prstGeom prst="rect">
            <a:avLst/>
          </a:prstGeom>
          <a:solidFill>
            <a:srgbClr val="E2F0D9">
              <a:alpha val="1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38" name="Google Shape;138;p3"/>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Perceptron</a:t>
            </a:r>
            <a:endParaRPr/>
          </a:p>
        </p:txBody>
      </p:sp>
      <p:sp>
        <p:nvSpPr>
          <p:cNvPr id="139" name="Google Shape;139;p3"/>
          <p:cNvSpPr/>
          <p:nvPr/>
        </p:nvSpPr>
        <p:spPr>
          <a:xfrm>
            <a:off x="4522703" y="2254398"/>
            <a:ext cx="3221260" cy="1780037"/>
          </a:xfrm>
          <a:prstGeom prst="ellipse">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cxnSp>
        <p:nvCxnSpPr>
          <p:cNvPr id="140" name="Google Shape;140;p3"/>
          <p:cNvCxnSpPr>
            <a:endCxn id="139" idx="1"/>
          </p:cNvCxnSpPr>
          <p:nvPr/>
        </p:nvCxnSpPr>
        <p:spPr>
          <a:xfrm>
            <a:off x="3316246" y="2068978"/>
            <a:ext cx="1678200" cy="446100"/>
          </a:xfrm>
          <a:prstGeom prst="straightConnector1">
            <a:avLst/>
          </a:prstGeom>
          <a:noFill/>
          <a:ln w="76200" cap="flat" cmpd="sng">
            <a:solidFill>
              <a:schemeClr val="dk1"/>
            </a:solidFill>
            <a:prstDash val="solid"/>
            <a:miter lim="800000"/>
            <a:headEnd type="none" w="sm" len="sm"/>
            <a:tailEnd type="triangle" w="med" len="med"/>
          </a:ln>
        </p:spPr>
      </p:cxnSp>
      <p:cxnSp>
        <p:nvCxnSpPr>
          <p:cNvPr id="141" name="Google Shape;141;p3"/>
          <p:cNvCxnSpPr>
            <a:endCxn id="139" idx="2"/>
          </p:cNvCxnSpPr>
          <p:nvPr/>
        </p:nvCxnSpPr>
        <p:spPr>
          <a:xfrm>
            <a:off x="2296703" y="3100617"/>
            <a:ext cx="2226000" cy="43800"/>
          </a:xfrm>
          <a:prstGeom prst="straightConnector1">
            <a:avLst/>
          </a:prstGeom>
          <a:noFill/>
          <a:ln w="76200" cap="flat" cmpd="sng">
            <a:solidFill>
              <a:schemeClr val="dk1"/>
            </a:solidFill>
            <a:prstDash val="solid"/>
            <a:miter lim="800000"/>
            <a:headEnd type="none" w="sm" len="sm"/>
            <a:tailEnd type="triangle" w="med" len="med"/>
          </a:ln>
        </p:spPr>
      </p:cxnSp>
      <p:cxnSp>
        <p:nvCxnSpPr>
          <p:cNvPr id="142" name="Google Shape;142;p3"/>
          <p:cNvCxnSpPr>
            <a:endCxn id="139" idx="3"/>
          </p:cNvCxnSpPr>
          <p:nvPr/>
        </p:nvCxnSpPr>
        <p:spPr>
          <a:xfrm rot="10800000" flipH="1">
            <a:off x="2412646" y="3773755"/>
            <a:ext cx="2581800" cy="560100"/>
          </a:xfrm>
          <a:prstGeom prst="straightConnector1">
            <a:avLst/>
          </a:prstGeom>
          <a:noFill/>
          <a:ln w="76200" cap="flat" cmpd="sng">
            <a:solidFill>
              <a:schemeClr val="dk1"/>
            </a:solidFill>
            <a:prstDash val="solid"/>
            <a:miter lim="800000"/>
            <a:headEnd type="none" w="sm" len="sm"/>
            <a:tailEnd type="triangle" w="med" len="med"/>
          </a:ln>
        </p:spPr>
      </p:cxnSp>
      <p:cxnSp>
        <p:nvCxnSpPr>
          <p:cNvPr id="143" name="Google Shape;143;p3"/>
          <p:cNvCxnSpPr>
            <a:stCxn id="139" idx="6"/>
          </p:cNvCxnSpPr>
          <p:nvPr/>
        </p:nvCxnSpPr>
        <p:spPr>
          <a:xfrm>
            <a:off x="7743963" y="3144417"/>
            <a:ext cx="984600" cy="4500"/>
          </a:xfrm>
          <a:prstGeom prst="straightConnector1">
            <a:avLst/>
          </a:prstGeom>
          <a:noFill/>
          <a:ln w="76200" cap="flat" cmpd="sng">
            <a:solidFill>
              <a:schemeClr val="dk1"/>
            </a:solidFill>
            <a:prstDash val="solid"/>
            <a:miter lim="800000"/>
            <a:headEnd type="none" w="sm" len="sm"/>
            <a:tailEnd type="triangle" w="med" len="med"/>
          </a:ln>
        </p:spPr>
      </p:cxnSp>
      <p:sp>
        <p:nvSpPr>
          <p:cNvPr id="144" name="Google Shape;144;p3"/>
          <p:cNvSpPr/>
          <p:nvPr/>
        </p:nvSpPr>
        <p:spPr>
          <a:xfrm>
            <a:off x="2744570" y="1608067"/>
            <a:ext cx="41549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45" name="Google Shape;145;p3"/>
          <p:cNvSpPr/>
          <p:nvPr/>
        </p:nvSpPr>
        <p:spPr>
          <a:xfrm>
            <a:off x="1727334" y="2640025"/>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46" name="Google Shape;146;p3"/>
          <p:cNvSpPr/>
          <p:nvPr/>
        </p:nvSpPr>
        <p:spPr>
          <a:xfrm>
            <a:off x="1493490" y="3857003"/>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sp>
        <p:nvSpPr>
          <p:cNvPr id="147" name="Google Shape;147;p3"/>
          <p:cNvSpPr/>
          <p:nvPr/>
        </p:nvSpPr>
        <p:spPr>
          <a:xfrm>
            <a:off x="8848724" y="2893915"/>
            <a:ext cx="238879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f(x)</a:t>
            </a:r>
            <a:r>
              <a:rPr lang="en-US" sz="3600" b="0" i="0" u="none" strike="noStrike" cap="none">
                <a:solidFill>
                  <a:srgbClr val="000000"/>
                </a:solidFill>
                <a:latin typeface="Palatino Linotype"/>
                <a:ea typeface="Palatino Linotype"/>
                <a:cs typeface="Palatino Linotype"/>
                <a:sym typeface="Palatino Linotype"/>
              </a:rPr>
              <a:t> output</a:t>
            </a:r>
            <a:endParaRPr/>
          </a:p>
        </p:txBody>
      </p:sp>
      <p:sp>
        <p:nvSpPr>
          <p:cNvPr id="148" name="Google Shape;148;p3"/>
          <p:cNvSpPr/>
          <p:nvPr/>
        </p:nvSpPr>
        <p:spPr>
          <a:xfrm>
            <a:off x="4003211" y="1693117"/>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0</a:t>
            </a:r>
            <a:endParaRPr sz="3600" b="0" i="0" u="none" strike="noStrike" cap="none">
              <a:solidFill>
                <a:srgbClr val="000000"/>
              </a:solidFill>
              <a:latin typeface="Palatino Linotype"/>
              <a:ea typeface="Palatino Linotype"/>
              <a:cs typeface="Palatino Linotype"/>
              <a:sym typeface="Palatino Linotype"/>
            </a:endParaRPr>
          </a:p>
        </p:txBody>
      </p:sp>
      <p:sp>
        <p:nvSpPr>
          <p:cNvPr id="149" name="Google Shape;149;p3"/>
          <p:cNvSpPr/>
          <p:nvPr/>
        </p:nvSpPr>
        <p:spPr>
          <a:xfrm>
            <a:off x="2866108" y="2452051"/>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50" name="Google Shape;150;p3"/>
          <p:cNvSpPr/>
          <p:nvPr/>
        </p:nvSpPr>
        <p:spPr>
          <a:xfrm>
            <a:off x="2909009" y="3515188"/>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pic>
        <p:nvPicPr>
          <p:cNvPr id="151" name="Google Shape;151;p3"/>
          <p:cNvPicPr preferRelativeResize="0"/>
          <p:nvPr/>
        </p:nvPicPr>
        <p:blipFill rotWithShape="1">
          <a:blip r:embed="rId3">
            <a:alphaModFix/>
          </a:blip>
          <a:srcRect/>
          <a:stretch/>
        </p:blipFill>
        <p:spPr>
          <a:xfrm>
            <a:off x="6502400" y="7467489"/>
            <a:ext cx="4638557" cy="1536700"/>
          </a:xfrm>
          <a:prstGeom prst="rect">
            <a:avLst/>
          </a:prstGeom>
          <a:noFill/>
          <a:ln>
            <a:noFill/>
          </a:ln>
        </p:spPr>
      </p:pic>
      <p:pic>
        <p:nvPicPr>
          <p:cNvPr id="152" name="Google Shape;152;p3"/>
          <p:cNvPicPr preferRelativeResize="0"/>
          <p:nvPr/>
        </p:nvPicPr>
        <p:blipFill rotWithShape="1">
          <a:blip r:embed="rId4">
            <a:alphaModFix/>
          </a:blip>
          <a:srcRect/>
          <a:stretch/>
        </p:blipFill>
        <p:spPr>
          <a:xfrm>
            <a:off x="813950" y="5675785"/>
            <a:ext cx="3861240" cy="579186"/>
          </a:xfrm>
          <a:prstGeom prst="rect">
            <a:avLst/>
          </a:prstGeom>
          <a:noFill/>
          <a:ln>
            <a:noFill/>
          </a:ln>
        </p:spPr>
      </p:pic>
      <p:sp>
        <p:nvSpPr>
          <p:cNvPr id="153" name="Google Shape;153;p3"/>
          <p:cNvSpPr txBox="1"/>
          <p:nvPr/>
        </p:nvSpPr>
        <p:spPr>
          <a:xfrm>
            <a:off x="7073939" y="4791361"/>
            <a:ext cx="4559261"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1" i="0" u="none" strike="noStrike" cap="none">
                <a:solidFill>
                  <a:srgbClr val="FF0000"/>
                </a:solidFill>
                <a:latin typeface="Palatino Linotype"/>
                <a:ea typeface="Palatino Linotype"/>
                <a:cs typeface="Palatino Linotype"/>
                <a:sym typeface="Palatino Linotype"/>
              </a:rPr>
              <a:t>1. Find weighted sum of inputs</a:t>
            </a:r>
            <a:endParaRPr/>
          </a:p>
        </p:txBody>
      </p:sp>
      <p:sp>
        <p:nvSpPr>
          <p:cNvPr id="154" name="Google Shape;154;p3"/>
          <p:cNvSpPr txBox="1"/>
          <p:nvPr/>
        </p:nvSpPr>
        <p:spPr>
          <a:xfrm>
            <a:off x="7145953" y="9052320"/>
            <a:ext cx="399500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1" i="0" u="none" strike="noStrike" cap="none">
                <a:solidFill>
                  <a:srgbClr val="FF0000"/>
                </a:solidFill>
                <a:latin typeface="Palatino Linotype"/>
                <a:ea typeface="Palatino Linotype"/>
                <a:cs typeface="Palatino Linotype"/>
                <a:sym typeface="Palatino Linotype"/>
              </a:rPr>
              <a:t>2. apply threshold function</a:t>
            </a:r>
            <a:endParaRPr/>
          </a:p>
        </p:txBody>
      </p:sp>
      <p:sp>
        <p:nvSpPr>
          <p:cNvPr id="155" name="Google Shape;155;p3"/>
          <p:cNvSpPr txBox="1"/>
          <p:nvPr/>
        </p:nvSpPr>
        <p:spPr>
          <a:xfrm>
            <a:off x="966438" y="6942632"/>
            <a:ext cx="3556264"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3600"/>
              <a:buFont typeface="Palatino Linotype"/>
              <a:buNone/>
            </a:pPr>
            <a:r>
              <a:rPr lang="en-US" sz="3600" b="0" i="0" u="none" strike="noStrike" cap="none">
                <a:solidFill>
                  <a:srgbClr val="FF0000"/>
                </a:solidFill>
                <a:latin typeface="Palatino Linotype"/>
                <a:ea typeface="Palatino Linotype"/>
                <a:cs typeface="Palatino Linotype"/>
                <a:sym typeface="Palatino Linotype"/>
              </a:rPr>
              <a:t>Output is a composition of two functions </a:t>
            </a:r>
            <a:endParaRPr/>
          </a:p>
        </p:txBody>
      </p:sp>
      <p:pic>
        <p:nvPicPr>
          <p:cNvPr id="156" name="Google Shape;156;p3"/>
          <p:cNvPicPr preferRelativeResize="0"/>
          <p:nvPr/>
        </p:nvPicPr>
        <p:blipFill rotWithShape="1">
          <a:blip r:embed="rId5">
            <a:alphaModFix/>
          </a:blip>
          <a:srcRect/>
          <a:stretch/>
        </p:blipFill>
        <p:spPr>
          <a:xfrm>
            <a:off x="7415822" y="5548252"/>
            <a:ext cx="3452419" cy="1131465"/>
          </a:xfrm>
          <a:prstGeom prst="rect">
            <a:avLst/>
          </a:prstGeom>
          <a:noFill/>
          <a:ln>
            <a:noFill/>
          </a:ln>
        </p:spPr>
      </p:pic>
      <p:cxnSp>
        <p:nvCxnSpPr>
          <p:cNvPr id="157" name="Google Shape;157;p3"/>
          <p:cNvCxnSpPr>
            <a:stCxn id="139" idx="0"/>
            <a:endCxn id="139" idx="4"/>
          </p:cNvCxnSpPr>
          <p:nvPr/>
        </p:nvCxnSpPr>
        <p:spPr>
          <a:xfrm>
            <a:off x="6133333" y="2254398"/>
            <a:ext cx="0" cy="1779900"/>
          </a:xfrm>
          <a:prstGeom prst="straightConnector1">
            <a:avLst/>
          </a:prstGeom>
          <a:noFill/>
          <a:ln w="9525" cap="flat" cmpd="sng">
            <a:solidFill>
              <a:schemeClr val="dk1"/>
            </a:solidFill>
            <a:prstDash val="solid"/>
            <a:miter lim="800000"/>
            <a:headEnd type="none" w="sm" len="sm"/>
            <a:tailEnd type="none" w="sm" len="sm"/>
          </a:ln>
        </p:spPr>
      </p:cxnSp>
      <p:pic>
        <p:nvPicPr>
          <p:cNvPr id="158" name="Google Shape;158;p3"/>
          <p:cNvPicPr preferRelativeResize="0"/>
          <p:nvPr/>
        </p:nvPicPr>
        <p:blipFill rotWithShape="1">
          <a:blip r:embed="rId6">
            <a:alphaModFix/>
          </a:blip>
          <a:srcRect/>
          <a:stretch/>
        </p:blipFill>
        <p:spPr>
          <a:xfrm>
            <a:off x="5196169" y="2798613"/>
            <a:ext cx="622300" cy="647700"/>
          </a:xfrm>
          <a:prstGeom prst="rect">
            <a:avLst/>
          </a:prstGeom>
          <a:noFill/>
          <a:ln>
            <a:noFill/>
          </a:ln>
        </p:spPr>
      </p:pic>
      <p:cxnSp>
        <p:nvCxnSpPr>
          <p:cNvPr id="159" name="Google Shape;159;p3"/>
          <p:cNvCxnSpPr/>
          <p:nvPr/>
        </p:nvCxnSpPr>
        <p:spPr>
          <a:xfrm rot="10800000" flipH="1">
            <a:off x="6237611" y="2716288"/>
            <a:ext cx="954000" cy="846600"/>
          </a:xfrm>
          <a:prstGeom prst="bentConnector3">
            <a:avLst>
              <a:gd name="adj1" fmla="val 50000"/>
            </a:avLst>
          </a:prstGeom>
          <a:noFill/>
          <a:ln w="38100" cap="flat" cmpd="sng">
            <a:solidFill>
              <a:schemeClr val="dk1"/>
            </a:solidFill>
            <a:prstDash val="solid"/>
            <a:miter lim="800000"/>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p:nvPr/>
        </p:nvSpPr>
        <p:spPr>
          <a:xfrm>
            <a:off x="6318250" y="7253560"/>
            <a:ext cx="5314950" cy="2308557"/>
          </a:xfrm>
          <a:prstGeom prst="rect">
            <a:avLst/>
          </a:prstGeom>
          <a:solidFill>
            <a:schemeClr val="accent1">
              <a:alpha val="19607"/>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65" name="Google Shape;165;p4"/>
          <p:cNvSpPr/>
          <p:nvPr/>
        </p:nvSpPr>
        <p:spPr>
          <a:xfrm>
            <a:off x="6959600" y="5359399"/>
            <a:ext cx="4673600" cy="1690055"/>
          </a:xfrm>
          <a:prstGeom prst="rect">
            <a:avLst/>
          </a:prstGeom>
          <a:solidFill>
            <a:srgbClr val="E2F0D9">
              <a:alpha val="1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66" name="Google Shape;166;p4"/>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Sigmoid Neuron</a:t>
            </a:r>
            <a:endParaRPr/>
          </a:p>
        </p:txBody>
      </p:sp>
      <p:sp>
        <p:nvSpPr>
          <p:cNvPr id="167" name="Google Shape;167;p4"/>
          <p:cNvSpPr txBox="1"/>
          <p:nvPr/>
        </p:nvSpPr>
        <p:spPr>
          <a:xfrm>
            <a:off x="6959600" y="5367928"/>
            <a:ext cx="4559261"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1" i="0" u="none" strike="noStrike" cap="none">
                <a:solidFill>
                  <a:srgbClr val="FF0000"/>
                </a:solidFill>
                <a:latin typeface="Palatino Linotype"/>
                <a:ea typeface="Palatino Linotype"/>
                <a:cs typeface="Palatino Linotype"/>
                <a:sym typeface="Palatino Linotype"/>
              </a:rPr>
              <a:t>1. Find weighted sum of inputs</a:t>
            </a:r>
            <a:endParaRPr/>
          </a:p>
        </p:txBody>
      </p:sp>
      <p:sp>
        <p:nvSpPr>
          <p:cNvPr id="168" name="Google Shape;168;p4"/>
          <p:cNvSpPr txBox="1"/>
          <p:nvPr/>
        </p:nvSpPr>
        <p:spPr>
          <a:xfrm>
            <a:off x="966438" y="6942632"/>
            <a:ext cx="3556264" cy="175432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0000"/>
              </a:buClr>
              <a:buSzPts val="3600"/>
              <a:buFont typeface="Palatino Linotype"/>
              <a:buNone/>
            </a:pPr>
            <a:r>
              <a:rPr lang="en-US" sz="3600" b="0" i="0" u="none" strike="noStrike" cap="none">
                <a:solidFill>
                  <a:srgbClr val="FF0000"/>
                </a:solidFill>
                <a:latin typeface="Palatino Linotype"/>
                <a:ea typeface="Palatino Linotype"/>
                <a:cs typeface="Palatino Linotype"/>
                <a:sym typeface="Palatino Linotype"/>
              </a:rPr>
              <a:t>Output is a composition of two functions </a:t>
            </a:r>
            <a:endParaRPr/>
          </a:p>
        </p:txBody>
      </p:sp>
      <p:pic>
        <p:nvPicPr>
          <p:cNvPr id="169" name="Google Shape;169;p4"/>
          <p:cNvPicPr preferRelativeResize="0"/>
          <p:nvPr/>
        </p:nvPicPr>
        <p:blipFill rotWithShape="1">
          <a:blip r:embed="rId3">
            <a:alphaModFix/>
          </a:blip>
          <a:srcRect l="9018" t="4589" r="7410" b="5792"/>
          <a:stretch/>
        </p:blipFill>
        <p:spPr>
          <a:xfrm>
            <a:off x="6462458" y="444127"/>
            <a:ext cx="5943600" cy="4780248"/>
          </a:xfrm>
          <a:prstGeom prst="rect">
            <a:avLst/>
          </a:prstGeom>
          <a:noFill/>
          <a:ln>
            <a:noFill/>
          </a:ln>
        </p:spPr>
      </p:pic>
      <p:pic>
        <p:nvPicPr>
          <p:cNvPr id="170" name="Google Shape;170;p4"/>
          <p:cNvPicPr preferRelativeResize="0"/>
          <p:nvPr/>
        </p:nvPicPr>
        <p:blipFill rotWithShape="1">
          <a:blip r:embed="rId4">
            <a:alphaModFix/>
          </a:blip>
          <a:srcRect/>
          <a:stretch/>
        </p:blipFill>
        <p:spPr>
          <a:xfrm>
            <a:off x="6959600" y="7647911"/>
            <a:ext cx="3587118" cy="1165435"/>
          </a:xfrm>
          <a:prstGeom prst="rect">
            <a:avLst/>
          </a:prstGeom>
          <a:noFill/>
          <a:ln>
            <a:noFill/>
          </a:ln>
        </p:spPr>
      </p:pic>
      <p:pic>
        <p:nvPicPr>
          <p:cNvPr id="171" name="Google Shape;171;p4"/>
          <p:cNvPicPr preferRelativeResize="0"/>
          <p:nvPr/>
        </p:nvPicPr>
        <p:blipFill rotWithShape="1">
          <a:blip r:embed="rId5">
            <a:alphaModFix/>
          </a:blip>
          <a:srcRect/>
          <a:stretch/>
        </p:blipFill>
        <p:spPr>
          <a:xfrm>
            <a:off x="1043943" y="5737697"/>
            <a:ext cx="3401253" cy="537040"/>
          </a:xfrm>
          <a:prstGeom prst="rect">
            <a:avLst/>
          </a:prstGeom>
          <a:noFill/>
          <a:ln>
            <a:noFill/>
          </a:ln>
        </p:spPr>
      </p:pic>
      <p:sp>
        <p:nvSpPr>
          <p:cNvPr id="172" name="Google Shape;172;p4"/>
          <p:cNvSpPr txBox="1"/>
          <p:nvPr/>
        </p:nvSpPr>
        <p:spPr>
          <a:xfrm>
            <a:off x="7235159" y="9078640"/>
            <a:ext cx="3791423"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1" i="0" u="none" strike="noStrike" cap="none">
                <a:solidFill>
                  <a:srgbClr val="FF0000"/>
                </a:solidFill>
                <a:latin typeface="Palatino Linotype"/>
                <a:ea typeface="Palatino Linotype"/>
                <a:cs typeface="Palatino Linotype"/>
                <a:sym typeface="Palatino Linotype"/>
              </a:rPr>
              <a:t>2. apply sigmoid function</a:t>
            </a:r>
            <a:endParaRPr/>
          </a:p>
        </p:txBody>
      </p:sp>
      <p:pic>
        <p:nvPicPr>
          <p:cNvPr id="173" name="Google Shape;173;p4"/>
          <p:cNvPicPr preferRelativeResize="0"/>
          <p:nvPr/>
        </p:nvPicPr>
        <p:blipFill rotWithShape="1">
          <a:blip r:embed="rId6">
            <a:alphaModFix/>
          </a:blip>
          <a:srcRect/>
          <a:stretch/>
        </p:blipFill>
        <p:spPr>
          <a:xfrm>
            <a:off x="7404660" y="5900118"/>
            <a:ext cx="3452419" cy="1131465"/>
          </a:xfrm>
          <a:prstGeom prst="rect">
            <a:avLst/>
          </a:prstGeom>
          <a:noFill/>
          <a:ln>
            <a:noFill/>
          </a:ln>
        </p:spPr>
      </p:pic>
      <p:sp>
        <p:nvSpPr>
          <p:cNvPr id="174" name="Google Shape;174;p4"/>
          <p:cNvSpPr/>
          <p:nvPr/>
        </p:nvSpPr>
        <p:spPr>
          <a:xfrm>
            <a:off x="2381658" y="2414730"/>
            <a:ext cx="3221260" cy="1780037"/>
          </a:xfrm>
          <a:prstGeom prst="ellipse">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cxnSp>
        <p:nvCxnSpPr>
          <p:cNvPr id="175" name="Google Shape;175;p4"/>
          <p:cNvCxnSpPr>
            <a:endCxn id="174" idx="1"/>
          </p:cNvCxnSpPr>
          <p:nvPr/>
        </p:nvCxnSpPr>
        <p:spPr>
          <a:xfrm>
            <a:off x="1490801" y="2185210"/>
            <a:ext cx="1362600" cy="490200"/>
          </a:xfrm>
          <a:prstGeom prst="straightConnector1">
            <a:avLst/>
          </a:prstGeom>
          <a:noFill/>
          <a:ln w="76200" cap="flat" cmpd="sng">
            <a:solidFill>
              <a:schemeClr val="dk1"/>
            </a:solidFill>
            <a:prstDash val="solid"/>
            <a:miter lim="800000"/>
            <a:headEnd type="none" w="sm" len="sm"/>
            <a:tailEnd type="triangle" w="med" len="med"/>
          </a:ln>
        </p:spPr>
      </p:cxnSp>
      <p:cxnSp>
        <p:nvCxnSpPr>
          <p:cNvPr id="176" name="Google Shape;176;p4"/>
          <p:cNvCxnSpPr>
            <a:endCxn id="174" idx="2"/>
          </p:cNvCxnSpPr>
          <p:nvPr/>
        </p:nvCxnSpPr>
        <p:spPr>
          <a:xfrm>
            <a:off x="155658" y="3260949"/>
            <a:ext cx="2226000" cy="43800"/>
          </a:xfrm>
          <a:prstGeom prst="straightConnector1">
            <a:avLst/>
          </a:prstGeom>
          <a:noFill/>
          <a:ln w="76200" cap="flat" cmpd="sng">
            <a:solidFill>
              <a:schemeClr val="dk1"/>
            </a:solidFill>
            <a:prstDash val="solid"/>
            <a:miter lim="800000"/>
            <a:headEnd type="none" w="sm" len="sm"/>
            <a:tailEnd type="triangle" w="med" len="med"/>
          </a:ln>
        </p:spPr>
      </p:cxnSp>
      <p:cxnSp>
        <p:nvCxnSpPr>
          <p:cNvPr id="177" name="Google Shape;177;p4"/>
          <p:cNvCxnSpPr>
            <a:endCxn id="174" idx="3"/>
          </p:cNvCxnSpPr>
          <p:nvPr/>
        </p:nvCxnSpPr>
        <p:spPr>
          <a:xfrm rot="10800000" flipH="1">
            <a:off x="271601" y="3934087"/>
            <a:ext cx="2581800" cy="560100"/>
          </a:xfrm>
          <a:prstGeom prst="straightConnector1">
            <a:avLst/>
          </a:prstGeom>
          <a:noFill/>
          <a:ln w="76200" cap="flat" cmpd="sng">
            <a:solidFill>
              <a:schemeClr val="dk1"/>
            </a:solidFill>
            <a:prstDash val="solid"/>
            <a:miter lim="800000"/>
            <a:headEnd type="none" w="sm" len="sm"/>
            <a:tailEnd type="triangle" w="med" len="med"/>
          </a:ln>
        </p:spPr>
      </p:cxnSp>
      <p:cxnSp>
        <p:nvCxnSpPr>
          <p:cNvPr id="178" name="Google Shape;178;p4"/>
          <p:cNvCxnSpPr>
            <a:stCxn id="174" idx="6"/>
          </p:cNvCxnSpPr>
          <p:nvPr/>
        </p:nvCxnSpPr>
        <p:spPr>
          <a:xfrm>
            <a:off x="5602918" y="3304749"/>
            <a:ext cx="984600" cy="4500"/>
          </a:xfrm>
          <a:prstGeom prst="straightConnector1">
            <a:avLst/>
          </a:prstGeom>
          <a:noFill/>
          <a:ln w="76200" cap="flat" cmpd="sng">
            <a:solidFill>
              <a:schemeClr val="dk1"/>
            </a:solidFill>
            <a:prstDash val="solid"/>
            <a:miter lim="800000"/>
            <a:headEnd type="none" w="sm" len="sm"/>
            <a:tailEnd type="triangle" w="med" len="med"/>
          </a:ln>
        </p:spPr>
      </p:cxnSp>
      <p:sp>
        <p:nvSpPr>
          <p:cNvPr id="179" name="Google Shape;179;p4"/>
          <p:cNvSpPr/>
          <p:nvPr/>
        </p:nvSpPr>
        <p:spPr>
          <a:xfrm>
            <a:off x="909530" y="1748533"/>
            <a:ext cx="41549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80" name="Google Shape;180;p4"/>
          <p:cNvSpPr/>
          <p:nvPr/>
        </p:nvSpPr>
        <p:spPr>
          <a:xfrm>
            <a:off x="115950" y="2482430"/>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81" name="Google Shape;181;p4"/>
          <p:cNvSpPr/>
          <p:nvPr/>
        </p:nvSpPr>
        <p:spPr>
          <a:xfrm>
            <a:off x="54089" y="3758099"/>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sp>
        <p:nvSpPr>
          <p:cNvPr id="182" name="Google Shape;182;p4"/>
          <p:cNvSpPr/>
          <p:nvPr/>
        </p:nvSpPr>
        <p:spPr>
          <a:xfrm>
            <a:off x="7953976" y="3016897"/>
            <a:ext cx="238879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f(x)</a:t>
            </a:r>
            <a:r>
              <a:rPr lang="en-US" sz="3600" b="0" i="0" u="none" strike="noStrike" cap="none">
                <a:solidFill>
                  <a:srgbClr val="000000"/>
                </a:solidFill>
                <a:latin typeface="Palatino Linotype"/>
                <a:ea typeface="Palatino Linotype"/>
                <a:cs typeface="Palatino Linotype"/>
                <a:sym typeface="Palatino Linotype"/>
              </a:rPr>
              <a:t> output</a:t>
            </a:r>
            <a:endParaRPr/>
          </a:p>
        </p:txBody>
      </p:sp>
      <p:sp>
        <p:nvSpPr>
          <p:cNvPr id="183" name="Google Shape;183;p4"/>
          <p:cNvSpPr/>
          <p:nvPr/>
        </p:nvSpPr>
        <p:spPr>
          <a:xfrm>
            <a:off x="1966364" y="1760283"/>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0</a:t>
            </a:r>
            <a:endParaRPr sz="3600" b="0" i="0" u="none" strike="noStrike" cap="none">
              <a:solidFill>
                <a:srgbClr val="000000"/>
              </a:solidFill>
              <a:latin typeface="Palatino Linotype"/>
              <a:ea typeface="Palatino Linotype"/>
              <a:cs typeface="Palatino Linotype"/>
              <a:sym typeface="Palatino Linotype"/>
            </a:endParaRPr>
          </a:p>
        </p:txBody>
      </p:sp>
      <p:sp>
        <p:nvSpPr>
          <p:cNvPr id="184" name="Google Shape;184;p4"/>
          <p:cNvSpPr/>
          <p:nvPr/>
        </p:nvSpPr>
        <p:spPr>
          <a:xfrm>
            <a:off x="1075833" y="2540250"/>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85" name="Google Shape;185;p4"/>
          <p:cNvSpPr/>
          <p:nvPr/>
        </p:nvSpPr>
        <p:spPr>
          <a:xfrm>
            <a:off x="1015763" y="3638326"/>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cxnSp>
        <p:nvCxnSpPr>
          <p:cNvPr id="186" name="Google Shape;186;p4"/>
          <p:cNvCxnSpPr>
            <a:stCxn id="174" idx="0"/>
            <a:endCxn id="174" idx="4"/>
          </p:cNvCxnSpPr>
          <p:nvPr/>
        </p:nvCxnSpPr>
        <p:spPr>
          <a:xfrm>
            <a:off x="3992288" y="2414730"/>
            <a:ext cx="0" cy="1779900"/>
          </a:xfrm>
          <a:prstGeom prst="straightConnector1">
            <a:avLst/>
          </a:prstGeom>
          <a:noFill/>
          <a:ln w="9525" cap="flat" cmpd="sng">
            <a:solidFill>
              <a:schemeClr val="dk1"/>
            </a:solidFill>
            <a:prstDash val="solid"/>
            <a:miter lim="800000"/>
            <a:headEnd type="none" w="sm" len="sm"/>
            <a:tailEnd type="none" w="sm" len="sm"/>
          </a:ln>
        </p:spPr>
      </p:cxnSp>
      <p:pic>
        <p:nvPicPr>
          <p:cNvPr id="187" name="Google Shape;187;p4"/>
          <p:cNvPicPr preferRelativeResize="0"/>
          <p:nvPr/>
        </p:nvPicPr>
        <p:blipFill rotWithShape="1">
          <a:blip r:embed="rId7">
            <a:alphaModFix/>
          </a:blip>
          <a:srcRect/>
          <a:stretch/>
        </p:blipFill>
        <p:spPr>
          <a:xfrm>
            <a:off x="2997917" y="2958945"/>
            <a:ext cx="622300" cy="647700"/>
          </a:xfrm>
          <a:prstGeom prst="rect">
            <a:avLst/>
          </a:prstGeom>
          <a:noFill/>
          <a:ln>
            <a:noFill/>
          </a:ln>
        </p:spPr>
      </p:pic>
      <p:cxnSp>
        <p:nvCxnSpPr>
          <p:cNvPr id="188" name="Google Shape;188;p4"/>
          <p:cNvCxnSpPr/>
          <p:nvPr/>
        </p:nvCxnSpPr>
        <p:spPr>
          <a:xfrm flipH="1">
            <a:off x="4093587" y="2834251"/>
            <a:ext cx="1011300" cy="996900"/>
          </a:xfrm>
          <a:prstGeom prst="curvedConnector3">
            <a:avLst>
              <a:gd name="adj1" fmla="val 51738"/>
            </a:avLst>
          </a:prstGeom>
          <a:noFill/>
          <a:ln w="38100" cap="flat" cmpd="sng">
            <a:solidFill>
              <a:schemeClr val="dk1"/>
            </a:solidFill>
            <a:prstDash val="solid"/>
            <a:miter lim="800000"/>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5"/>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Supervised Learning</a:t>
            </a:r>
            <a:endParaRPr/>
          </a:p>
        </p:txBody>
      </p:sp>
      <p:sp>
        <p:nvSpPr>
          <p:cNvPr id="194" name="Google Shape;194;p5"/>
          <p:cNvSpPr txBox="1"/>
          <p:nvPr/>
        </p:nvSpPr>
        <p:spPr>
          <a:xfrm>
            <a:off x="676140" y="2760097"/>
            <a:ext cx="2601533"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Palatino Linotype"/>
              <a:buNone/>
            </a:pPr>
            <a:r>
              <a:rPr lang="en-US" sz="2000" b="0" i="0" u="none" strike="noStrike" cap="none">
                <a:solidFill>
                  <a:srgbClr val="000000"/>
                </a:solidFill>
                <a:latin typeface="Palatino Linotype"/>
                <a:ea typeface="Palatino Linotype"/>
                <a:cs typeface="Palatino Linotype"/>
                <a:sym typeface="Palatino Linotype"/>
              </a:rPr>
              <a:t>input layer (activation function = identity)</a:t>
            </a:r>
            <a:endParaRPr/>
          </a:p>
        </p:txBody>
      </p:sp>
      <p:sp>
        <p:nvSpPr>
          <p:cNvPr id="195" name="Google Shape;195;p5"/>
          <p:cNvSpPr txBox="1"/>
          <p:nvPr/>
        </p:nvSpPr>
        <p:spPr>
          <a:xfrm>
            <a:off x="9200805" y="2498808"/>
            <a:ext cx="1978518" cy="132343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Palatino Linotype"/>
              <a:buNone/>
            </a:pPr>
            <a:r>
              <a:rPr lang="en-US" sz="2000" b="0" i="0" u="none" strike="noStrike" cap="none">
                <a:solidFill>
                  <a:srgbClr val="000000"/>
                </a:solidFill>
                <a:latin typeface="Palatino Linotype"/>
                <a:ea typeface="Palatino Linotype"/>
                <a:cs typeface="Palatino Linotype"/>
                <a:sym typeface="Palatino Linotype"/>
              </a:rPr>
              <a:t>output layer (can have multiple outputs)</a:t>
            </a:r>
            <a:endParaRPr/>
          </a:p>
        </p:txBody>
      </p:sp>
      <p:sp>
        <p:nvSpPr>
          <p:cNvPr id="196" name="Google Shape;196;p5"/>
          <p:cNvSpPr txBox="1"/>
          <p:nvPr/>
        </p:nvSpPr>
        <p:spPr>
          <a:xfrm>
            <a:off x="5209505" y="5039176"/>
            <a:ext cx="1947220" cy="70788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Palatino Linotype"/>
              <a:buNone/>
            </a:pPr>
            <a:r>
              <a:rPr lang="en-US" sz="2000" b="0" i="0" u="none" strike="noStrike" cap="none">
                <a:solidFill>
                  <a:srgbClr val="000000"/>
                </a:solidFill>
                <a:latin typeface="Palatino Linotype"/>
                <a:ea typeface="Palatino Linotype"/>
                <a:cs typeface="Palatino Linotype"/>
                <a:sym typeface="Palatino Linotype"/>
              </a:rPr>
              <a:t>one or more hidden layers</a:t>
            </a:r>
            <a:endParaRPr/>
          </a:p>
        </p:txBody>
      </p:sp>
      <p:grpSp>
        <p:nvGrpSpPr>
          <p:cNvPr id="197" name="Google Shape;197;p5"/>
          <p:cNvGrpSpPr/>
          <p:nvPr/>
        </p:nvGrpSpPr>
        <p:grpSpPr>
          <a:xfrm>
            <a:off x="3631842" y="1412432"/>
            <a:ext cx="5108612" cy="3507298"/>
            <a:chOff x="3631842" y="1412432"/>
            <a:chExt cx="5108612" cy="3507298"/>
          </a:xfrm>
        </p:grpSpPr>
        <p:sp>
          <p:nvSpPr>
            <p:cNvPr id="198" name="Google Shape;198;p5"/>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99" name="Google Shape;199;p5"/>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00" name="Google Shape;200;p5"/>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01" name="Google Shape;201;p5"/>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02" name="Google Shape;202;p5"/>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03" name="Google Shape;203;p5"/>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04" name="Google Shape;204;p5"/>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05" name="Google Shape;205;p5"/>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06" name="Google Shape;206;p5"/>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07" name="Google Shape;207;p5"/>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08" name="Google Shape;208;p5"/>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209" name="Google Shape;209;p5"/>
            <p:cNvCxnSpPr>
              <a:stCxn id="201" idx="6"/>
              <a:endCxn id="204"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210" name="Google Shape;210;p5"/>
            <p:cNvCxnSpPr>
              <a:stCxn id="201" idx="6"/>
              <a:endCxn id="205"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211" name="Google Shape;211;p5"/>
            <p:cNvCxnSpPr>
              <a:stCxn id="201" idx="6"/>
              <a:endCxn id="206"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212" name="Google Shape;212;p5"/>
            <p:cNvCxnSpPr>
              <a:endCxn id="207"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213" name="Google Shape;213;p5"/>
            <p:cNvCxnSpPr>
              <a:stCxn id="202" idx="6"/>
              <a:endCxn id="204"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214" name="Google Shape;214;p5"/>
            <p:cNvCxnSpPr>
              <a:stCxn id="202" idx="6"/>
              <a:endCxn id="205"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215" name="Google Shape;215;p5"/>
            <p:cNvCxnSpPr>
              <a:stCxn id="202" idx="6"/>
              <a:endCxn id="206"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216" name="Google Shape;216;p5"/>
            <p:cNvCxnSpPr>
              <a:stCxn id="202" idx="6"/>
              <a:endCxn id="207"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217" name="Google Shape;217;p5"/>
            <p:cNvCxnSpPr>
              <a:stCxn id="203" idx="6"/>
              <a:endCxn id="204"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218" name="Google Shape;218;p5"/>
            <p:cNvCxnSpPr>
              <a:stCxn id="203" idx="6"/>
              <a:endCxn id="205"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219" name="Google Shape;219;p5"/>
            <p:cNvCxnSpPr>
              <a:stCxn id="203" idx="6"/>
              <a:endCxn id="206"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220" name="Google Shape;220;p5"/>
            <p:cNvCxnSpPr>
              <a:stCxn id="203" idx="6"/>
              <a:endCxn id="207"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221" name="Google Shape;221;p5"/>
            <p:cNvCxnSpPr>
              <a:stCxn id="204" idx="6"/>
              <a:endCxn id="208"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222" name="Google Shape;222;p5"/>
            <p:cNvCxnSpPr>
              <a:stCxn id="205" idx="6"/>
              <a:endCxn id="208"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223" name="Google Shape;223;p5"/>
            <p:cNvCxnSpPr>
              <a:stCxn id="206" idx="6"/>
              <a:endCxn id="208"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224" name="Google Shape;224;p5"/>
            <p:cNvCxnSpPr>
              <a:stCxn id="207" idx="6"/>
              <a:endCxn id="208"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225" name="Google Shape;225;p5"/>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226" name="Google Shape;226;p5"/>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227" name="Google Shape;227;p5"/>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228" name="Google Shape;228;p5"/>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229" name="Google Shape;229;p5"/>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230" name="Google Shape;230;p5"/>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graphicFrame>
        <p:nvGraphicFramePr>
          <p:cNvPr id="231" name="Google Shape;231;p5"/>
          <p:cNvGraphicFramePr/>
          <p:nvPr/>
        </p:nvGraphicFramePr>
        <p:xfrm>
          <a:off x="908849" y="6870125"/>
          <a:ext cx="3000000" cy="30000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232" name="Google Shape;232;p5"/>
          <p:cNvSpPr txBox="1"/>
          <p:nvPr/>
        </p:nvSpPr>
        <p:spPr>
          <a:xfrm>
            <a:off x="1517394" y="6240209"/>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233" name="Google Shape;233;p5"/>
          <p:cNvSpPr txBox="1"/>
          <p:nvPr/>
        </p:nvSpPr>
        <p:spPr>
          <a:xfrm>
            <a:off x="4733314" y="6054046"/>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sp>
        <p:nvSpPr>
          <p:cNvPr id="234" name="Google Shape;234;p5"/>
          <p:cNvSpPr txBox="1"/>
          <p:nvPr/>
        </p:nvSpPr>
        <p:spPr>
          <a:xfrm>
            <a:off x="7210749" y="6469544"/>
            <a:ext cx="5349713" cy="28623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a:solidFill>
                  <a:srgbClr val="000000"/>
                </a:solidFill>
                <a:latin typeface="Palatino Linotype"/>
                <a:ea typeface="Palatino Linotype"/>
                <a:cs typeface="Palatino Linotype"/>
                <a:sym typeface="Palatino Linotype"/>
              </a:rPr>
              <a:t>Given training inputs and outputs, find weights so that network output matches training outputs. How?</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6"/>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General Recipe</a:t>
            </a:r>
            <a:endParaRPr i="1"/>
          </a:p>
        </p:txBody>
      </p:sp>
      <p:graphicFrame>
        <p:nvGraphicFramePr>
          <p:cNvPr id="240" name="Google Shape;240;p6"/>
          <p:cNvGraphicFramePr/>
          <p:nvPr/>
        </p:nvGraphicFramePr>
        <p:xfrm>
          <a:off x="509618" y="2932364"/>
          <a:ext cx="3000000" cy="30000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241" name="Google Shape;241;p6"/>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242" name="Google Shape;242;p6"/>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243" name="Google Shape;243;p6"/>
          <p:cNvGrpSpPr/>
          <p:nvPr/>
        </p:nvGrpSpPr>
        <p:grpSpPr>
          <a:xfrm>
            <a:off x="1499062" y="7603958"/>
            <a:ext cx="3173404" cy="1987366"/>
            <a:chOff x="3631842" y="1412432"/>
            <a:chExt cx="5108612" cy="3507298"/>
          </a:xfrm>
        </p:grpSpPr>
        <p:sp>
          <p:nvSpPr>
            <p:cNvPr id="244" name="Google Shape;244;p6"/>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45" name="Google Shape;245;p6"/>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46" name="Google Shape;246;p6"/>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47" name="Google Shape;247;p6"/>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48" name="Google Shape;248;p6"/>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49" name="Google Shape;249;p6"/>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50" name="Google Shape;250;p6"/>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51" name="Google Shape;251;p6"/>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52" name="Google Shape;252;p6"/>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53" name="Google Shape;253;p6"/>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54" name="Google Shape;254;p6"/>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255" name="Google Shape;255;p6"/>
            <p:cNvCxnSpPr>
              <a:stCxn id="247" idx="6"/>
              <a:endCxn id="250"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256" name="Google Shape;256;p6"/>
            <p:cNvCxnSpPr>
              <a:stCxn id="247" idx="6"/>
              <a:endCxn id="251"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257" name="Google Shape;257;p6"/>
            <p:cNvCxnSpPr>
              <a:stCxn id="247" idx="6"/>
              <a:endCxn id="252"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258" name="Google Shape;258;p6"/>
            <p:cNvCxnSpPr>
              <a:endCxn id="253"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259" name="Google Shape;259;p6"/>
            <p:cNvCxnSpPr>
              <a:stCxn id="248" idx="6"/>
              <a:endCxn id="250"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260" name="Google Shape;260;p6"/>
            <p:cNvCxnSpPr>
              <a:stCxn id="248" idx="6"/>
              <a:endCxn id="251"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261" name="Google Shape;261;p6"/>
            <p:cNvCxnSpPr>
              <a:stCxn id="248" idx="6"/>
              <a:endCxn id="252"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262" name="Google Shape;262;p6"/>
            <p:cNvCxnSpPr>
              <a:stCxn id="248" idx="6"/>
              <a:endCxn id="253"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263" name="Google Shape;263;p6"/>
            <p:cNvCxnSpPr>
              <a:stCxn id="249" idx="6"/>
              <a:endCxn id="250"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264" name="Google Shape;264;p6"/>
            <p:cNvCxnSpPr>
              <a:stCxn id="249" idx="6"/>
              <a:endCxn id="251"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265" name="Google Shape;265;p6"/>
            <p:cNvCxnSpPr>
              <a:stCxn id="249" idx="6"/>
              <a:endCxn id="252"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266" name="Google Shape;266;p6"/>
            <p:cNvCxnSpPr>
              <a:stCxn id="249" idx="6"/>
              <a:endCxn id="253"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267" name="Google Shape;267;p6"/>
            <p:cNvCxnSpPr>
              <a:stCxn id="250" idx="6"/>
              <a:endCxn id="254"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268" name="Google Shape;268;p6"/>
            <p:cNvCxnSpPr>
              <a:stCxn id="251" idx="6"/>
              <a:endCxn id="254"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269" name="Google Shape;269;p6"/>
            <p:cNvCxnSpPr>
              <a:stCxn id="252" idx="6"/>
              <a:endCxn id="254"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270" name="Google Shape;270;p6"/>
            <p:cNvCxnSpPr>
              <a:stCxn id="253" idx="6"/>
              <a:endCxn id="254"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271" name="Google Shape;271;p6"/>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272" name="Google Shape;272;p6"/>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273" name="Google Shape;273;p6"/>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274" name="Google Shape;274;p6"/>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275" name="Google Shape;275;p6"/>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276" name="Google Shape;276;p6"/>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277" name="Google Shape;277;p6"/>
          <p:cNvSpPr txBox="1">
            <a:spLocks noGrp="1"/>
          </p:cNvSpPr>
          <p:nvPr>
            <p:ph type="body" idx="1"/>
          </p:nvPr>
        </p:nvSpPr>
        <p:spPr>
          <a:xfrm>
            <a:off x="6502399" y="1999577"/>
            <a:ext cx="6211277" cy="71287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3982"/>
              <a:buNone/>
            </a:pPr>
            <a:endParaRPr i="1"/>
          </a:p>
          <a:p>
            <a:pPr marL="417683" lvl="0" indent="-417683" algn="l" rtl="0">
              <a:lnSpc>
                <a:spcPct val="100000"/>
              </a:lnSpc>
              <a:spcBef>
                <a:spcPts val="2022"/>
              </a:spcBef>
              <a:spcAft>
                <a:spcPts val="0"/>
              </a:spcAft>
              <a:buSzPts val="3900"/>
              <a:buChar char="▸"/>
            </a:pPr>
            <a:r>
              <a:rPr lang="en-US"/>
              <a:t>Start with some initial weights</a:t>
            </a:r>
            <a:endParaRPr/>
          </a:p>
          <a:p>
            <a:pPr marL="417683" lvl="0" indent="-417683" algn="l" rtl="0">
              <a:lnSpc>
                <a:spcPct val="100000"/>
              </a:lnSpc>
              <a:spcBef>
                <a:spcPts val="2022"/>
              </a:spcBef>
              <a:spcAft>
                <a:spcPts val="0"/>
              </a:spcAft>
              <a:buSzPts val="3900"/>
              <a:buChar char="▸"/>
            </a:pPr>
            <a:r>
              <a:rPr lang="en-US"/>
              <a:t>Compute </a:t>
            </a:r>
            <a:r>
              <a:rPr lang="en-US" i="1"/>
              <a:t>f(x)</a:t>
            </a:r>
            <a:r>
              <a:rPr lang="en-US"/>
              <a:t> based on these weights</a:t>
            </a:r>
            <a:endParaRPr/>
          </a:p>
          <a:p>
            <a:pPr marL="417683" lvl="0" indent="-417683" algn="l" rtl="0">
              <a:lnSpc>
                <a:spcPct val="100000"/>
              </a:lnSpc>
              <a:spcBef>
                <a:spcPts val="2022"/>
              </a:spcBef>
              <a:spcAft>
                <a:spcPts val="0"/>
              </a:spcAft>
              <a:buSzPts val="3900"/>
              <a:buChar char="▸"/>
            </a:pPr>
            <a:r>
              <a:rPr lang="en-US"/>
              <a:t>Check if </a:t>
            </a:r>
            <a:r>
              <a:rPr lang="en-US" i="1"/>
              <a:t>f(x)</a:t>
            </a:r>
            <a:r>
              <a:rPr lang="en-US"/>
              <a:t> matches </a:t>
            </a:r>
            <a:r>
              <a:rPr lang="en-US" i="1"/>
              <a:t>y</a:t>
            </a:r>
            <a:endParaRPr/>
          </a:p>
          <a:p>
            <a:pPr marL="417683" lvl="0" indent="-417683" algn="l" rtl="0">
              <a:lnSpc>
                <a:spcPct val="100000"/>
              </a:lnSpc>
              <a:spcBef>
                <a:spcPts val="2022"/>
              </a:spcBef>
              <a:spcAft>
                <a:spcPts val="0"/>
              </a:spcAft>
              <a:buSzPts val="3900"/>
              <a:buChar char="▸"/>
            </a:pPr>
            <a:r>
              <a:rPr lang="en-US"/>
              <a:t>If not, adjust the weights </a:t>
            </a:r>
            <a:endParaRPr/>
          </a:p>
          <a:p>
            <a:pPr marL="417683" lvl="0" indent="-417683" algn="l" rtl="0">
              <a:lnSpc>
                <a:spcPct val="100000"/>
              </a:lnSpc>
              <a:spcBef>
                <a:spcPts val="2022"/>
              </a:spcBef>
              <a:spcAft>
                <a:spcPts val="0"/>
              </a:spcAft>
              <a:buSzPts val="3900"/>
              <a:buChar char="▸"/>
            </a:pPr>
            <a:r>
              <a:rPr lang="en-US"/>
              <a:t>Rinse and repeat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General Recipe</a:t>
            </a:r>
            <a:endParaRPr i="1"/>
          </a:p>
        </p:txBody>
      </p:sp>
      <p:graphicFrame>
        <p:nvGraphicFramePr>
          <p:cNvPr id="283" name="Google Shape;283;p7"/>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284" name="Google Shape;284;p7"/>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285" name="Google Shape;285;p7"/>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286" name="Google Shape;286;p7"/>
          <p:cNvGrpSpPr/>
          <p:nvPr/>
        </p:nvGrpSpPr>
        <p:grpSpPr>
          <a:xfrm>
            <a:off x="1499062" y="7603958"/>
            <a:ext cx="3173404" cy="1987366"/>
            <a:chOff x="3631842" y="1412432"/>
            <a:chExt cx="5108612" cy="3507298"/>
          </a:xfrm>
        </p:grpSpPr>
        <p:sp>
          <p:nvSpPr>
            <p:cNvPr id="287" name="Google Shape;287;p7"/>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88" name="Google Shape;288;p7"/>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89" name="Google Shape;289;p7"/>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290" name="Google Shape;290;p7"/>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91" name="Google Shape;291;p7"/>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92" name="Google Shape;292;p7"/>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93" name="Google Shape;293;p7"/>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94" name="Google Shape;294;p7"/>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95" name="Google Shape;295;p7"/>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96" name="Google Shape;296;p7"/>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297" name="Google Shape;297;p7"/>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298" name="Google Shape;298;p7"/>
            <p:cNvCxnSpPr>
              <a:stCxn id="290" idx="6"/>
              <a:endCxn id="293"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299" name="Google Shape;299;p7"/>
            <p:cNvCxnSpPr>
              <a:stCxn id="290" idx="6"/>
              <a:endCxn id="294"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300" name="Google Shape;300;p7"/>
            <p:cNvCxnSpPr>
              <a:stCxn id="290" idx="6"/>
              <a:endCxn id="295"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301" name="Google Shape;301;p7"/>
            <p:cNvCxnSpPr>
              <a:endCxn id="296"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302" name="Google Shape;302;p7"/>
            <p:cNvCxnSpPr>
              <a:stCxn id="291" idx="6"/>
              <a:endCxn id="293"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303" name="Google Shape;303;p7"/>
            <p:cNvCxnSpPr>
              <a:stCxn id="291" idx="6"/>
              <a:endCxn id="294"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304" name="Google Shape;304;p7"/>
            <p:cNvCxnSpPr>
              <a:stCxn id="291" idx="6"/>
              <a:endCxn id="295"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305" name="Google Shape;305;p7"/>
            <p:cNvCxnSpPr>
              <a:stCxn id="291" idx="6"/>
              <a:endCxn id="296"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306" name="Google Shape;306;p7"/>
            <p:cNvCxnSpPr>
              <a:stCxn id="292" idx="6"/>
              <a:endCxn id="293"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307" name="Google Shape;307;p7"/>
            <p:cNvCxnSpPr>
              <a:stCxn id="292" idx="6"/>
              <a:endCxn id="294"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308" name="Google Shape;308;p7"/>
            <p:cNvCxnSpPr>
              <a:stCxn id="292" idx="6"/>
              <a:endCxn id="295"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309" name="Google Shape;309;p7"/>
            <p:cNvCxnSpPr>
              <a:stCxn id="292" idx="6"/>
              <a:endCxn id="296"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310" name="Google Shape;310;p7"/>
            <p:cNvCxnSpPr>
              <a:stCxn id="293" idx="6"/>
              <a:endCxn id="297"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311" name="Google Shape;311;p7"/>
            <p:cNvCxnSpPr>
              <a:stCxn id="294" idx="6"/>
              <a:endCxn id="297"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312" name="Google Shape;312;p7"/>
            <p:cNvCxnSpPr>
              <a:stCxn id="295" idx="6"/>
              <a:endCxn id="297"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313" name="Google Shape;313;p7"/>
            <p:cNvCxnSpPr>
              <a:stCxn id="296" idx="6"/>
              <a:endCxn id="297"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314" name="Google Shape;314;p7"/>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315" name="Google Shape;315;p7"/>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316" name="Google Shape;316;p7"/>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317" name="Google Shape;317;p7"/>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318" name="Google Shape;318;p7"/>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319" name="Google Shape;319;p7"/>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320" name="Google Shape;320;p7"/>
          <p:cNvSpPr txBox="1">
            <a:spLocks noGrp="1"/>
          </p:cNvSpPr>
          <p:nvPr>
            <p:ph type="body" idx="1"/>
          </p:nvPr>
        </p:nvSpPr>
        <p:spPr>
          <a:xfrm>
            <a:off x="6502399" y="1999577"/>
            <a:ext cx="6211277" cy="712876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SzPts val="3982"/>
              <a:buNone/>
            </a:pPr>
            <a:endParaRPr i="1"/>
          </a:p>
          <a:p>
            <a:pPr marL="417683" lvl="0" indent="-417683" algn="l" rtl="0">
              <a:lnSpc>
                <a:spcPct val="100000"/>
              </a:lnSpc>
              <a:spcBef>
                <a:spcPts val="2022"/>
              </a:spcBef>
              <a:spcAft>
                <a:spcPts val="0"/>
              </a:spcAft>
              <a:buSzPts val="3900"/>
              <a:buChar char="▸"/>
            </a:pPr>
            <a:r>
              <a:rPr lang="en-US"/>
              <a:t>Start with some initial weights</a:t>
            </a:r>
            <a:endParaRPr/>
          </a:p>
          <a:p>
            <a:pPr marL="417683" lvl="0" indent="-417683" algn="l" rtl="0">
              <a:lnSpc>
                <a:spcPct val="100000"/>
              </a:lnSpc>
              <a:spcBef>
                <a:spcPts val="2022"/>
              </a:spcBef>
              <a:spcAft>
                <a:spcPts val="0"/>
              </a:spcAft>
              <a:buSzPts val="3900"/>
              <a:buChar char="▸"/>
            </a:pPr>
            <a:r>
              <a:rPr lang="en-US"/>
              <a:t>Compute </a:t>
            </a:r>
            <a:r>
              <a:rPr lang="en-US" i="1"/>
              <a:t>f(x)</a:t>
            </a:r>
            <a:r>
              <a:rPr lang="en-US"/>
              <a:t> based on these weights</a:t>
            </a:r>
            <a:endParaRPr>
              <a:solidFill>
                <a:srgbClr val="FF0000"/>
              </a:solidFill>
            </a:endParaRPr>
          </a:p>
          <a:p>
            <a:pPr marL="417683" lvl="0" indent="-417683" algn="l" rtl="0">
              <a:lnSpc>
                <a:spcPct val="100000"/>
              </a:lnSpc>
              <a:spcBef>
                <a:spcPts val="2022"/>
              </a:spcBef>
              <a:spcAft>
                <a:spcPts val="0"/>
              </a:spcAft>
              <a:buSzPts val="3900"/>
              <a:buChar char="▸"/>
            </a:pPr>
            <a:r>
              <a:rPr lang="en-US"/>
              <a:t>Check if </a:t>
            </a:r>
            <a:r>
              <a:rPr lang="en-US" i="1"/>
              <a:t>f(x)</a:t>
            </a:r>
            <a:r>
              <a:rPr lang="en-US"/>
              <a:t> matches </a:t>
            </a:r>
            <a:r>
              <a:rPr lang="en-US" i="1"/>
              <a:t>y   </a:t>
            </a:r>
            <a:r>
              <a:rPr lang="en-US">
                <a:solidFill>
                  <a:srgbClr val="FF0000"/>
                </a:solidFill>
              </a:rPr>
              <a:t>– how?</a:t>
            </a:r>
            <a:endParaRPr i="1"/>
          </a:p>
          <a:p>
            <a:pPr marL="417683" lvl="0" indent="-417683" algn="l" rtl="0">
              <a:lnSpc>
                <a:spcPct val="100000"/>
              </a:lnSpc>
              <a:spcBef>
                <a:spcPts val="2022"/>
              </a:spcBef>
              <a:spcAft>
                <a:spcPts val="0"/>
              </a:spcAft>
              <a:buSzPts val="3900"/>
              <a:buChar char="▸"/>
            </a:pPr>
            <a:r>
              <a:rPr lang="en-US"/>
              <a:t>If not, adjust the weights </a:t>
            </a:r>
            <a:r>
              <a:rPr lang="en-US">
                <a:solidFill>
                  <a:srgbClr val="FF0000"/>
                </a:solidFill>
              </a:rPr>
              <a:t>– how?</a:t>
            </a:r>
            <a:endParaRPr/>
          </a:p>
          <a:p>
            <a:pPr marL="417683" lvl="0" indent="-417683" algn="l" rtl="0">
              <a:lnSpc>
                <a:spcPct val="100000"/>
              </a:lnSpc>
              <a:spcBef>
                <a:spcPts val="2022"/>
              </a:spcBef>
              <a:spcAft>
                <a:spcPts val="0"/>
              </a:spcAft>
              <a:buSzPts val="3900"/>
              <a:buChar char="▸"/>
            </a:pPr>
            <a:r>
              <a:rPr lang="en-US"/>
              <a:t>Rinse and repeat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8"/>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Check if </a:t>
            </a:r>
            <a:r>
              <a:rPr lang="en-US" i="1"/>
              <a:t>f(x)</a:t>
            </a:r>
            <a:r>
              <a:rPr lang="en-US"/>
              <a:t> matches </a:t>
            </a:r>
            <a:r>
              <a:rPr lang="en-US" i="1"/>
              <a:t>y </a:t>
            </a:r>
            <a:r>
              <a:rPr lang="en-US">
                <a:solidFill>
                  <a:srgbClr val="FF0000"/>
                </a:solidFill>
              </a:rPr>
              <a:t>– how?</a:t>
            </a:r>
            <a:endParaRPr i="1"/>
          </a:p>
        </p:txBody>
      </p:sp>
      <p:graphicFrame>
        <p:nvGraphicFramePr>
          <p:cNvPr id="326" name="Google Shape;326;p8"/>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327" name="Google Shape;327;p8"/>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328" name="Google Shape;328;p8"/>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329" name="Google Shape;329;p8"/>
          <p:cNvGrpSpPr/>
          <p:nvPr/>
        </p:nvGrpSpPr>
        <p:grpSpPr>
          <a:xfrm>
            <a:off x="1499062" y="7603958"/>
            <a:ext cx="3173404" cy="1987366"/>
            <a:chOff x="3631842" y="1412432"/>
            <a:chExt cx="5108612" cy="3507298"/>
          </a:xfrm>
        </p:grpSpPr>
        <p:sp>
          <p:nvSpPr>
            <p:cNvPr id="330" name="Google Shape;330;p8"/>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31" name="Google Shape;331;p8"/>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32" name="Google Shape;332;p8"/>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33" name="Google Shape;333;p8"/>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34" name="Google Shape;334;p8"/>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35" name="Google Shape;335;p8"/>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36" name="Google Shape;336;p8"/>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37" name="Google Shape;337;p8"/>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38" name="Google Shape;338;p8"/>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39" name="Google Shape;339;p8"/>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40" name="Google Shape;340;p8"/>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341" name="Google Shape;341;p8"/>
            <p:cNvCxnSpPr>
              <a:stCxn id="333" idx="6"/>
              <a:endCxn id="336"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342" name="Google Shape;342;p8"/>
            <p:cNvCxnSpPr>
              <a:stCxn id="333" idx="6"/>
              <a:endCxn id="337"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343" name="Google Shape;343;p8"/>
            <p:cNvCxnSpPr>
              <a:stCxn id="333" idx="6"/>
              <a:endCxn id="338"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344" name="Google Shape;344;p8"/>
            <p:cNvCxnSpPr>
              <a:endCxn id="339"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345" name="Google Shape;345;p8"/>
            <p:cNvCxnSpPr>
              <a:stCxn id="334" idx="6"/>
              <a:endCxn id="336"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346" name="Google Shape;346;p8"/>
            <p:cNvCxnSpPr>
              <a:stCxn id="334" idx="6"/>
              <a:endCxn id="337"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347" name="Google Shape;347;p8"/>
            <p:cNvCxnSpPr>
              <a:stCxn id="334" idx="6"/>
              <a:endCxn id="338"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348" name="Google Shape;348;p8"/>
            <p:cNvCxnSpPr>
              <a:stCxn id="334" idx="6"/>
              <a:endCxn id="339"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349" name="Google Shape;349;p8"/>
            <p:cNvCxnSpPr>
              <a:stCxn id="335" idx="6"/>
              <a:endCxn id="336"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350" name="Google Shape;350;p8"/>
            <p:cNvCxnSpPr>
              <a:stCxn id="335" idx="6"/>
              <a:endCxn id="337"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351" name="Google Shape;351;p8"/>
            <p:cNvCxnSpPr>
              <a:stCxn id="335" idx="6"/>
              <a:endCxn id="338"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352" name="Google Shape;352;p8"/>
            <p:cNvCxnSpPr>
              <a:stCxn id="335" idx="6"/>
              <a:endCxn id="339"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353" name="Google Shape;353;p8"/>
            <p:cNvCxnSpPr>
              <a:stCxn id="336" idx="6"/>
              <a:endCxn id="340"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354" name="Google Shape;354;p8"/>
            <p:cNvCxnSpPr>
              <a:stCxn id="337" idx="6"/>
              <a:endCxn id="340"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355" name="Google Shape;355;p8"/>
            <p:cNvCxnSpPr>
              <a:stCxn id="338" idx="6"/>
              <a:endCxn id="340"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356" name="Google Shape;356;p8"/>
            <p:cNvCxnSpPr>
              <a:stCxn id="339" idx="6"/>
              <a:endCxn id="340"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357" name="Google Shape;357;p8"/>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358" name="Google Shape;358;p8"/>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359" name="Google Shape;359;p8"/>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360" name="Google Shape;360;p8"/>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361" name="Google Shape;361;p8"/>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362" name="Google Shape;362;p8"/>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363" name="Google Shape;363;p8"/>
          <p:cNvSpPr txBox="1">
            <a:spLocks noGrp="1"/>
          </p:cNvSpPr>
          <p:nvPr>
            <p:ph type="body" idx="1"/>
          </p:nvPr>
        </p:nvSpPr>
        <p:spPr>
          <a:xfrm>
            <a:off x="6502399" y="1999577"/>
            <a:ext cx="6211277" cy="7128763"/>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Compute how close </a:t>
            </a:r>
            <a:r>
              <a:rPr lang="en-US" i="1"/>
              <a:t>f(x)</a:t>
            </a:r>
            <a:r>
              <a:rPr lang="en-US"/>
              <a:t> is to </a:t>
            </a:r>
            <a:r>
              <a:rPr lang="en-US" i="1"/>
              <a:t>y</a:t>
            </a:r>
            <a:endParaRPr/>
          </a:p>
          <a:p>
            <a:pPr marL="417683" lvl="0" indent="-164826" algn="l" rtl="0">
              <a:lnSpc>
                <a:spcPct val="100000"/>
              </a:lnSpc>
              <a:spcBef>
                <a:spcPts val="2022"/>
              </a:spcBef>
              <a:spcAft>
                <a:spcPts val="0"/>
              </a:spcAft>
              <a:buSzPts val="3982"/>
              <a:buNone/>
            </a:pPr>
            <a:endParaRPr i="1"/>
          </a:p>
          <a:p>
            <a:pPr marL="417683" lvl="0" indent="-164826" algn="l" rtl="0">
              <a:lnSpc>
                <a:spcPct val="100000"/>
              </a:lnSpc>
              <a:spcBef>
                <a:spcPts val="2022"/>
              </a:spcBef>
              <a:spcAft>
                <a:spcPts val="0"/>
              </a:spcAft>
              <a:buSzPts val="3982"/>
              <a:buNone/>
            </a:pPr>
            <a:endParaRPr i="1"/>
          </a:p>
        </p:txBody>
      </p:sp>
      <p:pic>
        <p:nvPicPr>
          <p:cNvPr id="364" name="Google Shape;364;p8"/>
          <p:cNvPicPr preferRelativeResize="0"/>
          <p:nvPr/>
        </p:nvPicPr>
        <p:blipFill rotWithShape="1">
          <a:blip r:embed="rId3">
            <a:alphaModFix/>
          </a:blip>
          <a:srcRect/>
          <a:stretch/>
        </p:blipFill>
        <p:spPr>
          <a:xfrm>
            <a:off x="6502399" y="4459484"/>
            <a:ext cx="5956516" cy="1342314"/>
          </a:xfrm>
          <a:prstGeom prst="rect">
            <a:avLst/>
          </a:prstGeom>
          <a:noFill/>
          <a:ln>
            <a:noFill/>
          </a:ln>
        </p:spPr>
      </p:pic>
      <p:sp>
        <p:nvSpPr>
          <p:cNvPr id="365" name="Google Shape;365;p8"/>
          <p:cNvSpPr txBox="1"/>
          <p:nvPr/>
        </p:nvSpPr>
        <p:spPr>
          <a:xfrm>
            <a:off x="6629779" y="6885650"/>
            <a:ext cx="5956516" cy="286232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j</a:t>
            </a:r>
            <a:r>
              <a:rPr lang="en-US" sz="3600" b="0" i="0" u="none" strike="noStrike" cap="none">
                <a:solidFill>
                  <a:srgbClr val="000000"/>
                </a:solidFill>
                <a:latin typeface="Palatino Linotype"/>
                <a:ea typeface="Palatino Linotype"/>
                <a:cs typeface="Palatino Linotype"/>
                <a:sym typeface="Palatino Linotype"/>
              </a:rPr>
              <a:t> corresponds to the </a:t>
            </a:r>
            <a:r>
              <a:rPr lang="en-US" sz="3600" b="0" i="1" u="none" strike="noStrike" cap="none">
                <a:solidFill>
                  <a:srgbClr val="000000"/>
                </a:solidFill>
                <a:latin typeface="Palatino Linotype"/>
                <a:ea typeface="Palatino Linotype"/>
                <a:cs typeface="Palatino Linotype"/>
                <a:sym typeface="Palatino Linotype"/>
              </a:rPr>
              <a:t>j’th</a:t>
            </a:r>
            <a:r>
              <a:rPr lang="en-US" sz="3600" b="0" i="0" u="none" strike="noStrike" cap="none">
                <a:solidFill>
                  <a:srgbClr val="000000"/>
                </a:solidFill>
                <a:latin typeface="Palatino Linotype"/>
                <a:ea typeface="Palatino Linotype"/>
                <a:cs typeface="Palatino Linotype"/>
                <a:sym typeface="Palatino Linotype"/>
              </a:rPr>
              <a:t> training example. Sum over all </a:t>
            </a:r>
            <a:r>
              <a:rPr lang="en-US" sz="3600" b="0" i="1" u="none" strike="noStrike" cap="none">
                <a:solidFill>
                  <a:srgbClr val="000000"/>
                </a:solidFill>
                <a:latin typeface="Palatino Linotype"/>
                <a:ea typeface="Palatino Linotype"/>
                <a:cs typeface="Palatino Linotype"/>
                <a:sym typeface="Palatino Linotype"/>
              </a:rPr>
              <a:t>j. </a:t>
            </a:r>
            <a:r>
              <a:rPr lang="en-US" sz="3600" b="0" i="0" u="none" strike="noStrike" cap="none">
                <a:solidFill>
                  <a:srgbClr val="000000"/>
                </a:solidFill>
                <a:latin typeface="Palatino Linotype"/>
                <a:ea typeface="Palatino Linotype"/>
                <a:cs typeface="Palatino Linotype"/>
                <a:sym typeface="Palatino Linotype"/>
              </a:rPr>
              <a:t>That is, compute the sum of error over all training examples</a:t>
            </a:r>
            <a:endParaRPr/>
          </a:p>
        </p:txBody>
      </p:sp>
      <p:sp>
        <p:nvSpPr>
          <p:cNvPr id="366" name="Google Shape;366;p8"/>
          <p:cNvSpPr/>
          <p:nvPr/>
        </p:nvSpPr>
        <p:spPr>
          <a:xfrm>
            <a:off x="509618" y="4642338"/>
            <a:ext cx="3746916" cy="72097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67" name="Google Shape;367;p8"/>
          <p:cNvSpPr/>
          <p:nvPr/>
        </p:nvSpPr>
        <p:spPr>
          <a:xfrm>
            <a:off x="4672466" y="4642338"/>
            <a:ext cx="708426" cy="72097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68" name="Google Shape;368;p8"/>
          <p:cNvSpPr txBox="1"/>
          <p:nvPr/>
        </p:nvSpPr>
        <p:spPr>
          <a:xfrm>
            <a:off x="102772" y="4128328"/>
            <a:ext cx="51809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1" u="none" strike="noStrike" cap="none">
                <a:solidFill>
                  <a:srgbClr val="FF0000"/>
                </a:solidFill>
                <a:latin typeface="Palatino Linotype"/>
                <a:ea typeface="Palatino Linotype"/>
                <a:cs typeface="Palatino Linotype"/>
                <a:sym typeface="Palatino Linotype"/>
              </a:rPr>
              <a:t>x</a:t>
            </a:r>
            <a:r>
              <a:rPr lang="en-US" sz="3600" b="1" i="1" u="none" strike="noStrike" cap="none" baseline="30000">
                <a:solidFill>
                  <a:srgbClr val="FF0000"/>
                </a:solidFill>
                <a:latin typeface="Palatino Linotype"/>
                <a:ea typeface="Palatino Linotype"/>
                <a:cs typeface="Palatino Linotype"/>
                <a:sym typeface="Palatino Linotype"/>
              </a:rPr>
              <a:t>j</a:t>
            </a:r>
            <a:endParaRPr sz="3600" b="1" i="1" u="none" strike="noStrike" cap="none" baseline="30000">
              <a:solidFill>
                <a:srgbClr val="FF0000"/>
              </a:solidFill>
              <a:latin typeface="Palatino Linotype"/>
              <a:ea typeface="Palatino Linotype"/>
              <a:cs typeface="Palatino Linotype"/>
              <a:sym typeface="Palatino Linotype"/>
            </a:endParaRPr>
          </a:p>
        </p:txBody>
      </p:sp>
      <p:sp>
        <p:nvSpPr>
          <p:cNvPr id="369" name="Google Shape;369;p8"/>
          <p:cNvSpPr txBox="1"/>
          <p:nvPr/>
        </p:nvSpPr>
        <p:spPr>
          <a:xfrm>
            <a:off x="5390040" y="4272858"/>
            <a:ext cx="54373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1" u="none" strike="noStrike" cap="none">
                <a:solidFill>
                  <a:srgbClr val="FF0000"/>
                </a:solidFill>
                <a:latin typeface="Palatino Linotype"/>
                <a:ea typeface="Palatino Linotype"/>
                <a:cs typeface="Palatino Linotype"/>
                <a:sym typeface="Palatino Linotype"/>
              </a:rPr>
              <a:t>y</a:t>
            </a:r>
            <a:r>
              <a:rPr lang="en-US" sz="3600" b="1" i="1" u="none" strike="noStrike" cap="none" baseline="30000">
                <a:solidFill>
                  <a:srgbClr val="FF0000"/>
                </a:solidFill>
                <a:latin typeface="Palatino Linotype"/>
                <a:ea typeface="Palatino Linotype"/>
                <a:cs typeface="Palatino Linotype"/>
                <a:sym typeface="Palatino Linotype"/>
              </a:rPr>
              <a:t>j</a:t>
            </a:r>
            <a:endParaRPr sz="3600" b="1" i="1" u="none" strike="noStrike" cap="none" baseline="30000">
              <a:solidFill>
                <a:srgbClr val="FF0000"/>
              </a:solidFill>
              <a:latin typeface="Palatino Linotype"/>
              <a:ea typeface="Palatino Linotype"/>
              <a:cs typeface="Palatino Linotype"/>
              <a:sym typeface="Palatino Linotyp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9"/>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Check if </a:t>
            </a:r>
            <a:r>
              <a:rPr lang="en-US" i="1"/>
              <a:t>f(x)</a:t>
            </a:r>
            <a:r>
              <a:rPr lang="en-US"/>
              <a:t> matches </a:t>
            </a:r>
            <a:r>
              <a:rPr lang="en-US" i="1"/>
              <a:t>y </a:t>
            </a:r>
            <a:r>
              <a:rPr lang="en-US">
                <a:solidFill>
                  <a:srgbClr val="FF0000"/>
                </a:solidFill>
              </a:rPr>
              <a:t>– how?</a:t>
            </a:r>
            <a:endParaRPr i="1"/>
          </a:p>
        </p:txBody>
      </p:sp>
      <p:graphicFrame>
        <p:nvGraphicFramePr>
          <p:cNvPr id="375" name="Google Shape;375;p9"/>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376" name="Google Shape;376;p9"/>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377" name="Google Shape;377;p9"/>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378" name="Google Shape;378;p9"/>
          <p:cNvGrpSpPr/>
          <p:nvPr/>
        </p:nvGrpSpPr>
        <p:grpSpPr>
          <a:xfrm>
            <a:off x="1499062" y="7603958"/>
            <a:ext cx="3173404" cy="1987366"/>
            <a:chOff x="3631842" y="1412432"/>
            <a:chExt cx="5108612" cy="3507298"/>
          </a:xfrm>
        </p:grpSpPr>
        <p:sp>
          <p:nvSpPr>
            <p:cNvPr id="379" name="Google Shape;379;p9"/>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80" name="Google Shape;380;p9"/>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81" name="Google Shape;381;p9"/>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382" name="Google Shape;382;p9"/>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83" name="Google Shape;383;p9"/>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84" name="Google Shape;384;p9"/>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85" name="Google Shape;385;p9"/>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86" name="Google Shape;386;p9"/>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87" name="Google Shape;387;p9"/>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88" name="Google Shape;388;p9"/>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389" name="Google Shape;389;p9"/>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390" name="Google Shape;390;p9"/>
            <p:cNvCxnSpPr>
              <a:stCxn id="382" idx="6"/>
              <a:endCxn id="385"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391" name="Google Shape;391;p9"/>
            <p:cNvCxnSpPr>
              <a:stCxn id="382" idx="6"/>
              <a:endCxn id="386"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392" name="Google Shape;392;p9"/>
            <p:cNvCxnSpPr>
              <a:stCxn id="382" idx="6"/>
              <a:endCxn id="387"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393" name="Google Shape;393;p9"/>
            <p:cNvCxnSpPr>
              <a:endCxn id="388"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394" name="Google Shape;394;p9"/>
            <p:cNvCxnSpPr>
              <a:stCxn id="383" idx="6"/>
              <a:endCxn id="385"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395" name="Google Shape;395;p9"/>
            <p:cNvCxnSpPr>
              <a:stCxn id="383" idx="6"/>
              <a:endCxn id="386"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396" name="Google Shape;396;p9"/>
            <p:cNvCxnSpPr>
              <a:stCxn id="383" idx="6"/>
              <a:endCxn id="387"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397" name="Google Shape;397;p9"/>
            <p:cNvCxnSpPr>
              <a:stCxn id="383" idx="6"/>
              <a:endCxn id="388"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398" name="Google Shape;398;p9"/>
            <p:cNvCxnSpPr>
              <a:stCxn id="384" idx="6"/>
              <a:endCxn id="385"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399" name="Google Shape;399;p9"/>
            <p:cNvCxnSpPr>
              <a:stCxn id="384" idx="6"/>
              <a:endCxn id="386"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400" name="Google Shape;400;p9"/>
            <p:cNvCxnSpPr>
              <a:stCxn id="384" idx="6"/>
              <a:endCxn id="387"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401" name="Google Shape;401;p9"/>
            <p:cNvCxnSpPr>
              <a:stCxn id="384" idx="6"/>
              <a:endCxn id="388"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402" name="Google Shape;402;p9"/>
            <p:cNvCxnSpPr>
              <a:stCxn id="385" idx="6"/>
              <a:endCxn id="389"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403" name="Google Shape;403;p9"/>
            <p:cNvCxnSpPr>
              <a:stCxn id="386" idx="6"/>
              <a:endCxn id="389"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404" name="Google Shape;404;p9"/>
            <p:cNvCxnSpPr>
              <a:stCxn id="387" idx="6"/>
              <a:endCxn id="389"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405" name="Google Shape;405;p9"/>
            <p:cNvCxnSpPr>
              <a:stCxn id="388" idx="6"/>
              <a:endCxn id="389"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406" name="Google Shape;406;p9"/>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407" name="Google Shape;407;p9"/>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408" name="Google Shape;408;p9"/>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409" name="Google Shape;409;p9"/>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410" name="Google Shape;410;p9"/>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411" name="Google Shape;411;p9"/>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412" name="Google Shape;412;p9"/>
          <p:cNvSpPr txBox="1">
            <a:spLocks noGrp="1"/>
          </p:cNvSpPr>
          <p:nvPr>
            <p:ph type="body" idx="1"/>
          </p:nvPr>
        </p:nvSpPr>
        <p:spPr>
          <a:xfrm>
            <a:off x="6502399" y="2725941"/>
            <a:ext cx="6211277" cy="6402399"/>
          </a:xfrm>
          <a:prstGeom prst="rect">
            <a:avLst/>
          </a:prstGeom>
          <a:noFill/>
          <a:ln>
            <a:noFill/>
          </a:ln>
        </p:spPr>
        <p:txBody>
          <a:bodyPr spcFirstLastPara="1" wrap="square" lIns="91425" tIns="45700" rIns="91425" bIns="45700" anchor="t" anchorCtr="0">
            <a:normAutofit fontScale="92500" lnSpcReduction="10000"/>
          </a:bodyPr>
          <a:lstStyle/>
          <a:p>
            <a:pPr marL="417683" lvl="0" indent="-417715" algn="l" rtl="0">
              <a:lnSpc>
                <a:spcPct val="100000"/>
              </a:lnSpc>
              <a:spcBef>
                <a:spcPts val="0"/>
              </a:spcBef>
              <a:spcAft>
                <a:spcPts val="0"/>
              </a:spcAft>
              <a:buSzPct val="97941"/>
              <a:buChar char="▸"/>
            </a:pPr>
            <a:r>
              <a:rPr lang="en-US" i="1"/>
              <a:t>E(w)</a:t>
            </a:r>
            <a:r>
              <a:rPr lang="en-US"/>
              <a:t> is called as the </a:t>
            </a:r>
            <a:r>
              <a:rPr lang="en-US" b="1"/>
              <a:t>loss function</a:t>
            </a:r>
            <a:endParaRPr/>
          </a:p>
          <a:p>
            <a:pPr marL="417683" lvl="0" indent="-183812" algn="l" rtl="0">
              <a:lnSpc>
                <a:spcPct val="100000"/>
              </a:lnSpc>
              <a:spcBef>
                <a:spcPts val="2022"/>
              </a:spcBef>
              <a:spcAft>
                <a:spcPts val="0"/>
              </a:spcAft>
              <a:buSzPct val="100000"/>
              <a:buNone/>
            </a:pPr>
            <a:endParaRPr/>
          </a:p>
          <a:p>
            <a:pPr marL="417683" lvl="0" indent="-183812" algn="l" rtl="0">
              <a:lnSpc>
                <a:spcPct val="100000"/>
              </a:lnSpc>
              <a:spcBef>
                <a:spcPts val="2022"/>
              </a:spcBef>
              <a:spcAft>
                <a:spcPts val="0"/>
              </a:spcAft>
              <a:buSzPct val="100000"/>
              <a:buNone/>
            </a:pPr>
            <a:endParaRPr/>
          </a:p>
          <a:p>
            <a:pPr marL="417683" lvl="0" indent="-417715" algn="l" rtl="0">
              <a:lnSpc>
                <a:spcPct val="100000"/>
              </a:lnSpc>
              <a:spcBef>
                <a:spcPts val="2022"/>
              </a:spcBef>
              <a:spcAft>
                <a:spcPts val="0"/>
              </a:spcAft>
              <a:buSzPct val="97941"/>
              <a:buChar char="▸"/>
            </a:pPr>
            <a:r>
              <a:rPr lang="en-US"/>
              <a:t>This one is squared error loss.</a:t>
            </a:r>
            <a:endParaRPr/>
          </a:p>
          <a:p>
            <a:pPr marL="417683" lvl="0" indent="-417715" algn="l" rtl="0">
              <a:lnSpc>
                <a:spcPct val="100000"/>
              </a:lnSpc>
              <a:spcBef>
                <a:spcPts val="2022"/>
              </a:spcBef>
              <a:spcAft>
                <a:spcPts val="0"/>
              </a:spcAft>
              <a:buSzPct val="97941"/>
              <a:buChar char="▸"/>
            </a:pPr>
            <a:r>
              <a:rPr lang="en-US"/>
              <a:t>But there are other types of loss functions that one can use (depends on the problem)</a:t>
            </a:r>
            <a:endParaRPr i="1"/>
          </a:p>
          <a:p>
            <a:pPr marL="417683" lvl="0" indent="-183812" algn="l" rtl="0">
              <a:lnSpc>
                <a:spcPct val="100000"/>
              </a:lnSpc>
              <a:spcBef>
                <a:spcPts val="2022"/>
              </a:spcBef>
              <a:spcAft>
                <a:spcPts val="0"/>
              </a:spcAft>
              <a:buSzPct val="100000"/>
              <a:buNone/>
            </a:pPr>
            <a:endParaRPr i="1"/>
          </a:p>
        </p:txBody>
      </p:sp>
      <p:pic>
        <p:nvPicPr>
          <p:cNvPr id="413" name="Google Shape;413;p9"/>
          <p:cNvPicPr preferRelativeResize="0"/>
          <p:nvPr/>
        </p:nvPicPr>
        <p:blipFill rotWithShape="1">
          <a:blip r:embed="rId3">
            <a:alphaModFix/>
          </a:blip>
          <a:srcRect/>
          <a:stretch/>
        </p:blipFill>
        <p:spPr>
          <a:xfrm>
            <a:off x="6757160" y="4205643"/>
            <a:ext cx="5956516" cy="1342314"/>
          </a:xfrm>
          <a:prstGeom prst="rect">
            <a:avLst/>
          </a:prstGeom>
          <a:noFill/>
          <a:ln>
            <a:noFill/>
          </a:ln>
        </p:spPr>
      </p:pic>
      <p:sp>
        <p:nvSpPr>
          <p:cNvPr id="414" name="Google Shape;414;p9"/>
          <p:cNvSpPr/>
          <p:nvPr/>
        </p:nvSpPr>
        <p:spPr>
          <a:xfrm>
            <a:off x="509618" y="4642338"/>
            <a:ext cx="3746916" cy="72097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15" name="Google Shape;415;p9"/>
          <p:cNvSpPr/>
          <p:nvPr/>
        </p:nvSpPr>
        <p:spPr>
          <a:xfrm>
            <a:off x="4672466" y="4642338"/>
            <a:ext cx="708426" cy="72097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16" name="Google Shape;416;p9"/>
          <p:cNvSpPr txBox="1"/>
          <p:nvPr/>
        </p:nvSpPr>
        <p:spPr>
          <a:xfrm>
            <a:off x="102772" y="4128328"/>
            <a:ext cx="51809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1" u="none" strike="noStrike" cap="none">
                <a:solidFill>
                  <a:srgbClr val="FF0000"/>
                </a:solidFill>
                <a:latin typeface="Palatino Linotype"/>
                <a:ea typeface="Palatino Linotype"/>
                <a:cs typeface="Palatino Linotype"/>
                <a:sym typeface="Palatino Linotype"/>
              </a:rPr>
              <a:t>x</a:t>
            </a:r>
            <a:r>
              <a:rPr lang="en-US" sz="3600" b="1" i="1" u="none" strike="noStrike" cap="none" baseline="30000">
                <a:solidFill>
                  <a:srgbClr val="FF0000"/>
                </a:solidFill>
                <a:latin typeface="Palatino Linotype"/>
                <a:ea typeface="Palatino Linotype"/>
                <a:cs typeface="Palatino Linotype"/>
                <a:sym typeface="Palatino Linotype"/>
              </a:rPr>
              <a:t>j</a:t>
            </a:r>
            <a:endParaRPr sz="3600" b="1" i="1" u="none" strike="noStrike" cap="none" baseline="30000">
              <a:solidFill>
                <a:srgbClr val="FF0000"/>
              </a:solidFill>
              <a:latin typeface="Palatino Linotype"/>
              <a:ea typeface="Palatino Linotype"/>
              <a:cs typeface="Palatino Linotype"/>
              <a:sym typeface="Palatino Linotype"/>
            </a:endParaRPr>
          </a:p>
        </p:txBody>
      </p:sp>
      <p:sp>
        <p:nvSpPr>
          <p:cNvPr id="417" name="Google Shape;417;p9"/>
          <p:cNvSpPr txBox="1"/>
          <p:nvPr/>
        </p:nvSpPr>
        <p:spPr>
          <a:xfrm>
            <a:off x="5390040" y="4272858"/>
            <a:ext cx="54373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1" u="none" strike="noStrike" cap="none">
                <a:solidFill>
                  <a:srgbClr val="FF0000"/>
                </a:solidFill>
                <a:latin typeface="Palatino Linotype"/>
                <a:ea typeface="Palatino Linotype"/>
                <a:cs typeface="Palatino Linotype"/>
                <a:sym typeface="Palatino Linotype"/>
              </a:rPr>
              <a:t>y</a:t>
            </a:r>
            <a:r>
              <a:rPr lang="en-US" sz="3600" b="1" i="1" u="none" strike="noStrike" cap="none" baseline="30000">
                <a:solidFill>
                  <a:srgbClr val="FF0000"/>
                </a:solidFill>
                <a:latin typeface="Palatino Linotype"/>
                <a:ea typeface="Palatino Linotype"/>
                <a:cs typeface="Palatino Linotype"/>
                <a:sym typeface="Palatino Linotype"/>
              </a:rPr>
              <a:t>j</a:t>
            </a:r>
            <a:endParaRPr sz="3600" b="1" i="1" u="none" strike="noStrike" cap="none" baseline="30000">
              <a:solidFill>
                <a:srgbClr val="FF0000"/>
              </a:solidFill>
              <a:latin typeface="Palatino Linotype"/>
              <a:ea typeface="Palatino Linotype"/>
              <a:cs typeface="Palatino Linotype"/>
              <a:sym typeface="Palatino Linotyp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10"/>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Check if </a:t>
            </a:r>
            <a:r>
              <a:rPr lang="en-US" i="1"/>
              <a:t>f(x)</a:t>
            </a:r>
            <a:r>
              <a:rPr lang="en-US"/>
              <a:t> matches </a:t>
            </a:r>
            <a:r>
              <a:rPr lang="en-US" i="1"/>
              <a:t>y </a:t>
            </a:r>
            <a:r>
              <a:rPr lang="en-US">
                <a:solidFill>
                  <a:srgbClr val="FF0000"/>
                </a:solidFill>
              </a:rPr>
              <a:t>– how?</a:t>
            </a:r>
            <a:endParaRPr i="1"/>
          </a:p>
        </p:txBody>
      </p:sp>
      <p:graphicFrame>
        <p:nvGraphicFramePr>
          <p:cNvPr id="423" name="Google Shape;423;p10"/>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424" name="Google Shape;424;p10"/>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425" name="Google Shape;425;p10"/>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426" name="Google Shape;426;p10"/>
          <p:cNvGrpSpPr/>
          <p:nvPr/>
        </p:nvGrpSpPr>
        <p:grpSpPr>
          <a:xfrm>
            <a:off x="1499062" y="7603958"/>
            <a:ext cx="3173404" cy="1987366"/>
            <a:chOff x="3631842" y="1412432"/>
            <a:chExt cx="5108612" cy="3507298"/>
          </a:xfrm>
        </p:grpSpPr>
        <p:sp>
          <p:nvSpPr>
            <p:cNvPr id="427" name="Google Shape;427;p10"/>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28" name="Google Shape;428;p10"/>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29" name="Google Shape;429;p10"/>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30" name="Google Shape;430;p10"/>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31" name="Google Shape;431;p10"/>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32" name="Google Shape;432;p10"/>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33" name="Google Shape;433;p10"/>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34" name="Google Shape;434;p10"/>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35" name="Google Shape;435;p10"/>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36" name="Google Shape;436;p10"/>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37" name="Google Shape;437;p10"/>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438" name="Google Shape;438;p10"/>
            <p:cNvCxnSpPr>
              <a:stCxn id="430" idx="6"/>
              <a:endCxn id="433"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439" name="Google Shape;439;p10"/>
            <p:cNvCxnSpPr>
              <a:stCxn id="430" idx="6"/>
              <a:endCxn id="434"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440" name="Google Shape;440;p10"/>
            <p:cNvCxnSpPr>
              <a:stCxn id="430" idx="6"/>
              <a:endCxn id="435"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441" name="Google Shape;441;p10"/>
            <p:cNvCxnSpPr>
              <a:endCxn id="436"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442" name="Google Shape;442;p10"/>
            <p:cNvCxnSpPr>
              <a:stCxn id="431" idx="6"/>
              <a:endCxn id="433"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443" name="Google Shape;443;p10"/>
            <p:cNvCxnSpPr>
              <a:stCxn id="431" idx="6"/>
              <a:endCxn id="434"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444" name="Google Shape;444;p10"/>
            <p:cNvCxnSpPr>
              <a:stCxn id="431" idx="6"/>
              <a:endCxn id="435"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445" name="Google Shape;445;p10"/>
            <p:cNvCxnSpPr>
              <a:stCxn id="431" idx="6"/>
              <a:endCxn id="436"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446" name="Google Shape;446;p10"/>
            <p:cNvCxnSpPr>
              <a:stCxn id="432" idx="6"/>
              <a:endCxn id="433"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447" name="Google Shape;447;p10"/>
            <p:cNvCxnSpPr>
              <a:stCxn id="432" idx="6"/>
              <a:endCxn id="434"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448" name="Google Shape;448;p10"/>
            <p:cNvCxnSpPr>
              <a:stCxn id="432" idx="6"/>
              <a:endCxn id="435"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449" name="Google Shape;449;p10"/>
            <p:cNvCxnSpPr>
              <a:stCxn id="432" idx="6"/>
              <a:endCxn id="436"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450" name="Google Shape;450;p10"/>
            <p:cNvCxnSpPr>
              <a:stCxn id="433" idx="6"/>
              <a:endCxn id="437"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451" name="Google Shape;451;p10"/>
            <p:cNvCxnSpPr>
              <a:stCxn id="434" idx="6"/>
              <a:endCxn id="437"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452" name="Google Shape;452;p10"/>
            <p:cNvCxnSpPr>
              <a:stCxn id="435" idx="6"/>
              <a:endCxn id="437"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453" name="Google Shape;453;p10"/>
            <p:cNvCxnSpPr>
              <a:stCxn id="436" idx="6"/>
              <a:endCxn id="437"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454" name="Google Shape;454;p10"/>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455" name="Google Shape;455;p10"/>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456" name="Google Shape;456;p10"/>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457" name="Google Shape;457;p10"/>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458" name="Google Shape;458;p10"/>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459" name="Google Shape;459;p10"/>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460" name="Google Shape;460;p10"/>
          <p:cNvSpPr txBox="1">
            <a:spLocks noGrp="1"/>
          </p:cNvSpPr>
          <p:nvPr>
            <p:ph type="body" idx="1"/>
          </p:nvPr>
        </p:nvSpPr>
        <p:spPr>
          <a:xfrm>
            <a:off x="6502399" y="2725941"/>
            <a:ext cx="6211277" cy="6402399"/>
          </a:xfrm>
          <a:prstGeom prst="rect">
            <a:avLst/>
          </a:prstGeom>
          <a:noFill/>
          <a:ln>
            <a:noFill/>
          </a:ln>
        </p:spPr>
        <p:txBody>
          <a:bodyPr spcFirstLastPara="1" wrap="square" lIns="91425" tIns="45700" rIns="91425" bIns="45700" anchor="t" anchorCtr="0">
            <a:normAutofit lnSpcReduction="10000"/>
          </a:bodyPr>
          <a:lstStyle/>
          <a:p>
            <a:pPr marL="417683" lvl="0" indent="-417683" algn="l" rtl="0">
              <a:lnSpc>
                <a:spcPct val="100000"/>
              </a:lnSpc>
              <a:spcBef>
                <a:spcPts val="0"/>
              </a:spcBef>
              <a:spcAft>
                <a:spcPts val="0"/>
              </a:spcAft>
              <a:buSzPts val="3900"/>
              <a:buChar char="▸"/>
            </a:pPr>
            <a:r>
              <a:rPr lang="en-US" i="1"/>
              <a:t>E(w)</a:t>
            </a:r>
            <a:r>
              <a:rPr lang="en-US"/>
              <a:t> is called as the </a:t>
            </a:r>
            <a:r>
              <a:rPr lang="en-US" b="1"/>
              <a:t>loss function</a:t>
            </a:r>
            <a:endParaRPr/>
          </a:p>
          <a:p>
            <a:pPr marL="417683" lvl="0" indent="-164826" algn="l" rtl="0">
              <a:lnSpc>
                <a:spcPct val="100000"/>
              </a:lnSpc>
              <a:spcBef>
                <a:spcPts val="2022"/>
              </a:spcBef>
              <a:spcAft>
                <a:spcPts val="0"/>
              </a:spcAft>
              <a:buSzPts val="3982"/>
              <a:buNone/>
            </a:pPr>
            <a:endParaRPr/>
          </a:p>
          <a:p>
            <a:pPr marL="417683" lvl="0" indent="-164826" algn="l" rtl="0">
              <a:lnSpc>
                <a:spcPct val="100000"/>
              </a:lnSpc>
              <a:spcBef>
                <a:spcPts val="2022"/>
              </a:spcBef>
              <a:spcAft>
                <a:spcPts val="0"/>
              </a:spcAft>
              <a:buSzPts val="3982"/>
              <a:buNone/>
            </a:pPr>
            <a:endParaRPr/>
          </a:p>
          <a:p>
            <a:pPr marL="417683" lvl="0" indent="-417683" algn="l" rtl="0">
              <a:lnSpc>
                <a:spcPct val="100000"/>
              </a:lnSpc>
              <a:spcBef>
                <a:spcPts val="2022"/>
              </a:spcBef>
              <a:spcAft>
                <a:spcPts val="0"/>
              </a:spcAft>
              <a:buSzPts val="3900"/>
              <a:buChar char="▸"/>
            </a:pPr>
            <a:r>
              <a:rPr lang="en-US"/>
              <a:t>Note that </a:t>
            </a:r>
            <a:r>
              <a:rPr lang="en-US" i="1"/>
              <a:t>E(w)</a:t>
            </a:r>
            <a:r>
              <a:rPr lang="en-US"/>
              <a:t> is a function of the weights</a:t>
            </a:r>
            <a:endParaRPr/>
          </a:p>
          <a:p>
            <a:pPr marL="417683" lvl="0" indent="-417683" algn="l" rtl="0">
              <a:lnSpc>
                <a:spcPct val="100000"/>
              </a:lnSpc>
              <a:spcBef>
                <a:spcPts val="2022"/>
              </a:spcBef>
              <a:spcAft>
                <a:spcPts val="0"/>
              </a:spcAft>
              <a:buSzPts val="3900"/>
              <a:buChar char="▸"/>
            </a:pPr>
            <a:r>
              <a:rPr lang="en-US"/>
              <a:t>If you change </a:t>
            </a:r>
            <a:r>
              <a:rPr lang="en-US" i="1"/>
              <a:t>w</a:t>
            </a:r>
            <a:r>
              <a:rPr lang="en-US"/>
              <a:t> then </a:t>
            </a:r>
            <a:r>
              <a:rPr lang="en-US" i="1"/>
              <a:t>f(x) </a:t>
            </a:r>
            <a:r>
              <a:rPr lang="en-US"/>
              <a:t>will change and thus loss will change</a:t>
            </a:r>
            <a:endParaRPr/>
          </a:p>
          <a:p>
            <a:pPr marL="417683" lvl="0" indent="-164826" algn="l" rtl="0">
              <a:lnSpc>
                <a:spcPct val="100000"/>
              </a:lnSpc>
              <a:spcBef>
                <a:spcPts val="2022"/>
              </a:spcBef>
              <a:spcAft>
                <a:spcPts val="0"/>
              </a:spcAft>
              <a:buSzPts val="3982"/>
              <a:buNone/>
            </a:pPr>
            <a:endParaRPr i="1"/>
          </a:p>
        </p:txBody>
      </p:sp>
      <p:pic>
        <p:nvPicPr>
          <p:cNvPr id="461" name="Google Shape;461;p10"/>
          <p:cNvPicPr preferRelativeResize="0"/>
          <p:nvPr/>
        </p:nvPicPr>
        <p:blipFill rotWithShape="1">
          <a:blip r:embed="rId3">
            <a:alphaModFix/>
          </a:blip>
          <a:srcRect/>
          <a:stretch/>
        </p:blipFill>
        <p:spPr>
          <a:xfrm>
            <a:off x="6757160" y="4205643"/>
            <a:ext cx="5956516" cy="1342314"/>
          </a:xfrm>
          <a:prstGeom prst="rect">
            <a:avLst/>
          </a:prstGeom>
          <a:noFill/>
          <a:ln>
            <a:noFill/>
          </a:ln>
        </p:spPr>
      </p:pic>
      <p:sp>
        <p:nvSpPr>
          <p:cNvPr id="462" name="Google Shape;462;p10"/>
          <p:cNvSpPr/>
          <p:nvPr/>
        </p:nvSpPr>
        <p:spPr>
          <a:xfrm>
            <a:off x="509618" y="4642338"/>
            <a:ext cx="3746916" cy="72097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63" name="Google Shape;463;p10"/>
          <p:cNvSpPr/>
          <p:nvPr/>
        </p:nvSpPr>
        <p:spPr>
          <a:xfrm>
            <a:off x="4672466" y="4642338"/>
            <a:ext cx="708426" cy="720970"/>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64" name="Google Shape;464;p10"/>
          <p:cNvSpPr txBox="1"/>
          <p:nvPr/>
        </p:nvSpPr>
        <p:spPr>
          <a:xfrm>
            <a:off x="102772" y="4128328"/>
            <a:ext cx="51809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1" u="none" strike="noStrike" cap="none">
                <a:solidFill>
                  <a:srgbClr val="FF0000"/>
                </a:solidFill>
                <a:latin typeface="Palatino Linotype"/>
                <a:ea typeface="Palatino Linotype"/>
                <a:cs typeface="Palatino Linotype"/>
                <a:sym typeface="Palatino Linotype"/>
              </a:rPr>
              <a:t>x</a:t>
            </a:r>
            <a:r>
              <a:rPr lang="en-US" sz="3600" b="1" i="1" u="none" strike="noStrike" cap="none" baseline="30000">
                <a:solidFill>
                  <a:srgbClr val="FF0000"/>
                </a:solidFill>
                <a:latin typeface="Palatino Linotype"/>
                <a:ea typeface="Palatino Linotype"/>
                <a:cs typeface="Palatino Linotype"/>
                <a:sym typeface="Palatino Linotype"/>
              </a:rPr>
              <a:t>j</a:t>
            </a:r>
            <a:endParaRPr sz="3600" b="1" i="1" u="none" strike="noStrike" cap="none" baseline="30000">
              <a:solidFill>
                <a:srgbClr val="FF0000"/>
              </a:solidFill>
              <a:latin typeface="Palatino Linotype"/>
              <a:ea typeface="Palatino Linotype"/>
              <a:cs typeface="Palatino Linotype"/>
              <a:sym typeface="Palatino Linotype"/>
            </a:endParaRPr>
          </a:p>
        </p:txBody>
      </p:sp>
      <p:sp>
        <p:nvSpPr>
          <p:cNvPr id="465" name="Google Shape;465;p10"/>
          <p:cNvSpPr txBox="1"/>
          <p:nvPr/>
        </p:nvSpPr>
        <p:spPr>
          <a:xfrm>
            <a:off x="5390040" y="4272858"/>
            <a:ext cx="54373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1" u="none" strike="noStrike" cap="none">
                <a:solidFill>
                  <a:srgbClr val="FF0000"/>
                </a:solidFill>
                <a:latin typeface="Palatino Linotype"/>
                <a:ea typeface="Palatino Linotype"/>
                <a:cs typeface="Palatino Linotype"/>
                <a:sym typeface="Palatino Linotype"/>
              </a:rPr>
              <a:t>y</a:t>
            </a:r>
            <a:r>
              <a:rPr lang="en-US" sz="3600" b="1" i="1" u="none" strike="noStrike" cap="none" baseline="30000">
                <a:solidFill>
                  <a:srgbClr val="FF0000"/>
                </a:solidFill>
                <a:latin typeface="Palatino Linotype"/>
                <a:ea typeface="Palatino Linotype"/>
                <a:cs typeface="Palatino Linotype"/>
                <a:sym typeface="Palatino Linotype"/>
              </a:rPr>
              <a:t>j</a:t>
            </a:r>
            <a:endParaRPr sz="3600" b="1" i="1" u="none" strike="noStrike" cap="none" baseline="30000">
              <a:solidFill>
                <a:srgbClr val="FF0000"/>
              </a:solidFill>
              <a:latin typeface="Palatino Linotype"/>
              <a:ea typeface="Palatino Linotype"/>
              <a:cs typeface="Palatino Linotype"/>
              <a:sym typeface="Palatino Linotyp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11"/>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General Recipe</a:t>
            </a:r>
            <a:endParaRPr i="1"/>
          </a:p>
        </p:txBody>
      </p:sp>
      <p:graphicFrame>
        <p:nvGraphicFramePr>
          <p:cNvPr id="471" name="Google Shape;471;p11"/>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472" name="Google Shape;472;p11"/>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473" name="Google Shape;473;p11"/>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474" name="Google Shape;474;p11"/>
          <p:cNvGrpSpPr/>
          <p:nvPr/>
        </p:nvGrpSpPr>
        <p:grpSpPr>
          <a:xfrm>
            <a:off x="1499062" y="7603958"/>
            <a:ext cx="3173404" cy="1987366"/>
            <a:chOff x="3631842" y="1412432"/>
            <a:chExt cx="5108612" cy="3507298"/>
          </a:xfrm>
        </p:grpSpPr>
        <p:sp>
          <p:nvSpPr>
            <p:cNvPr id="475" name="Google Shape;475;p11"/>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76" name="Google Shape;476;p11"/>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77" name="Google Shape;477;p11"/>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478" name="Google Shape;478;p11"/>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79" name="Google Shape;479;p11"/>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80" name="Google Shape;480;p11"/>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81" name="Google Shape;481;p11"/>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82" name="Google Shape;482;p11"/>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83" name="Google Shape;483;p11"/>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84" name="Google Shape;484;p11"/>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485" name="Google Shape;485;p11"/>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486" name="Google Shape;486;p11"/>
            <p:cNvCxnSpPr>
              <a:stCxn id="478" idx="6"/>
              <a:endCxn id="481"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487" name="Google Shape;487;p11"/>
            <p:cNvCxnSpPr>
              <a:stCxn id="478" idx="6"/>
              <a:endCxn id="482"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488" name="Google Shape;488;p11"/>
            <p:cNvCxnSpPr>
              <a:stCxn id="478" idx="6"/>
              <a:endCxn id="483"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489" name="Google Shape;489;p11"/>
            <p:cNvCxnSpPr>
              <a:endCxn id="484"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490" name="Google Shape;490;p11"/>
            <p:cNvCxnSpPr>
              <a:stCxn id="479" idx="6"/>
              <a:endCxn id="481"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491" name="Google Shape;491;p11"/>
            <p:cNvCxnSpPr>
              <a:stCxn id="479" idx="6"/>
              <a:endCxn id="482"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492" name="Google Shape;492;p11"/>
            <p:cNvCxnSpPr>
              <a:stCxn id="479" idx="6"/>
              <a:endCxn id="483"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493" name="Google Shape;493;p11"/>
            <p:cNvCxnSpPr>
              <a:stCxn id="479" idx="6"/>
              <a:endCxn id="484"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494" name="Google Shape;494;p11"/>
            <p:cNvCxnSpPr>
              <a:stCxn id="480" idx="6"/>
              <a:endCxn id="481"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495" name="Google Shape;495;p11"/>
            <p:cNvCxnSpPr>
              <a:stCxn id="480" idx="6"/>
              <a:endCxn id="482"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496" name="Google Shape;496;p11"/>
            <p:cNvCxnSpPr>
              <a:stCxn id="480" idx="6"/>
              <a:endCxn id="483"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497" name="Google Shape;497;p11"/>
            <p:cNvCxnSpPr>
              <a:stCxn id="480" idx="6"/>
              <a:endCxn id="484"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498" name="Google Shape;498;p11"/>
            <p:cNvCxnSpPr>
              <a:stCxn id="481" idx="6"/>
              <a:endCxn id="485"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499" name="Google Shape;499;p11"/>
            <p:cNvCxnSpPr>
              <a:stCxn id="482" idx="6"/>
              <a:endCxn id="485"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500" name="Google Shape;500;p11"/>
            <p:cNvCxnSpPr>
              <a:stCxn id="483" idx="6"/>
              <a:endCxn id="485"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501" name="Google Shape;501;p11"/>
            <p:cNvCxnSpPr>
              <a:stCxn id="484" idx="6"/>
              <a:endCxn id="485"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502" name="Google Shape;502;p11"/>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503" name="Google Shape;503;p11"/>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504" name="Google Shape;504;p11"/>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505" name="Google Shape;505;p11"/>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506" name="Google Shape;506;p11"/>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507" name="Google Shape;507;p11"/>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508" name="Google Shape;508;p11"/>
          <p:cNvSpPr txBox="1">
            <a:spLocks noGrp="1"/>
          </p:cNvSpPr>
          <p:nvPr>
            <p:ph type="body" idx="1"/>
          </p:nvPr>
        </p:nvSpPr>
        <p:spPr>
          <a:xfrm>
            <a:off x="6502399" y="1999577"/>
            <a:ext cx="6211277" cy="712876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SzPts val="3982"/>
              <a:buNone/>
            </a:pPr>
            <a:endParaRPr i="1"/>
          </a:p>
          <a:p>
            <a:pPr marL="417683" lvl="0" indent="-417683" algn="l" rtl="0">
              <a:lnSpc>
                <a:spcPct val="100000"/>
              </a:lnSpc>
              <a:spcBef>
                <a:spcPts val="2022"/>
              </a:spcBef>
              <a:spcAft>
                <a:spcPts val="0"/>
              </a:spcAft>
              <a:buSzPts val="3900"/>
              <a:buChar char="▸"/>
            </a:pPr>
            <a:r>
              <a:rPr lang="en-US"/>
              <a:t>Start with some initial weights</a:t>
            </a:r>
            <a:endParaRPr/>
          </a:p>
          <a:p>
            <a:pPr marL="417683" lvl="0" indent="-417683" algn="l" rtl="0">
              <a:lnSpc>
                <a:spcPct val="100000"/>
              </a:lnSpc>
              <a:spcBef>
                <a:spcPts val="2022"/>
              </a:spcBef>
              <a:spcAft>
                <a:spcPts val="0"/>
              </a:spcAft>
              <a:buSzPts val="3900"/>
              <a:buChar char="▸"/>
            </a:pPr>
            <a:r>
              <a:rPr lang="en-US"/>
              <a:t>Compute </a:t>
            </a:r>
            <a:r>
              <a:rPr lang="en-US" i="1"/>
              <a:t>f(x)</a:t>
            </a:r>
            <a:r>
              <a:rPr lang="en-US"/>
              <a:t> based on these weights</a:t>
            </a:r>
            <a:endParaRPr>
              <a:solidFill>
                <a:srgbClr val="FF0000"/>
              </a:solidFill>
            </a:endParaRPr>
          </a:p>
          <a:p>
            <a:pPr marL="417683" lvl="0" indent="-417683" algn="l" rtl="0">
              <a:lnSpc>
                <a:spcPct val="100000"/>
              </a:lnSpc>
              <a:spcBef>
                <a:spcPts val="2022"/>
              </a:spcBef>
              <a:spcAft>
                <a:spcPts val="0"/>
              </a:spcAft>
              <a:buSzPts val="3900"/>
              <a:buChar char="▸"/>
            </a:pPr>
            <a:r>
              <a:rPr lang="en-US"/>
              <a:t>Check if </a:t>
            </a:r>
            <a:r>
              <a:rPr lang="en-US" i="1"/>
              <a:t>f(x)</a:t>
            </a:r>
            <a:r>
              <a:rPr lang="en-US"/>
              <a:t> matches </a:t>
            </a:r>
            <a:r>
              <a:rPr lang="en-US" i="1"/>
              <a:t>y   </a:t>
            </a:r>
            <a:r>
              <a:rPr lang="en-US">
                <a:solidFill>
                  <a:srgbClr val="FF0000"/>
                </a:solidFill>
              </a:rPr>
              <a:t>– how? Compute </a:t>
            </a:r>
            <a:r>
              <a:rPr lang="en-US" i="1">
                <a:solidFill>
                  <a:srgbClr val="FF0000"/>
                </a:solidFill>
              </a:rPr>
              <a:t>E(w)</a:t>
            </a:r>
            <a:endParaRPr i="1"/>
          </a:p>
          <a:p>
            <a:pPr marL="417683" lvl="0" indent="-417683" algn="l" rtl="0">
              <a:lnSpc>
                <a:spcPct val="100000"/>
              </a:lnSpc>
              <a:spcBef>
                <a:spcPts val="2022"/>
              </a:spcBef>
              <a:spcAft>
                <a:spcPts val="0"/>
              </a:spcAft>
              <a:buSzPts val="3900"/>
              <a:buChar char="▸"/>
            </a:pPr>
            <a:r>
              <a:rPr lang="en-US"/>
              <a:t>If </a:t>
            </a:r>
            <a:r>
              <a:rPr lang="en-US" i="1"/>
              <a:t>E(w)</a:t>
            </a:r>
            <a:r>
              <a:rPr lang="en-US"/>
              <a:t> is not zero, adjust the weights </a:t>
            </a:r>
            <a:r>
              <a:rPr lang="en-US">
                <a:solidFill>
                  <a:srgbClr val="FF0000"/>
                </a:solidFill>
              </a:rPr>
              <a:t>– how?</a:t>
            </a:r>
            <a:endParaRPr/>
          </a:p>
          <a:p>
            <a:pPr marL="417683" lvl="0" indent="-417683" algn="l" rtl="0">
              <a:lnSpc>
                <a:spcPct val="100000"/>
              </a:lnSpc>
              <a:spcBef>
                <a:spcPts val="2022"/>
              </a:spcBef>
              <a:spcAft>
                <a:spcPts val="0"/>
              </a:spcAft>
              <a:buSzPts val="3900"/>
              <a:buChar char="▸"/>
            </a:pPr>
            <a:r>
              <a:rPr lang="en-US"/>
              <a:t>Rinse and repeat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12"/>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660000"/>
              </a:buClr>
              <a:buSzPct val="99609"/>
              <a:buFont typeface="Century Gothic"/>
              <a:buNone/>
            </a:pPr>
            <a:r>
              <a:rPr lang="en-US"/>
              <a:t>If </a:t>
            </a:r>
            <a:r>
              <a:rPr lang="en-US" i="1"/>
              <a:t>E(w)</a:t>
            </a:r>
            <a:r>
              <a:rPr lang="en-US"/>
              <a:t> is not zero, adjust the weights </a:t>
            </a:r>
            <a:r>
              <a:rPr lang="en-US">
                <a:solidFill>
                  <a:srgbClr val="FF0000"/>
                </a:solidFill>
              </a:rPr>
              <a:t>– how?</a:t>
            </a:r>
            <a:endParaRPr/>
          </a:p>
        </p:txBody>
      </p:sp>
      <p:graphicFrame>
        <p:nvGraphicFramePr>
          <p:cNvPr id="514" name="Google Shape;514;p12"/>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515" name="Google Shape;515;p12"/>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516" name="Google Shape;516;p12"/>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517" name="Google Shape;517;p12"/>
          <p:cNvGrpSpPr/>
          <p:nvPr/>
        </p:nvGrpSpPr>
        <p:grpSpPr>
          <a:xfrm>
            <a:off x="1499062" y="7603958"/>
            <a:ext cx="3173404" cy="1987366"/>
            <a:chOff x="3631842" y="1412432"/>
            <a:chExt cx="5108612" cy="3507298"/>
          </a:xfrm>
        </p:grpSpPr>
        <p:sp>
          <p:nvSpPr>
            <p:cNvPr id="518" name="Google Shape;518;p12"/>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519" name="Google Shape;519;p12"/>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520" name="Google Shape;520;p12"/>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521" name="Google Shape;521;p12"/>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22" name="Google Shape;522;p12"/>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23" name="Google Shape;523;p12"/>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24" name="Google Shape;524;p12"/>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25" name="Google Shape;525;p12"/>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26" name="Google Shape;526;p12"/>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27" name="Google Shape;527;p12"/>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28" name="Google Shape;528;p12"/>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529" name="Google Shape;529;p12"/>
            <p:cNvCxnSpPr>
              <a:stCxn id="521" idx="6"/>
              <a:endCxn id="524"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530" name="Google Shape;530;p12"/>
            <p:cNvCxnSpPr>
              <a:stCxn id="521" idx="6"/>
              <a:endCxn id="525"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531" name="Google Shape;531;p12"/>
            <p:cNvCxnSpPr>
              <a:stCxn id="521" idx="6"/>
              <a:endCxn id="526"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532" name="Google Shape;532;p12"/>
            <p:cNvCxnSpPr>
              <a:endCxn id="527"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533" name="Google Shape;533;p12"/>
            <p:cNvCxnSpPr>
              <a:stCxn id="522" idx="6"/>
              <a:endCxn id="524"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534" name="Google Shape;534;p12"/>
            <p:cNvCxnSpPr>
              <a:stCxn id="522" idx="6"/>
              <a:endCxn id="525"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535" name="Google Shape;535;p12"/>
            <p:cNvCxnSpPr>
              <a:stCxn id="522" idx="6"/>
              <a:endCxn id="526"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536" name="Google Shape;536;p12"/>
            <p:cNvCxnSpPr>
              <a:stCxn id="522" idx="6"/>
              <a:endCxn id="527"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537" name="Google Shape;537;p12"/>
            <p:cNvCxnSpPr>
              <a:stCxn id="523" idx="6"/>
              <a:endCxn id="524"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538" name="Google Shape;538;p12"/>
            <p:cNvCxnSpPr>
              <a:stCxn id="523" idx="6"/>
              <a:endCxn id="525"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539" name="Google Shape;539;p12"/>
            <p:cNvCxnSpPr>
              <a:stCxn id="523" idx="6"/>
              <a:endCxn id="526"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540" name="Google Shape;540;p12"/>
            <p:cNvCxnSpPr>
              <a:stCxn id="523" idx="6"/>
              <a:endCxn id="527"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541" name="Google Shape;541;p12"/>
            <p:cNvCxnSpPr>
              <a:stCxn id="524" idx="6"/>
              <a:endCxn id="528"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542" name="Google Shape;542;p12"/>
            <p:cNvCxnSpPr>
              <a:stCxn id="525" idx="6"/>
              <a:endCxn id="528"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543" name="Google Shape;543;p12"/>
            <p:cNvCxnSpPr>
              <a:stCxn id="526" idx="6"/>
              <a:endCxn id="528"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544" name="Google Shape;544;p12"/>
            <p:cNvCxnSpPr>
              <a:stCxn id="527" idx="6"/>
              <a:endCxn id="528"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545" name="Google Shape;545;p12"/>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546" name="Google Shape;546;p12"/>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547" name="Google Shape;547;p12"/>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548" name="Google Shape;548;p12"/>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549" name="Google Shape;549;p12"/>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550" name="Google Shape;550;p12"/>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551" name="Google Shape;551;p12"/>
          <p:cNvSpPr txBox="1">
            <a:spLocks noGrp="1"/>
          </p:cNvSpPr>
          <p:nvPr>
            <p:ph type="body" idx="1"/>
          </p:nvPr>
        </p:nvSpPr>
        <p:spPr>
          <a:xfrm>
            <a:off x="6502399" y="1999577"/>
            <a:ext cx="6211277" cy="7128763"/>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For complicated function, </a:t>
            </a:r>
            <a:r>
              <a:rPr lang="en-US" i="1"/>
              <a:t>E(w)</a:t>
            </a:r>
            <a:r>
              <a:rPr lang="en-US"/>
              <a:t> will never be zero (overfitting)</a:t>
            </a:r>
            <a:endParaRPr/>
          </a:p>
          <a:p>
            <a:pPr marL="417683" lvl="0" indent="-417683" algn="l" rtl="0">
              <a:lnSpc>
                <a:spcPct val="100000"/>
              </a:lnSpc>
              <a:spcBef>
                <a:spcPts val="2022"/>
              </a:spcBef>
              <a:spcAft>
                <a:spcPts val="0"/>
              </a:spcAft>
              <a:buSzPts val="3900"/>
              <a:buChar char="▸"/>
            </a:pPr>
            <a:r>
              <a:rPr lang="en-US"/>
              <a:t>Instead, we want to find weights such that </a:t>
            </a:r>
            <a:r>
              <a:rPr lang="en-US" i="1"/>
              <a:t>E(w)</a:t>
            </a:r>
            <a:r>
              <a:rPr lang="en-US"/>
              <a:t> becomes minimum</a:t>
            </a:r>
            <a:endParaRPr/>
          </a:p>
          <a:p>
            <a:pPr marL="417683" lvl="0" indent="-164826" algn="l" rtl="0">
              <a:lnSpc>
                <a:spcPct val="100000"/>
              </a:lnSpc>
              <a:spcBef>
                <a:spcPts val="2022"/>
              </a:spcBef>
              <a:spcAft>
                <a:spcPts val="0"/>
              </a:spcAft>
              <a:buSzPts val="3982"/>
              <a:buNone/>
            </a:pPr>
            <a:endParaRPr i="1"/>
          </a:p>
          <a:p>
            <a:pPr marL="417683" lvl="0" indent="-417683" algn="l" rtl="0">
              <a:lnSpc>
                <a:spcPct val="100000"/>
              </a:lnSpc>
              <a:spcBef>
                <a:spcPts val="2022"/>
              </a:spcBef>
              <a:spcAft>
                <a:spcPts val="0"/>
              </a:spcAft>
              <a:buSzPts val="3900"/>
              <a:buChar char="▸"/>
            </a:pPr>
            <a:r>
              <a:rPr lang="en-US" i="1"/>
              <a:t>How?</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13"/>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660000"/>
              </a:buClr>
              <a:buSzPct val="99609"/>
              <a:buFont typeface="Century Gothic"/>
              <a:buNone/>
            </a:pPr>
            <a:r>
              <a:rPr lang="en-US"/>
              <a:t>If </a:t>
            </a:r>
            <a:r>
              <a:rPr lang="en-US" i="1"/>
              <a:t>E(w)</a:t>
            </a:r>
            <a:r>
              <a:rPr lang="en-US"/>
              <a:t> is not zero, adjust the weights </a:t>
            </a:r>
            <a:r>
              <a:rPr lang="en-US">
                <a:solidFill>
                  <a:srgbClr val="FF0000"/>
                </a:solidFill>
              </a:rPr>
              <a:t>– how?</a:t>
            </a:r>
            <a:endParaRPr/>
          </a:p>
        </p:txBody>
      </p:sp>
      <p:graphicFrame>
        <p:nvGraphicFramePr>
          <p:cNvPr id="557" name="Google Shape;557;p13"/>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558" name="Google Shape;558;p13"/>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559" name="Google Shape;559;p13"/>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560" name="Google Shape;560;p13"/>
          <p:cNvGrpSpPr/>
          <p:nvPr/>
        </p:nvGrpSpPr>
        <p:grpSpPr>
          <a:xfrm>
            <a:off x="1499062" y="7603958"/>
            <a:ext cx="3173404" cy="1987366"/>
            <a:chOff x="3631842" y="1412432"/>
            <a:chExt cx="5108612" cy="3507298"/>
          </a:xfrm>
        </p:grpSpPr>
        <p:sp>
          <p:nvSpPr>
            <p:cNvPr id="561" name="Google Shape;561;p13"/>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562" name="Google Shape;562;p13"/>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563" name="Google Shape;563;p13"/>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564" name="Google Shape;564;p13"/>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65" name="Google Shape;565;p13"/>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66" name="Google Shape;566;p13"/>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67" name="Google Shape;567;p13"/>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68" name="Google Shape;568;p13"/>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69" name="Google Shape;569;p13"/>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70" name="Google Shape;570;p13"/>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571" name="Google Shape;571;p13"/>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572" name="Google Shape;572;p13"/>
            <p:cNvCxnSpPr>
              <a:stCxn id="564" idx="6"/>
              <a:endCxn id="567"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573" name="Google Shape;573;p13"/>
            <p:cNvCxnSpPr>
              <a:stCxn id="564" idx="6"/>
              <a:endCxn id="568"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574" name="Google Shape;574;p13"/>
            <p:cNvCxnSpPr>
              <a:stCxn id="564" idx="6"/>
              <a:endCxn id="569"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575" name="Google Shape;575;p13"/>
            <p:cNvCxnSpPr>
              <a:endCxn id="570"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576" name="Google Shape;576;p13"/>
            <p:cNvCxnSpPr>
              <a:stCxn id="565" idx="6"/>
              <a:endCxn id="567"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577" name="Google Shape;577;p13"/>
            <p:cNvCxnSpPr>
              <a:stCxn id="565" idx="6"/>
              <a:endCxn id="568"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578" name="Google Shape;578;p13"/>
            <p:cNvCxnSpPr>
              <a:stCxn id="565" idx="6"/>
              <a:endCxn id="569"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579" name="Google Shape;579;p13"/>
            <p:cNvCxnSpPr>
              <a:stCxn id="565" idx="6"/>
              <a:endCxn id="570"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580" name="Google Shape;580;p13"/>
            <p:cNvCxnSpPr>
              <a:stCxn id="566" idx="6"/>
              <a:endCxn id="567"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581" name="Google Shape;581;p13"/>
            <p:cNvCxnSpPr>
              <a:stCxn id="566" idx="6"/>
              <a:endCxn id="568"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582" name="Google Shape;582;p13"/>
            <p:cNvCxnSpPr>
              <a:stCxn id="566" idx="6"/>
              <a:endCxn id="569"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583" name="Google Shape;583;p13"/>
            <p:cNvCxnSpPr>
              <a:stCxn id="566" idx="6"/>
              <a:endCxn id="570"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584" name="Google Shape;584;p13"/>
            <p:cNvCxnSpPr>
              <a:stCxn id="567" idx="6"/>
              <a:endCxn id="571"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585" name="Google Shape;585;p13"/>
            <p:cNvCxnSpPr>
              <a:stCxn id="568" idx="6"/>
              <a:endCxn id="571"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586" name="Google Shape;586;p13"/>
            <p:cNvCxnSpPr>
              <a:stCxn id="569" idx="6"/>
              <a:endCxn id="571"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587" name="Google Shape;587;p13"/>
            <p:cNvCxnSpPr>
              <a:stCxn id="570" idx="6"/>
              <a:endCxn id="571"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588" name="Google Shape;588;p13"/>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589" name="Google Shape;589;p13"/>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590" name="Google Shape;590;p13"/>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591" name="Google Shape;591;p13"/>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592" name="Google Shape;592;p13"/>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593" name="Google Shape;593;p13"/>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594" name="Google Shape;594;p13"/>
          <p:cNvSpPr txBox="1">
            <a:spLocks noGrp="1"/>
          </p:cNvSpPr>
          <p:nvPr>
            <p:ph type="body" idx="1"/>
          </p:nvPr>
        </p:nvSpPr>
        <p:spPr>
          <a:xfrm>
            <a:off x="6502399" y="1999577"/>
            <a:ext cx="6211277" cy="7128763"/>
          </a:xfrm>
          <a:prstGeom prst="rect">
            <a:avLst/>
          </a:prstGeom>
          <a:noFill/>
          <a:ln>
            <a:noFill/>
          </a:ln>
        </p:spPr>
        <p:txBody>
          <a:bodyPr spcFirstLastPara="1" wrap="square" lIns="91425" tIns="45700" rIns="91425" bIns="45700" anchor="t" anchorCtr="0">
            <a:normAutofit lnSpcReduction="10000"/>
          </a:bodyPr>
          <a:lstStyle/>
          <a:p>
            <a:pPr marL="417683" lvl="0" indent="-417683" algn="l" rtl="0">
              <a:lnSpc>
                <a:spcPct val="100000"/>
              </a:lnSpc>
              <a:spcBef>
                <a:spcPts val="0"/>
              </a:spcBef>
              <a:spcAft>
                <a:spcPts val="0"/>
              </a:spcAft>
              <a:buSzPts val="3900"/>
              <a:buChar char="▸"/>
            </a:pPr>
            <a:r>
              <a:rPr lang="en-US"/>
              <a:t>For complicated function, </a:t>
            </a:r>
            <a:r>
              <a:rPr lang="en-US" i="1"/>
              <a:t>E(w)</a:t>
            </a:r>
            <a:r>
              <a:rPr lang="en-US"/>
              <a:t> will never be zero (overfitting)</a:t>
            </a:r>
            <a:endParaRPr/>
          </a:p>
          <a:p>
            <a:pPr marL="417683" lvl="0" indent="-417683" algn="l" rtl="0">
              <a:lnSpc>
                <a:spcPct val="100000"/>
              </a:lnSpc>
              <a:spcBef>
                <a:spcPts val="2022"/>
              </a:spcBef>
              <a:spcAft>
                <a:spcPts val="0"/>
              </a:spcAft>
              <a:buSzPts val="3900"/>
              <a:buChar char="▸"/>
            </a:pPr>
            <a:r>
              <a:rPr lang="en-US"/>
              <a:t>Instead, we want to find weights such that </a:t>
            </a:r>
            <a:r>
              <a:rPr lang="en-US" i="1"/>
              <a:t>E(w)</a:t>
            </a:r>
            <a:r>
              <a:rPr lang="en-US"/>
              <a:t> becomes minimum</a:t>
            </a:r>
            <a:endParaRPr/>
          </a:p>
          <a:p>
            <a:pPr marL="417683" lvl="0" indent="-164826" algn="l" rtl="0">
              <a:lnSpc>
                <a:spcPct val="100000"/>
              </a:lnSpc>
              <a:spcBef>
                <a:spcPts val="2022"/>
              </a:spcBef>
              <a:spcAft>
                <a:spcPts val="0"/>
              </a:spcAft>
              <a:buSzPts val="3982"/>
              <a:buNone/>
            </a:pPr>
            <a:endParaRPr i="1"/>
          </a:p>
          <a:p>
            <a:pPr marL="417683" lvl="0" indent="-417683" algn="l" rtl="0">
              <a:lnSpc>
                <a:spcPct val="100000"/>
              </a:lnSpc>
              <a:spcBef>
                <a:spcPts val="2022"/>
              </a:spcBef>
              <a:spcAft>
                <a:spcPts val="0"/>
              </a:spcAft>
              <a:buSzPts val="3900"/>
              <a:buChar char="▸"/>
            </a:pPr>
            <a:r>
              <a:rPr lang="en-US" i="1"/>
              <a:t>How?</a:t>
            </a:r>
            <a:r>
              <a:rPr lang="en-US" i="1">
                <a:solidFill>
                  <a:srgbClr val="FF0000"/>
                </a:solidFill>
              </a:rPr>
              <a:t> Calculus II(?) to the rescue</a:t>
            </a:r>
            <a:endParaRPr/>
          </a:p>
          <a:p>
            <a:pPr marL="417683" lvl="0" indent="-417683" algn="l" rtl="0">
              <a:lnSpc>
                <a:spcPct val="100000"/>
              </a:lnSpc>
              <a:spcBef>
                <a:spcPts val="2022"/>
              </a:spcBef>
              <a:spcAft>
                <a:spcPts val="0"/>
              </a:spcAft>
              <a:buSzPts val="3900"/>
              <a:buChar char="▸"/>
            </a:pPr>
            <a:r>
              <a:rPr lang="en-US"/>
              <a:t>Use gradient descent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14"/>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Gradient Descent</a:t>
            </a:r>
            <a:endParaRPr/>
          </a:p>
        </p:txBody>
      </p:sp>
      <p:pic>
        <p:nvPicPr>
          <p:cNvPr id="600" name="Google Shape;600;p14"/>
          <p:cNvPicPr preferRelativeResize="0"/>
          <p:nvPr/>
        </p:nvPicPr>
        <p:blipFill rotWithShape="1">
          <a:blip r:embed="rId3">
            <a:alphaModFix/>
          </a:blip>
          <a:srcRect l="12170" t="3811" r="8729" b="9584"/>
          <a:stretch/>
        </p:blipFill>
        <p:spPr>
          <a:xfrm>
            <a:off x="1022253" y="1529977"/>
            <a:ext cx="11706582" cy="7704331"/>
          </a:xfrm>
          <a:prstGeom prst="rect">
            <a:avLst/>
          </a:prstGeom>
          <a:noFill/>
          <a:ln>
            <a:noFill/>
          </a:ln>
        </p:spPr>
      </p:pic>
      <p:sp>
        <p:nvSpPr>
          <p:cNvPr id="601" name="Google Shape;601;p14"/>
          <p:cNvSpPr txBox="1"/>
          <p:nvPr/>
        </p:nvSpPr>
        <p:spPr>
          <a:xfrm>
            <a:off x="3604847" y="8587977"/>
            <a:ext cx="671979"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1" u="none" strike="noStrike" cap="none">
                <a:solidFill>
                  <a:srgbClr val="FF0000"/>
                </a:solidFill>
                <a:latin typeface="Palatino Linotype"/>
                <a:ea typeface="Palatino Linotype"/>
                <a:cs typeface="Palatino Linotype"/>
                <a:sym typeface="Palatino Linotype"/>
              </a:rPr>
              <a:t>w</a:t>
            </a:r>
            <a:r>
              <a:rPr lang="en-US" sz="3600" b="0" i="1" u="none" strike="noStrike" cap="none" baseline="-25000">
                <a:solidFill>
                  <a:srgbClr val="FF0000"/>
                </a:solidFill>
                <a:latin typeface="Palatino Linotype"/>
                <a:ea typeface="Palatino Linotype"/>
                <a:cs typeface="Palatino Linotype"/>
                <a:sym typeface="Palatino Linotype"/>
              </a:rPr>
              <a:t>1</a:t>
            </a:r>
            <a:endParaRPr/>
          </a:p>
        </p:txBody>
      </p:sp>
      <p:sp>
        <p:nvSpPr>
          <p:cNvPr id="602" name="Google Shape;602;p14"/>
          <p:cNvSpPr txBox="1"/>
          <p:nvPr/>
        </p:nvSpPr>
        <p:spPr>
          <a:xfrm>
            <a:off x="10931771" y="8082323"/>
            <a:ext cx="885092" cy="155427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1" u="none" strike="noStrike" cap="none">
                <a:solidFill>
                  <a:srgbClr val="FF0000"/>
                </a:solidFill>
                <a:latin typeface="Palatino Linotype"/>
                <a:ea typeface="Palatino Linotype"/>
                <a:cs typeface="Palatino Linotype"/>
                <a:sym typeface="Palatino Linotype"/>
              </a:rPr>
              <a:t>w</a:t>
            </a:r>
            <a:r>
              <a:rPr lang="en-US" sz="3600" b="0" i="1" u="none" strike="noStrike" cap="none" baseline="-25000">
                <a:solidFill>
                  <a:srgbClr val="FF0000"/>
                </a:solidFill>
                <a:latin typeface="Palatino Linotype"/>
                <a:ea typeface="Palatino Linotype"/>
                <a:cs typeface="Palatino Linotype"/>
                <a:sym typeface="Palatino Linotype"/>
              </a:rPr>
              <a:t>2</a:t>
            </a:r>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baseline="-25000">
              <a:solidFill>
                <a:srgbClr val="000000"/>
              </a:solidFill>
              <a:latin typeface="Palatino Linotype"/>
              <a:ea typeface="Palatino Linotype"/>
              <a:cs typeface="Palatino Linotype"/>
              <a:sym typeface="Palatino Linotype"/>
            </a:endParaRPr>
          </a:p>
        </p:txBody>
      </p:sp>
      <p:sp>
        <p:nvSpPr>
          <p:cNvPr id="603" name="Google Shape;603;p14"/>
          <p:cNvSpPr txBox="1"/>
          <p:nvPr/>
        </p:nvSpPr>
        <p:spPr>
          <a:xfrm>
            <a:off x="430335" y="2804431"/>
            <a:ext cx="1183835"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1" u="none" strike="noStrike" cap="none">
                <a:solidFill>
                  <a:srgbClr val="FF0000"/>
                </a:solidFill>
                <a:latin typeface="Palatino Linotype"/>
                <a:ea typeface="Palatino Linotype"/>
                <a:cs typeface="Palatino Linotype"/>
                <a:sym typeface="Palatino Linotype"/>
              </a:rPr>
              <a:t>E(w)</a:t>
            </a:r>
            <a:endParaRPr sz="3600" b="0" i="1" u="none" strike="noStrike" cap="none" baseline="-25000">
              <a:solidFill>
                <a:srgbClr val="FF0000"/>
              </a:solidFill>
              <a:latin typeface="Palatino Linotype"/>
              <a:ea typeface="Palatino Linotype"/>
              <a:cs typeface="Palatino Linotype"/>
              <a:sym typeface="Palatino Linotyp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pic>
        <p:nvPicPr>
          <p:cNvPr id="608" name="Google Shape;608;p15"/>
          <p:cNvPicPr preferRelativeResize="0"/>
          <p:nvPr/>
        </p:nvPicPr>
        <p:blipFill rotWithShape="1">
          <a:blip r:embed="rId3">
            <a:alphaModFix/>
          </a:blip>
          <a:srcRect l="12170" t="3811" r="8729" b="9584"/>
          <a:stretch/>
        </p:blipFill>
        <p:spPr>
          <a:xfrm>
            <a:off x="1022253" y="1529977"/>
            <a:ext cx="11706582" cy="7704331"/>
          </a:xfrm>
          <a:prstGeom prst="rect">
            <a:avLst/>
          </a:prstGeom>
          <a:noFill/>
          <a:ln>
            <a:noFill/>
          </a:ln>
        </p:spPr>
      </p:pic>
      <p:sp>
        <p:nvSpPr>
          <p:cNvPr id="609" name="Google Shape;609;p15"/>
          <p:cNvSpPr txBox="1"/>
          <p:nvPr/>
        </p:nvSpPr>
        <p:spPr>
          <a:xfrm>
            <a:off x="3604847" y="8587977"/>
            <a:ext cx="671979"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1" u="none" strike="noStrike" cap="none">
                <a:solidFill>
                  <a:srgbClr val="FF0000"/>
                </a:solidFill>
                <a:latin typeface="Palatino Linotype"/>
                <a:ea typeface="Palatino Linotype"/>
                <a:cs typeface="Palatino Linotype"/>
                <a:sym typeface="Palatino Linotype"/>
              </a:rPr>
              <a:t>w</a:t>
            </a:r>
            <a:r>
              <a:rPr lang="en-US" sz="3600" b="0" i="1" u="none" strike="noStrike" cap="none" baseline="-25000">
                <a:solidFill>
                  <a:srgbClr val="FF0000"/>
                </a:solidFill>
                <a:latin typeface="Palatino Linotype"/>
                <a:ea typeface="Palatino Linotype"/>
                <a:cs typeface="Palatino Linotype"/>
                <a:sym typeface="Palatino Linotype"/>
              </a:rPr>
              <a:t>1</a:t>
            </a:r>
            <a:endParaRPr/>
          </a:p>
        </p:txBody>
      </p:sp>
      <p:sp>
        <p:nvSpPr>
          <p:cNvPr id="610" name="Google Shape;610;p15"/>
          <p:cNvSpPr txBox="1"/>
          <p:nvPr/>
        </p:nvSpPr>
        <p:spPr>
          <a:xfrm>
            <a:off x="10931771" y="8082323"/>
            <a:ext cx="885092" cy="1554272"/>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1" u="none" strike="noStrike" cap="none">
                <a:solidFill>
                  <a:srgbClr val="FF0000"/>
                </a:solidFill>
                <a:latin typeface="Palatino Linotype"/>
                <a:ea typeface="Palatino Linotype"/>
                <a:cs typeface="Palatino Linotype"/>
                <a:sym typeface="Palatino Linotype"/>
              </a:rPr>
              <a:t>w</a:t>
            </a:r>
            <a:r>
              <a:rPr lang="en-US" sz="3600" b="0" i="1" u="none" strike="noStrike" cap="none" baseline="-25000">
                <a:solidFill>
                  <a:srgbClr val="FF0000"/>
                </a:solidFill>
                <a:latin typeface="Palatino Linotype"/>
                <a:ea typeface="Palatino Linotype"/>
                <a:cs typeface="Palatino Linotype"/>
                <a:sym typeface="Palatino Linotype"/>
              </a:rPr>
              <a:t>2</a:t>
            </a:r>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baseline="-25000">
              <a:solidFill>
                <a:srgbClr val="000000"/>
              </a:solidFill>
              <a:latin typeface="Palatino Linotype"/>
              <a:ea typeface="Palatino Linotype"/>
              <a:cs typeface="Palatino Linotype"/>
              <a:sym typeface="Palatino Linotype"/>
            </a:endParaRPr>
          </a:p>
        </p:txBody>
      </p:sp>
      <p:sp>
        <p:nvSpPr>
          <p:cNvPr id="611" name="Google Shape;611;p15"/>
          <p:cNvSpPr txBox="1"/>
          <p:nvPr/>
        </p:nvSpPr>
        <p:spPr>
          <a:xfrm>
            <a:off x="430335" y="2804431"/>
            <a:ext cx="1183835"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1" u="none" strike="noStrike" cap="none">
                <a:solidFill>
                  <a:srgbClr val="FF0000"/>
                </a:solidFill>
                <a:latin typeface="Palatino Linotype"/>
                <a:ea typeface="Palatino Linotype"/>
                <a:cs typeface="Palatino Linotype"/>
                <a:sym typeface="Palatino Linotype"/>
              </a:rPr>
              <a:t>E(w)</a:t>
            </a:r>
            <a:endParaRPr sz="3600" b="0" i="1" u="none" strike="noStrike" cap="none" baseline="-25000">
              <a:solidFill>
                <a:srgbClr val="FF0000"/>
              </a:solidFill>
              <a:latin typeface="Palatino Linotype"/>
              <a:ea typeface="Palatino Linotype"/>
              <a:cs typeface="Palatino Linotype"/>
              <a:sym typeface="Palatino Linotype"/>
            </a:endParaRPr>
          </a:p>
        </p:txBody>
      </p:sp>
      <p:sp>
        <p:nvSpPr>
          <p:cNvPr id="612" name="Google Shape;612;p15"/>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0000"/>
              </a:buClr>
              <a:buSzPts val="3200"/>
              <a:buFont typeface="Century Gothic"/>
              <a:buNone/>
            </a:pPr>
            <a:r>
              <a:rPr lang="en-US" sz="3200" b="0">
                <a:solidFill>
                  <a:srgbClr val="FF0000"/>
                </a:solidFill>
              </a:rPr>
              <a:t>We can’t usually visualize the entire E(w) function. But we can compute the gradient to E(w) at the current point. Keep following the negative of the gradient (go down the hill) until you reach the minima.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6"/>
        <p:cNvGrpSpPr/>
        <p:nvPr/>
      </p:nvGrpSpPr>
      <p:grpSpPr>
        <a:xfrm>
          <a:off x="0" y="0"/>
          <a:ext cx="0" cy="0"/>
          <a:chOff x="0" y="0"/>
          <a:chExt cx="0" cy="0"/>
        </a:xfrm>
      </p:grpSpPr>
      <p:sp>
        <p:nvSpPr>
          <p:cNvPr id="617" name="Google Shape;617;p16"/>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General Recipe</a:t>
            </a:r>
            <a:endParaRPr i="1"/>
          </a:p>
        </p:txBody>
      </p:sp>
      <p:graphicFrame>
        <p:nvGraphicFramePr>
          <p:cNvPr id="618" name="Google Shape;618;p16"/>
          <p:cNvGraphicFramePr/>
          <p:nvPr/>
        </p:nvGraphicFramePr>
        <p:xfrm>
          <a:off x="509618" y="2932364"/>
          <a:ext cx="5152300" cy="4396500"/>
        </p:xfrm>
        <a:graphic>
          <a:graphicData uri="http://schemas.openxmlformats.org/drawingml/2006/table">
            <a:tbl>
              <a:tblPr firstRow="1" bandRow="1">
                <a:noFill/>
                <a:tableStyleId>{2742E300-E634-4B78-81FE-E78DBA3CB779}</a:tableStyleId>
              </a:tblPr>
              <a:tblGrid>
                <a:gridCol w="1288075">
                  <a:extLst>
                    <a:ext uri="{9D8B030D-6E8A-4147-A177-3AD203B41FA5}">
                      <a16:colId xmlns:a16="http://schemas.microsoft.com/office/drawing/2014/main" val="20000"/>
                    </a:ext>
                  </a:extLst>
                </a:gridCol>
                <a:gridCol w="1288075">
                  <a:extLst>
                    <a:ext uri="{9D8B030D-6E8A-4147-A177-3AD203B41FA5}">
                      <a16:colId xmlns:a16="http://schemas.microsoft.com/office/drawing/2014/main" val="20001"/>
                    </a:ext>
                  </a:extLst>
                </a:gridCol>
                <a:gridCol w="1288075">
                  <a:extLst>
                    <a:ext uri="{9D8B030D-6E8A-4147-A177-3AD203B41FA5}">
                      <a16:colId xmlns:a16="http://schemas.microsoft.com/office/drawing/2014/main" val="20002"/>
                    </a:ext>
                  </a:extLst>
                </a:gridCol>
                <a:gridCol w="1288075">
                  <a:extLst>
                    <a:ext uri="{9D8B030D-6E8A-4147-A177-3AD203B41FA5}">
                      <a16:colId xmlns:a16="http://schemas.microsoft.com/office/drawing/2014/main" val="20003"/>
                    </a:ext>
                  </a:extLst>
                </a:gridCol>
              </a:tblGrid>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1</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x</a:t>
                      </a:r>
                      <a:r>
                        <a:rPr lang="en-US" sz="2800" u="none" strike="noStrike" cap="none" baseline="-25000"/>
                        <a:t>2</a:t>
                      </a:r>
                      <a:endParaRPr sz="2800" b="1" u="none" strike="noStrike" cap="none"/>
                    </a:p>
                  </a:txBody>
                  <a:tcPr marL="91450" marR="91450" marT="45725" marB="45725"/>
                </a:tc>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b="1" u="none" strike="noStrike" cap="none"/>
                        <a:t>x</a:t>
                      </a:r>
                      <a:r>
                        <a:rPr lang="en-US" sz="2800" b="1" u="none" strike="noStrike" cap="none" baseline="-25000"/>
                        <a:t>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y</a:t>
                      </a:r>
                      <a:endParaRPr sz="2800" b="1" u="none" strike="noStrike" cap="none"/>
                    </a:p>
                  </a:txBody>
                  <a:tcPr marL="91450" marR="91450" marT="45725" marB="45725"/>
                </a:tc>
                <a:extLst>
                  <a:ext uri="{0D108BD9-81ED-4DB2-BD59-A6C34878D82A}">
                    <a16:rowId xmlns:a16="http://schemas.microsoft.com/office/drawing/2014/main" val="10000"/>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10</a:t>
                      </a:r>
                      <a:endParaRPr/>
                    </a:p>
                  </a:txBody>
                  <a:tcPr marL="91450" marR="91450" marT="45725" marB="45725"/>
                </a:tc>
                <a:extLst>
                  <a:ext uri="{0D108BD9-81ED-4DB2-BD59-A6C34878D82A}">
                    <a16:rowId xmlns:a16="http://schemas.microsoft.com/office/drawing/2014/main" val="10001"/>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0.4</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1.2</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3.1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2"/>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1.7</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0.6</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-0.3</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2.1</a:t>
                      </a:r>
                      <a:endParaRPr/>
                    </a:p>
                  </a:txBody>
                  <a:tcPr marL="91450" marR="91450" marT="45725" marB="45725"/>
                </a:tc>
                <a:extLst>
                  <a:ext uri="{0D108BD9-81ED-4DB2-BD59-A6C34878D82A}">
                    <a16:rowId xmlns:a16="http://schemas.microsoft.com/office/drawing/2014/main" val="10003"/>
                  </a:ext>
                </a:extLst>
              </a:tr>
              <a:tr h="879300">
                <a:tc>
                  <a:txBody>
                    <a:bodyPr/>
                    <a:lstStyle/>
                    <a:p>
                      <a:pPr marL="0" marR="0" lvl="0" indent="0" algn="ctr" rtl="0">
                        <a:lnSpc>
                          <a:spcPct val="100000"/>
                        </a:lnSpc>
                        <a:spcBef>
                          <a:spcPts val="0"/>
                        </a:spcBef>
                        <a:spcAft>
                          <a:spcPts val="0"/>
                        </a:spcAft>
                        <a:buClr>
                          <a:schemeClr val="dk1"/>
                        </a:buClr>
                        <a:buSzPts val="2800"/>
                        <a:buFont typeface="Palatino Linotype"/>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a:t>
                      </a:r>
                      <a:endParaRPr/>
                    </a:p>
                  </a:txBody>
                  <a:tcPr marL="91450" marR="91450" marT="45725" marB="45725"/>
                </a:tc>
                <a:tc>
                  <a:txBody>
                    <a:bodyPr/>
                    <a:lstStyle/>
                    <a:p>
                      <a:pPr marL="0" marR="0" lvl="0" indent="0" algn="ctr" rtl="0">
                        <a:spcBef>
                          <a:spcPts val="0"/>
                        </a:spcBef>
                        <a:spcAft>
                          <a:spcPts val="0"/>
                        </a:spcAft>
                        <a:buNone/>
                      </a:pPr>
                      <a:r>
                        <a:rPr lang="en-US" sz="2800" u="none" strike="noStrike" cap="none"/>
                        <a:t>0.1</a:t>
                      </a:r>
                      <a:endParaRPr/>
                    </a:p>
                  </a:txBody>
                  <a:tcPr marL="91450" marR="91450" marT="45725" marB="45725"/>
                </a:tc>
                <a:extLst>
                  <a:ext uri="{0D108BD9-81ED-4DB2-BD59-A6C34878D82A}">
                    <a16:rowId xmlns:a16="http://schemas.microsoft.com/office/drawing/2014/main" val="10004"/>
                  </a:ext>
                </a:extLst>
              </a:tr>
            </a:tbl>
          </a:graphicData>
        </a:graphic>
      </p:graphicFrame>
      <p:sp>
        <p:nvSpPr>
          <p:cNvPr id="619" name="Google Shape;619;p16"/>
          <p:cNvSpPr txBox="1"/>
          <p:nvPr/>
        </p:nvSpPr>
        <p:spPr>
          <a:xfrm>
            <a:off x="509618" y="2202721"/>
            <a:ext cx="2779928"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Arial"/>
                <a:ea typeface="Arial"/>
                <a:cs typeface="Arial"/>
                <a:sym typeface="Arial"/>
              </a:rPr>
              <a:t>Training inputs</a:t>
            </a:r>
            <a:endParaRPr/>
          </a:p>
        </p:txBody>
      </p:sp>
      <p:sp>
        <p:nvSpPr>
          <p:cNvPr id="620" name="Google Shape;620;p16"/>
          <p:cNvSpPr txBox="1"/>
          <p:nvPr/>
        </p:nvSpPr>
        <p:spPr>
          <a:xfrm>
            <a:off x="4256534" y="1901461"/>
            <a:ext cx="140537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000000"/>
                </a:solidFill>
                <a:latin typeface="Arial"/>
                <a:ea typeface="Arial"/>
                <a:cs typeface="Arial"/>
                <a:sym typeface="Arial"/>
              </a:rPr>
              <a:t>Training output</a:t>
            </a:r>
            <a:endParaRPr/>
          </a:p>
        </p:txBody>
      </p:sp>
      <p:grpSp>
        <p:nvGrpSpPr>
          <p:cNvPr id="621" name="Google Shape;621;p16"/>
          <p:cNvGrpSpPr/>
          <p:nvPr/>
        </p:nvGrpSpPr>
        <p:grpSpPr>
          <a:xfrm>
            <a:off x="1499062" y="7603958"/>
            <a:ext cx="3173404" cy="1987366"/>
            <a:chOff x="3631842" y="1412432"/>
            <a:chExt cx="5108612" cy="3507298"/>
          </a:xfrm>
        </p:grpSpPr>
        <p:sp>
          <p:nvSpPr>
            <p:cNvPr id="622" name="Google Shape;622;p16"/>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623" name="Google Shape;623;p16"/>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624" name="Google Shape;624;p16"/>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625" name="Google Shape;625;p16"/>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626" name="Google Shape;626;p16"/>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627" name="Google Shape;627;p16"/>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628" name="Google Shape;628;p16"/>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629" name="Google Shape;629;p16"/>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630" name="Google Shape;630;p16"/>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631" name="Google Shape;631;p16"/>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632" name="Google Shape;632;p16"/>
            <p:cNvSpPr/>
            <p:nvPr/>
          </p:nvSpPr>
          <p:spPr>
            <a:xfrm>
              <a:off x="8032119" y="28131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633" name="Google Shape;633;p16"/>
            <p:cNvCxnSpPr>
              <a:stCxn id="625" idx="6"/>
              <a:endCxn id="628"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634" name="Google Shape;634;p16"/>
            <p:cNvCxnSpPr>
              <a:stCxn id="625" idx="6"/>
              <a:endCxn id="629"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635" name="Google Shape;635;p16"/>
            <p:cNvCxnSpPr>
              <a:stCxn id="625" idx="6"/>
              <a:endCxn id="630"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636" name="Google Shape;636;p16"/>
            <p:cNvCxnSpPr>
              <a:endCxn id="631"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637" name="Google Shape;637;p16"/>
            <p:cNvCxnSpPr>
              <a:stCxn id="626" idx="6"/>
              <a:endCxn id="628"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638" name="Google Shape;638;p16"/>
            <p:cNvCxnSpPr>
              <a:stCxn id="626" idx="6"/>
              <a:endCxn id="629"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639" name="Google Shape;639;p16"/>
            <p:cNvCxnSpPr>
              <a:stCxn id="626" idx="6"/>
              <a:endCxn id="630"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640" name="Google Shape;640;p16"/>
            <p:cNvCxnSpPr>
              <a:stCxn id="626" idx="6"/>
              <a:endCxn id="631"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641" name="Google Shape;641;p16"/>
            <p:cNvCxnSpPr>
              <a:stCxn id="627" idx="6"/>
              <a:endCxn id="628"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642" name="Google Shape;642;p16"/>
            <p:cNvCxnSpPr>
              <a:stCxn id="627" idx="6"/>
              <a:endCxn id="629"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643" name="Google Shape;643;p16"/>
            <p:cNvCxnSpPr>
              <a:stCxn id="627" idx="6"/>
              <a:endCxn id="630"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644" name="Google Shape;644;p16"/>
            <p:cNvCxnSpPr>
              <a:stCxn id="627" idx="6"/>
              <a:endCxn id="631"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645" name="Google Shape;645;p16"/>
            <p:cNvCxnSpPr>
              <a:stCxn id="628" idx="6"/>
              <a:endCxn id="632" idx="2"/>
            </p:cNvCxnSpPr>
            <p:nvPr/>
          </p:nvCxnSpPr>
          <p:spPr>
            <a:xfrm>
              <a:off x="6463045" y="1919879"/>
              <a:ext cx="1569000" cy="1163700"/>
            </a:xfrm>
            <a:prstGeom prst="straightConnector1">
              <a:avLst/>
            </a:prstGeom>
            <a:noFill/>
            <a:ln w="19050" cap="flat" cmpd="sng">
              <a:solidFill>
                <a:schemeClr val="dk1"/>
              </a:solidFill>
              <a:prstDash val="solid"/>
              <a:miter lim="800000"/>
              <a:headEnd type="none" w="sm" len="sm"/>
              <a:tailEnd type="triangle" w="med" len="med"/>
            </a:ln>
          </p:spPr>
        </p:cxnSp>
        <p:cxnSp>
          <p:nvCxnSpPr>
            <p:cNvPr id="646" name="Google Shape;646;p16"/>
            <p:cNvCxnSpPr>
              <a:stCxn id="629" idx="6"/>
              <a:endCxn id="632" idx="2"/>
            </p:cNvCxnSpPr>
            <p:nvPr/>
          </p:nvCxnSpPr>
          <p:spPr>
            <a:xfrm>
              <a:off x="6463045" y="2718817"/>
              <a:ext cx="1569000" cy="364800"/>
            </a:xfrm>
            <a:prstGeom prst="straightConnector1">
              <a:avLst/>
            </a:prstGeom>
            <a:noFill/>
            <a:ln w="19050" cap="flat" cmpd="sng">
              <a:solidFill>
                <a:schemeClr val="dk1"/>
              </a:solidFill>
              <a:prstDash val="solid"/>
              <a:miter lim="800000"/>
              <a:headEnd type="none" w="sm" len="sm"/>
              <a:tailEnd type="triangle" w="med" len="med"/>
            </a:ln>
          </p:spPr>
        </p:cxnSp>
        <p:cxnSp>
          <p:nvCxnSpPr>
            <p:cNvPr id="647" name="Google Shape;647;p16"/>
            <p:cNvCxnSpPr>
              <a:stCxn id="630" idx="6"/>
              <a:endCxn id="632" idx="2"/>
            </p:cNvCxnSpPr>
            <p:nvPr/>
          </p:nvCxnSpPr>
          <p:spPr>
            <a:xfrm rot="10800000" flipH="1">
              <a:off x="6463045" y="3083655"/>
              <a:ext cx="1569000" cy="434100"/>
            </a:xfrm>
            <a:prstGeom prst="straightConnector1">
              <a:avLst/>
            </a:prstGeom>
            <a:noFill/>
            <a:ln w="19050" cap="flat" cmpd="sng">
              <a:solidFill>
                <a:schemeClr val="dk1"/>
              </a:solidFill>
              <a:prstDash val="solid"/>
              <a:miter lim="800000"/>
              <a:headEnd type="none" w="sm" len="sm"/>
              <a:tailEnd type="triangle" w="med" len="med"/>
            </a:ln>
          </p:spPr>
        </p:cxnSp>
        <p:cxnSp>
          <p:nvCxnSpPr>
            <p:cNvPr id="648" name="Google Shape;648;p16"/>
            <p:cNvCxnSpPr>
              <a:stCxn id="631" idx="6"/>
              <a:endCxn id="632" idx="2"/>
            </p:cNvCxnSpPr>
            <p:nvPr/>
          </p:nvCxnSpPr>
          <p:spPr>
            <a:xfrm rot="10800000" flipH="1">
              <a:off x="6463045" y="3083693"/>
              <a:ext cx="1569000" cy="1233000"/>
            </a:xfrm>
            <a:prstGeom prst="straightConnector1">
              <a:avLst/>
            </a:prstGeom>
            <a:noFill/>
            <a:ln w="19050" cap="flat" cmpd="sng">
              <a:solidFill>
                <a:schemeClr val="dk1"/>
              </a:solidFill>
              <a:prstDash val="solid"/>
              <a:miter lim="800000"/>
              <a:headEnd type="none" w="sm" len="sm"/>
              <a:tailEnd type="triangle" w="med" len="med"/>
            </a:ln>
          </p:spPr>
        </p:cxnSp>
        <p:sp>
          <p:nvSpPr>
            <p:cNvPr id="649" name="Google Shape;649;p16"/>
            <p:cNvSpPr txBox="1"/>
            <p:nvPr/>
          </p:nvSpPr>
          <p:spPr>
            <a:xfrm>
              <a:off x="4885380" y="173045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650" name="Google Shape;650;p16"/>
            <p:cNvSpPr txBox="1"/>
            <p:nvPr/>
          </p:nvSpPr>
          <p:spPr>
            <a:xfrm>
              <a:off x="4753931" y="21755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651" name="Google Shape;651;p16"/>
            <p:cNvSpPr txBox="1"/>
            <p:nvPr/>
          </p:nvSpPr>
          <p:spPr>
            <a:xfrm>
              <a:off x="4648213" y="24312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652" name="Google Shape;652;p16"/>
            <p:cNvSpPr txBox="1"/>
            <p:nvPr/>
          </p:nvSpPr>
          <p:spPr>
            <a:xfrm>
              <a:off x="4286809" y="2636411"/>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653" name="Google Shape;653;p16"/>
            <p:cNvSpPr txBox="1"/>
            <p:nvPr/>
          </p:nvSpPr>
          <p:spPr>
            <a:xfrm>
              <a:off x="6917979" y="179382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13</a:t>
              </a:r>
              <a:endParaRPr/>
            </a:p>
          </p:txBody>
        </p:sp>
        <p:sp>
          <p:nvSpPr>
            <p:cNvPr id="654" name="Google Shape;654;p16"/>
            <p:cNvSpPr txBox="1"/>
            <p:nvPr/>
          </p:nvSpPr>
          <p:spPr>
            <a:xfrm>
              <a:off x="6647712" y="2270364"/>
              <a:ext cx="54053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14</a:t>
              </a:r>
              <a:endParaRPr/>
            </a:p>
          </p:txBody>
        </p:sp>
      </p:grpSp>
      <p:sp>
        <p:nvSpPr>
          <p:cNvPr id="655" name="Google Shape;655;p16"/>
          <p:cNvSpPr txBox="1">
            <a:spLocks noGrp="1"/>
          </p:cNvSpPr>
          <p:nvPr>
            <p:ph type="body" idx="1"/>
          </p:nvPr>
        </p:nvSpPr>
        <p:spPr>
          <a:xfrm>
            <a:off x="6502399" y="1999577"/>
            <a:ext cx="6211277" cy="7128763"/>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00000"/>
              </a:lnSpc>
              <a:spcBef>
                <a:spcPts val="0"/>
              </a:spcBef>
              <a:spcAft>
                <a:spcPts val="0"/>
              </a:spcAft>
              <a:buSzPts val="3982"/>
              <a:buNone/>
            </a:pPr>
            <a:endParaRPr i="1"/>
          </a:p>
          <a:p>
            <a:pPr marL="417683" lvl="0" indent="-417683" algn="l" rtl="0">
              <a:lnSpc>
                <a:spcPct val="100000"/>
              </a:lnSpc>
              <a:spcBef>
                <a:spcPts val="2022"/>
              </a:spcBef>
              <a:spcAft>
                <a:spcPts val="0"/>
              </a:spcAft>
              <a:buSzPts val="3900"/>
              <a:buChar char="▸"/>
            </a:pPr>
            <a:r>
              <a:rPr lang="en-US"/>
              <a:t>Start with some initial weights</a:t>
            </a:r>
            <a:endParaRPr/>
          </a:p>
          <a:p>
            <a:pPr marL="417683" lvl="0" indent="-417683" algn="l" rtl="0">
              <a:lnSpc>
                <a:spcPct val="100000"/>
              </a:lnSpc>
              <a:spcBef>
                <a:spcPts val="2022"/>
              </a:spcBef>
              <a:spcAft>
                <a:spcPts val="0"/>
              </a:spcAft>
              <a:buSzPts val="3900"/>
              <a:buChar char="▸"/>
            </a:pPr>
            <a:r>
              <a:rPr lang="en-US"/>
              <a:t>Compute </a:t>
            </a:r>
            <a:r>
              <a:rPr lang="en-US" i="1"/>
              <a:t>f(x)</a:t>
            </a:r>
            <a:r>
              <a:rPr lang="en-US"/>
              <a:t> based on these weights</a:t>
            </a:r>
            <a:endParaRPr>
              <a:solidFill>
                <a:srgbClr val="FF0000"/>
              </a:solidFill>
            </a:endParaRPr>
          </a:p>
          <a:p>
            <a:pPr marL="417683" lvl="0" indent="-417683" algn="l" rtl="0">
              <a:lnSpc>
                <a:spcPct val="100000"/>
              </a:lnSpc>
              <a:spcBef>
                <a:spcPts val="2022"/>
              </a:spcBef>
              <a:spcAft>
                <a:spcPts val="0"/>
              </a:spcAft>
              <a:buSzPts val="3900"/>
              <a:buChar char="▸"/>
            </a:pPr>
            <a:r>
              <a:rPr lang="en-US"/>
              <a:t>Check if </a:t>
            </a:r>
            <a:r>
              <a:rPr lang="en-US" i="1"/>
              <a:t>f(x)</a:t>
            </a:r>
            <a:r>
              <a:rPr lang="en-US"/>
              <a:t> matches </a:t>
            </a:r>
            <a:r>
              <a:rPr lang="en-US" i="1"/>
              <a:t>y   </a:t>
            </a:r>
            <a:r>
              <a:rPr lang="en-US">
                <a:solidFill>
                  <a:srgbClr val="FF0000"/>
                </a:solidFill>
              </a:rPr>
              <a:t>– how? Compute </a:t>
            </a:r>
            <a:r>
              <a:rPr lang="en-US" i="1">
                <a:solidFill>
                  <a:srgbClr val="FF0000"/>
                </a:solidFill>
              </a:rPr>
              <a:t>E(w)</a:t>
            </a:r>
            <a:endParaRPr i="1"/>
          </a:p>
          <a:p>
            <a:pPr marL="417683" lvl="0" indent="-417683" algn="l" rtl="0">
              <a:lnSpc>
                <a:spcPct val="100000"/>
              </a:lnSpc>
              <a:spcBef>
                <a:spcPts val="2022"/>
              </a:spcBef>
              <a:spcAft>
                <a:spcPts val="0"/>
              </a:spcAft>
              <a:buSzPts val="3900"/>
              <a:buChar char="▸"/>
            </a:pPr>
            <a:r>
              <a:rPr lang="en-US"/>
              <a:t>If </a:t>
            </a:r>
            <a:r>
              <a:rPr lang="en-US" i="1"/>
              <a:t>E(w)</a:t>
            </a:r>
            <a:r>
              <a:rPr lang="en-US"/>
              <a:t> is not zero, adjust the weights </a:t>
            </a:r>
            <a:r>
              <a:rPr lang="en-US">
                <a:solidFill>
                  <a:srgbClr val="FF0000"/>
                </a:solidFill>
              </a:rPr>
              <a:t>– how?</a:t>
            </a:r>
            <a:endParaRPr/>
          </a:p>
          <a:p>
            <a:pPr marL="417683" lvl="0" indent="-417683" algn="l" rtl="0">
              <a:lnSpc>
                <a:spcPct val="100000"/>
              </a:lnSpc>
              <a:spcBef>
                <a:spcPts val="2022"/>
              </a:spcBef>
              <a:spcAft>
                <a:spcPts val="0"/>
              </a:spcAft>
              <a:buSzPts val="3900"/>
              <a:buChar char="▸"/>
            </a:pPr>
            <a:r>
              <a:rPr lang="en-US"/>
              <a:t>Rinse and repeat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1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How to adjust weights?</a:t>
            </a:r>
            <a:endParaRPr/>
          </a:p>
        </p:txBody>
      </p:sp>
      <p:pic>
        <p:nvPicPr>
          <p:cNvPr id="661" name="Google Shape;661;p17"/>
          <p:cNvPicPr preferRelativeResize="0"/>
          <p:nvPr/>
        </p:nvPicPr>
        <p:blipFill rotWithShape="1">
          <a:blip r:embed="rId3">
            <a:alphaModFix/>
          </a:blip>
          <a:srcRect l="12170" t="3811" r="8729" b="9584"/>
          <a:stretch/>
        </p:blipFill>
        <p:spPr>
          <a:xfrm>
            <a:off x="9741877" y="281470"/>
            <a:ext cx="2986958" cy="1965776"/>
          </a:xfrm>
          <a:prstGeom prst="rect">
            <a:avLst/>
          </a:prstGeom>
          <a:noFill/>
          <a:ln>
            <a:noFill/>
          </a:ln>
        </p:spPr>
      </p:pic>
      <p:sp>
        <p:nvSpPr>
          <p:cNvPr id="662" name="Google Shape;662;p17"/>
          <p:cNvSpPr txBox="1"/>
          <p:nvPr/>
        </p:nvSpPr>
        <p:spPr>
          <a:xfrm>
            <a:off x="12110720" y="1827835"/>
            <a:ext cx="858879" cy="136960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0" i="1" u="none" strike="noStrike" cap="none">
                <a:solidFill>
                  <a:srgbClr val="FF0000"/>
                </a:solidFill>
                <a:latin typeface="Palatino Linotype"/>
                <a:ea typeface="Palatino Linotype"/>
                <a:cs typeface="Palatino Linotype"/>
                <a:sym typeface="Palatino Linotype"/>
              </a:rPr>
              <a:t>w</a:t>
            </a:r>
            <a:r>
              <a:rPr lang="en-US" sz="2400" b="0" i="1" u="none" strike="noStrike" cap="none" baseline="-25000">
                <a:solidFill>
                  <a:srgbClr val="FF0000"/>
                </a:solidFill>
                <a:latin typeface="Palatino Linotype"/>
                <a:ea typeface="Palatino Linotype"/>
                <a:cs typeface="Palatino Linotype"/>
                <a:sym typeface="Palatino Linotype"/>
              </a:rPr>
              <a:t>2</a:t>
            </a:r>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baseline="-25000">
              <a:solidFill>
                <a:srgbClr val="000000"/>
              </a:solidFill>
              <a:latin typeface="Palatino Linotype"/>
              <a:ea typeface="Palatino Linotype"/>
              <a:cs typeface="Palatino Linotype"/>
              <a:sym typeface="Palatino Linotype"/>
            </a:endParaRPr>
          </a:p>
        </p:txBody>
      </p:sp>
      <p:sp>
        <p:nvSpPr>
          <p:cNvPr id="663" name="Google Shape;663;p17"/>
          <p:cNvSpPr txBox="1"/>
          <p:nvPr/>
        </p:nvSpPr>
        <p:spPr>
          <a:xfrm>
            <a:off x="10263154" y="2037541"/>
            <a:ext cx="858879"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0" i="1" u="none" strike="noStrike" cap="none">
                <a:solidFill>
                  <a:srgbClr val="FF0000"/>
                </a:solidFill>
                <a:latin typeface="Palatino Linotype"/>
                <a:ea typeface="Palatino Linotype"/>
                <a:cs typeface="Palatino Linotype"/>
                <a:sym typeface="Palatino Linotype"/>
              </a:rPr>
              <a:t>w</a:t>
            </a:r>
            <a:r>
              <a:rPr lang="en-US" sz="2400" b="0" i="1" u="none" strike="noStrike" cap="none" baseline="-25000">
                <a:solidFill>
                  <a:srgbClr val="FF0000"/>
                </a:solidFill>
                <a:latin typeface="Palatino Linotype"/>
                <a:ea typeface="Palatino Linotype"/>
                <a:cs typeface="Palatino Linotype"/>
                <a:sym typeface="Palatino Linotype"/>
              </a:rPr>
              <a:t>1</a:t>
            </a:r>
            <a:endParaRPr/>
          </a:p>
        </p:txBody>
      </p:sp>
      <p:sp>
        <p:nvSpPr>
          <p:cNvPr id="664" name="Google Shape;664;p17"/>
          <p:cNvSpPr txBox="1">
            <a:spLocks noGrp="1"/>
          </p:cNvSpPr>
          <p:nvPr>
            <p:ph type="body" idx="1"/>
          </p:nvPr>
        </p:nvSpPr>
        <p:spPr>
          <a:xfrm>
            <a:off x="894081" y="2010281"/>
            <a:ext cx="11834754" cy="6643272"/>
          </a:xfrm>
          <a:prstGeom prst="rect">
            <a:avLst/>
          </a:prstGeom>
          <a:blipFill rotWithShape="1">
            <a:blip r:embed="rId4">
              <a:alphaModFix/>
            </a:blip>
            <a:stretch>
              <a:fillRect l="-1715" t="-1908" r="-2251"/>
            </a:stretch>
          </a:blip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dirty="0"/>
              <a:t> </a:t>
            </a:r>
            <a:endParaRPr dirty="0"/>
          </a:p>
        </p:txBody>
      </p:sp>
      <p:pic>
        <p:nvPicPr>
          <p:cNvPr id="665" name="Google Shape;665;p17"/>
          <p:cNvPicPr preferRelativeResize="0"/>
          <p:nvPr/>
        </p:nvPicPr>
        <p:blipFill rotWithShape="1">
          <a:blip r:embed="rId5">
            <a:alphaModFix/>
          </a:blip>
          <a:srcRect/>
          <a:stretch/>
        </p:blipFill>
        <p:spPr>
          <a:xfrm>
            <a:off x="3258526" y="3455377"/>
            <a:ext cx="5854700" cy="1104900"/>
          </a:xfrm>
          <a:prstGeom prst="rect">
            <a:avLst/>
          </a:prstGeom>
          <a:noFill/>
          <a:ln>
            <a:noFill/>
          </a:ln>
        </p:spPr>
      </p:pic>
      <p:pic>
        <p:nvPicPr>
          <p:cNvPr id="666" name="Google Shape;666;p17"/>
          <p:cNvPicPr preferRelativeResize="0"/>
          <p:nvPr/>
        </p:nvPicPr>
        <p:blipFill rotWithShape="1">
          <a:blip r:embed="rId6">
            <a:alphaModFix/>
          </a:blip>
          <a:srcRect/>
          <a:stretch/>
        </p:blipFill>
        <p:spPr>
          <a:xfrm>
            <a:off x="2958605" y="8512245"/>
            <a:ext cx="7087589" cy="64750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8">
          <a:extLst>
            <a:ext uri="{FF2B5EF4-FFF2-40B4-BE49-F238E27FC236}">
              <a16:creationId xmlns:a16="http://schemas.microsoft.com/office/drawing/2014/main" id="{A1661710-0DEB-23C1-C77B-00EAD5D696AF}"/>
            </a:ext>
          </a:extLst>
        </p:cNvPr>
        <p:cNvGrpSpPr/>
        <p:nvPr/>
      </p:nvGrpSpPr>
      <p:grpSpPr>
        <a:xfrm>
          <a:off x="0" y="0"/>
          <a:ext cx="0" cy="0"/>
          <a:chOff x="0" y="0"/>
          <a:chExt cx="0" cy="0"/>
        </a:xfrm>
      </p:grpSpPr>
      <p:sp>
        <p:nvSpPr>
          <p:cNvPr id="599" name="Google Shape;599;p14">
            <a:extLst>
              <a:ext uri="{FF2B5EF4-FFF2-40B4-BE49-F238E27FC236}">
                <a16:creationId xmlns:a16="http://schemas.microsoft.com/office/drawing/2014/main" id="{C65A4ABD-5D20-ED3A-F66E-9B9046F2FA9B}"/>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660000"/>
              </a:buClr>
              <a:buSzPts val="5100"/>
              <a:buFont typeface="Century Gothic"/>
              <a:buNone/>
            </a:pPr>
            <a:r>
              <a:rPr lang="en-US" dirty="0"/>
              <a:t>Why take the negative of the gradient?</a:t>
            </a:r>
            <a:endParaRPr dirty="0"/>
          </a:p>
        </p:txBody>
      </p:sp>
    </p:spTree>
    <p:extLst>
      <p:ext uri="{BB962C8B-B14F-4D97-AF65-F5344CB8AC3E}">
        <p14:creationId xmlns:p14="http://schemas.microsoft.com/office/powerpoint/2010/main" val="33377935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8">
          <a:extLst>
            <a:ext uri="{FF2B5EF4-FFF2-40B4-BE49-F238E27FC236}">
              <a16:creationId xmlns:a16="http://schemas.microsoft.com/office/drawing/2014/main" id="{2671117F-DE6D-BA07-BAC2-BDF879243679}"/>
            </a:ext>
          </a:extLst>
        </p:cNvPr>
        <p:cNvGrpSpPr/>
        <p:nvPr/>
      </p:nvGrpSpPr>
      <p:grpSpPr>
        <a:xfrm>
          <a:off x="0" y="0"/>
          <a:ext cx="0" cy="0"/>
          <a:chOff x="0" y="0"/>
          <a:chExt cx="0" cy="0"/>
        </a:xfrm>
      </p:grpSpPr>
      <p:sp>
        <p:nvSpPr>
          <p:cNvPr id="599" name="Google Shape;599;p14">
            <a:extLst>
              <a:ext uri="{FF2B5EF4-FFF2-40B4-BE49-F238E27FC236}">
                <a16:creationId xmlns:a16="http://schemas.microsoft.com/office/drawing/2014/main" id="{5CDE1F99-A8C8-8A2D-ACDE-3854F1BA4BB4}"/>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660000"/>
              </a:buClr>
              <a:buSzPts val="5100"/>
              <a:buFont typeface="Century Gothic"/>
              <a:buNone/>
            </a:pPr>
            <a:r>
              <a:rPr lang="en-US" dirty="0"/>
              <a:t>Why take the negative of the gradient?</a:t>
            </a:r>
            <a:endParaRPr dirty="0"/>
          </a:p>
        </p:txBody>
      </p:sp>
      <p:pic>
        <p:nvPicPr>
          <p:cNvPr id="1026" name="Picture 2" descr="Gradient">
            <a:extLst>
              <a:ext uri="{FF2B5EF4-FFF2-40B4-BE49-F238E27FC236}">
                <a16:creationId xmlns:a16="http://schemas.microsoft.com/office/drawing/2014/main" id="{3A4A382C-7524-17D1-F97F-164EF8866C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2699" y="4556511"/>
            <a:ext cx="7559402" cy="519708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67D791F-38EA-10F0-E9EF-D5E779BE9942}"/>
              </a:ext>
            </a:extLst>
          </p:cNvPr>
          <p:cNvSpPr txBox="1"/>
          <p:nvPr/>
        </p:nvSpPr>
        <p:spPr>
          <a:xfrm>
            <a:off x="1045028" y="2071395"/>
            <a:ext cx="11216640" cy="1815882"/>
          </a:xfrm>
          <a:prstGeom prst="rect">
            <a:avLst/>
          </a:prstGeom>
          <a:noFill/>
        </p:spPr>
        <p:txBody>
          <a:bodyPr wrap="square" rtlCol="0">
            <a:spAutoFit/>
          </a:bodyPr>
          <a:lstStyle/>
          <a:p>
            <a:r>
              <a:rPr lang="en-US" sz="2800" dirty="0"/>
              <a:t>The gradient points in the direction of the steepest ascent, resulting in the weights causing an increase in error.</a:t>
            </a:r>
          </a:p>
          <a:p>
            <a:endParaRPr lang="en-US" sz="2800" dirty="0"/>
          </a:p>
          <a:p>
            <a:r>
              <a:rPr lang="en-US" sz="2800" dirty="0"/>
              <a:t>We want the opposite! Hence, computing the negative of the gradient.</a:t>
            </a:r>
          </a:p>
        </p:txBody>
      </p:sp>
    </p:spTree>
    <p:extLst>
      <p:ext uri="{BB962C8B-B14F-4D97-AF65-F5344CB8AC3E}">
        <p14:creationId xmlns:p14="http://schemas.microsoft.com/office/powerpoint/2010/main" val="305603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18"/>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Gradient Descent</a:t>
            </a:r>
            <a:endParaRPr/>
          </a:p>
        </p:txBody>
      </p:sp>
      <p:pic>
        <p:nvPicPr>
          <p:cNvPr id="672" name="Google Shape;672;p18"/>
          <p:cNvPicPr preferRelativeResize="0"/>
          <p:nvPr/>
        </p:nvPicPr>
        <p:blipFill rotWithShape="1">
          <a:blip r:embed="rId3">
            <a:alphaModFix/>
          </a:blip>
          <a:srcRect l="12170" t="3811" r="8729" b="9584"/>
          <a:stretch/>
        </p:blipFill>
        <p:spPr>
          <a:xfrm>
            <a:off x="9741877" y="281470"/>
            <a:ext cx="2986958" cy="1965776"/>
          </a:xfrm>
          <a:prstGeom prst="rect">
            <a:avLst/>
          </a:prstGeom>
          <a:noFill/>
          <a:ln>
            <a:noFill/>
          </a:ln>
        </p:spPr>
      </p:pic>
      <p:sp>
        <p:nvSpPr>
          <p:cNvPr id="673" name="Google Shape;673;p18"/>
          <p:cNvSpPr txBox="1"/>
          <p:nvPr/>
        </p:nvSpPr>
        <p:spPr>
          <a:xfrm>
            <a:off x="12110720" y="1827835"/>
            <a:ext cx="858879" cy="1369606"/>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0" i="1" u="none" strike="noStrike" cap="none">
                <a:solidFill>
                  <a:srgbClr val="FF0000"/>
                </a:solidFill>
                <a:latin typeface="Palatino Linotype"/>
                <a:ea typeface="Palatino Linotype"/>
                <a:cs typeface="Palatino Linotype"/>
                <a:sym typeface="Palatino Linotype"/>
              </a:rPr>
              <a:t>w</a:t>
            </a:r>
            <a:r>
              <a:rPr lang="en-US" sz="2400" b="0" i="1" u="none" strike="noStrike" cap="none" baseline="-25000">
                <a:solidFill>
                  <a:srgbClr val="FF0000"/>
                </a:solidFill>
                <a:latin typeface="Palatino Linotype"/>
                <a:ea typeface="Palatino Linotype"/>
                <a:cs typeface="Palatino Linotype"/>
                <a:sym typeface="Palatino Linotype"/>
              </a:rPr>
              <a:t>2</a:t>
            </a:r>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baseline="-25000">
              <a:solidFill>
                <a:srgbClr val="000000"/>
              </a:solidFill>
              <a:latin typeface="Palatino Linotype"/>
              <a:ea typeface="Palatino Linotype"/>
              <a:cs typeface="Palatino Linotype"/>
              <a:sym typeface="Palatino Linotype"/>
            </a:endParaRPr>
          </a:p>
        </p:txBody>
      </p:sp>
      <p:sp>
        <p:nvSpPr>
          <p:cNvPr id="674" name="Google Shape;674;p18"/>
          <p:cNvSpPr txBox="1"/>
          <p:nvPr/>
        </p:nvSpPr>
        <p:spPr>
          <a:xfrm>
            <a:off x="10263154" y="2037541"/>
            <a:ext cx="858879" cy="461665"/>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Palatino Linotype"/>
              <a:buNone/>
            </a:pPr>
            <a:r>
              <a:rPr lang="en-US" sz="2400" b="0" i="1" u="none" strike="noStrike" cap="none">
                <a:solidFill>
                  <a:srgbClr val="FF0000"/>
                </a:solidFill>
                <a:latin typeface="Palatino Linotype"/>
                <a:ea typeface="Palatino Linotype"/>
                <a:cs typeface="Palatino Linotype"/>
                <a:sym typeface="Palatino Linotype"/>
              </a:rPr>
              <a:t>w</a:t>
            </a:r>
            <a:r>
              <a:rPr lang="en-US" sz="2400" b="0" i="1" u="none" strike="noStrike" cap="none" baseline="-25000">
                <a:solidFill>
                  <a:srgbClr val="FF0000"/>
                </a:solidFill>
                <a:latin typeface="Palatino Linotype"/>
                <a:ea typeface="Palatino Linotype"/>
                <a:cs typeface="Palatino Linotype"/>
                <a:sym typeface="Palatino Linotype"/>
              </a:rPr>
              <a:t>1</a:t>
            </a:r>
            <a:endParaRPr/>
          </a:p>
        </p:txBody>
      </p:sp>
      <p:sp>
        <p:nvSpPr>
          <p:cNvPr id="675" name="Google Shape;675;p18"/>
          <p:cNvSpPr txBox="1">
            <a:spLocks noGrp="1"/>
          </p:cNvSpPr>
          <p:nvPr>
            <p:ph type="body" idx="1"/>
          </p:nvPr>
        </p:nvSpPr>
        <p:spPr>
          <a:xfrm>
            <a:off x="894081" y="2037541"/>
            <a:ext cx="11834754" cy="7090799"/>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We still need to compute </a:t>
            </a:r>
            <a:endParaRPr baseline="-25000"/>
          </a:p>
          <a:p>
            <a:pPr marL="417683" lvl="0" indent="-164826" algn="l" rtl="0">
              <a:lnSpc>
                <a:spcPct val="100000"/>
              </a:lnSpc>
              <a:spcBef>
                <a:spcPts val="2022"/>
              </a:spcBef>
              <a:spcAft>
                <a:spcPts val="0"/>
              </a:spcAft>
              <a:buSzPts val="3982"/>
              <a:buNone/>
            </a:pPr>
            <a:endParaRPr i="1"/>
          </a:p>
          <a:p>
            <a:pPr marL="417683" lvl="0" indent="-164826" algn="l" rtl="0">
              <a:lnSpc>
                <a:spcPct val="100000"/>
              </a:lnSpc>
              <a:spcBef>
                <a:spcPts val="2022"/>
              </a:spcBef>
              <a:spcAft>
                <a:spcPts val="0"/>
              </a:spcAft>
              <a:buSzPts val="3982"/>
              <a:buNone/>
            </a:pPr>
            <a:endParaRPr i="1"/>
          </a:p>
          <a:p>
            <a:pPr marL="417683" lvl="0" indent="-417683" algn="l" rtl="0">
              <a:lnSpc>
                <a:spcPct val="100000"/>
              </a:lnSpc>
              <a:spcBef>
                <a:spcPts val="2022"/>
              </a:spcBef>
              <a:spcAft>
                <a:spcPts val="0"/>
              </a:spcAft>
              <a:buSzPts val="3900"/>
              <a:buChar char="▸"/>
            </a:pPr>
            <a:r>
              <a:rPr lang="en-US"/>
              <a:t>I’ll show how to do this for a </a:t>
            </a:r>
            <a:r>
              <a:rPr lang="en-US">
                <a:solidFill>
                  <a:srgbClr val="FF0000"/>
                </a:solidFill>
              </a:rPr>
              <a:t>single sigmoid neuron</a:t>
            </a:r>
            <a:endParaRPr/>
          </a:p>
          <a:p>
            <a:pPr marL="417683" lvl="0" indent="-417683" algn="l" rtl="0">
              <a:lnSpc>
                <a:spcPct val="100000"/>
              </a:lnSpc>
              <a:spcBef>
                <a:spcPts val="2022"/>
              </a:spcBef>
              <a:spcAft>
                <a:spcPts val="0"/>
              </a:spcAft>
              <a:buSzPts val="3900"/>
              <a:buChar char="▸"/>
            </a:pPr>
            <a:r>
              <a:rPr lang="en-US"/>
              <a:t>Then, we will see how to do this for a neural network – </a:t>
            </a:r>
            <a:r>
              <a:rPr lang="en-US" i="1"/>
              <a:t>backpropagation</a:t>
            </a:r>
            <a:endParaRPr/>
          </a:p>
          <a:p>
            <a:pPr marL="417683" lvl="0" indent="-417683" algn="l" rtl="0">
              <a:lnSpc>
                <a:spcPct val="100000"/>
              </a:lnSpc>
              <a:spcBef>
                <a:spcPts val="2022"/>
              </a:spcBef>
              <a:spcAft>
                <a:spcPts val="0"/>
              </a:spcAft>
              <a:buSzPts val="3900"/>
              <a:buChar char="▸"/>
            </a:pPr>
            <a:r>
              <a:rPr lang="en-US"/>
              <a:t>Most libraries implement automatic differentiation</a:t>
            </a:r>
            <a:r>
              <a:rPr lang="en-US" i="1"/>
              <a:t> </a:t>
            </a:r>
            <a:endParaRPr/>
          </a:p>
        </p:txBody>
      </p:sp>
      <p:pic>
        <p:nvPicPr>
          <p:cNvPr id="676" name="Google Shape;676;p18"/>
          <p:cNvPicPr preferRelativeResize="0"/>
          <p:nvPr/>
        </p:nvPicPr>
        <p:blipFill rotWithShape="1">
          <a:blip r:embed="rId4">
            <a:alphaModFix/>
          </a:blip>
          <a:srcRect/>
          <a:stretch/>
        </p:blipFill>
        <p:spPr>
          <a:xfrm>
            <a:off x="2990702" y="3087894"/>
            <a:ext cx="5854700" cy="11049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2" name="Google Shape;682;p19"/>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Sigmoid Neuron</a:t>
            </a:r>
            <a:endParaRPr/>
          </a:p>
        </p:txBody>
      </p:sp>
      <p:pic>
        <p:nvPicPr>
          <p:cNvPr id="683" name="Google Shape;683;p19"/>
          <p:cNvPicPr preferRelativeResize="0"/>
          <p:nvPr/>
        </p:nvPicPr>
        <p:blipFill rotWithShape="1">
          <a:blip r:embed="rId3">
            <a:alphaModFix/>
          </a:blip>
          <a:srcRect l="9018" t="4589" r="7410" b="5792"/>
          <a:stretch/>
        </p:blipFill>
        <p:spPr>
          <a:xfrm>
            <a:off x="7833712" y="444127"/>
            <a:ext cx="4572345" cy="3677391"/>
          </a:xfrm>
          <a:prstGeom prst="rect">
            <a:avLst/>
          </a:prstGeom>
          <a:noFill/>
          <a:ln>
            <a:noFill/>
          </a:ln>
        </p:spPr>
      </p:pic>
      <p:sp>
        <p:nvSpPr>
          <p:cNvPr id="686" name="Google Shape;686;p19"/>
          <p:cNvSpPr/>
          <p:nvPr/>
        </p:nvSpPr>
        <p:spPr>
          <a:xfrm>
            <a:off x="2381658" y="2414730"/>
            <a:ext cx="3221260" cy="1780037"/>
          </a:xfrm>
          <a:prstGeom prst="ellipse">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cxnSp>
        <p:nvCxnSpPr>
          <p:cNvPr id="687" name="Google Shape;687;p19"/>
          <p:cNvCxnSpPr>
            <a:endCxn id="686" idx="1"/>
          </p:cNvCxnSpPr>
          <p:nvPr/>
        </p:nvCxnSpPr>
        <p:spPr>
          <a:xfrm>
            <a:off x="1490801" y="2185210"/>
            <a:ext cx="1362600" cy="490200"/>
          </a:xfrm>
          <a:prstGeom prst="straightConnector1">
            <a:avLst/>
          </a:prstGeom>
          <a:noFill/>
          <a:ln w="76200" cap="flat" cmpd="sng">
            <a:solidFill>
              <a:schemeClr val="dk1"/>
            </a:solidFill>
            <a:prstDash val="solid"/>
            <a:miter lim="800000"/>
            <a:headEnd type="none" w="sm" len="sm"/>
            <a:tailEnd type="triangle" w="med" len="med"/>
          </a:ln>
        </p:spPr>
      </p:cxnSp>
      <p:cxnSp>
        <p:nvCxnSpPr>
          <p:cNvPr id="688" name="Google Shape;688;p19"/>
          <p:cNvCxnSpPr>
            <a:endCxn id="686" idx="2"/>
          </p:cNvCxnSpPr>
          <p:nvPr/>
        </p:nvCxnSpPr>
        <p:spPr>
          <a:xfrm>
            <a:off x="155658" y="3260949"/>
            <a:ext cx="2226000" cy="43800"/>
          </a:xfrm>
          <a:prstGeom prst="straightConnector1">
            <a:avLst/>
          </a:prstGeom>
          <a:noFill/>
          <a:ln w="76200" cap="flat" cmpd="sng">
            <a:solidFill>
              <a:schemeClr val="dk1"/>
            </a:solidFill>
            <a:prstDash val="solid"/>
            <a:miter lim="800000"/>
            <a:headEnd type="none" w="sm" len="sm"/>
            <a:tailEnd type="triangle" w="med" len="med"/>
          </a:ln>
        </p:spPr>
      </p:cxnSp>
      <p:cxnSp>
        <p:nvCxnSpPr>
          <p:cNvPr id="689" name="Google Shape;689;p19"/>
          <p:cNvCxnSpPr>
            <a:endCxn id="686" idx="3"/>
          </p:cNvCxnSpPr>
          <p:nvPr/>
        </p:nvCxnSpPr>
        <p:spPr>
          <a:xfrm rot="10800000" flipH="1">
            <a:off x="271601" y="3934087"/>
            <a:ext cx="2581800" cy="560100"/>
          </a:xfrm>
          <a:prstGeom prst="straightConnector1">
            <a:avLst/>
          </a:prstGeom>
          <a:noFill/>
          <a:ln w="76200" cap="flat" cmpd="sng">
            <a:solidFill>
              <a:schemeClr val="dk1"/>
            </a:solidFill>
            <a:prstDash val="solid"/>
            <a:miter lim="800000"/>
            <a:headEnd type="none" w="sm" len="sm"/>
            <a:tailEnd type="triangle" w="med" len="med"/>
          </a:ln>
        </p:spPr>
      </p:cxnSp>
      <p:cxnSp>
        <p:nvCxnSpPr>
          <p:cNvPr id="690" name="Google Shape;690;p19"/>
          <p:cNvCxnSpPr>
            <a:stCxn id="686" idx="6"/>
          </p:cNvCxnSpPr>
          <p:nvPr/>
        </p:nvCxnSpPr>
        <p:spPr>
          <a:xfrm>
            <a:off x="5602918" y="3304749"/>
            <a:ext cx="984600" cy="4500"/>
          </a:xfrm>
          <a:prstGeom prst="straightConnector1">
            <a:avLst/>
          </a:prstGeom>
          <a:noFill/>
          <a:ln w="76200" cap="flat" cmpd="sng">
            <a:solidFill>
              <a:schemeClr val="dk1"/>
            </a:solidFill>
            <a:prstDash val="solid"/>
            <a:miter lim="800000"/>
            <a:headEnd type="none" w="sm" len="sm"/>
            <a:tailEnd type="triangle" w="med" len="med"/>
          </a:ln>
        </p:spPr>
      </p:cxnSp>
      <p:sp>
        <p:nvSpPr>
          <p:cNvPr id="691" name="Google Shape;691;p19"/>
          <p:cNvSpPr/>
          <p:nvPr/>
        </p:nvSpPr>
        <p:spPr>
          <a:xfrm>
            <a:off x="909530" y="1748533"/>
            <a:ext cx="41549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2" name="Google Shape;692;p19"/>
          <p:cNvSpPr/>
          <p:nvPr/>
        </p:nvSpPr>
        <p:spPr>
          <a:xfrm>
            <a:off x="115950" y="2482430"/>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3" name="Google Shape;693;p19"/>
          <p:cNvSpPr/>
          <p:nvPr/>
        </p:nvSpPr>
        <p:spPr>
          <a:xfrm>
            <a:off x="54089" y="3758099"/>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sp>
        <p:nvSpPr>
          <p:cNvPr id="694" name="Google Shape;694;p19"/>
          <p:cNvSpPr/>
          <p:nvPr/>
        </p:nvSpPr>
        <p:spPr>
          <a:xfrm>
            <a:off x="5828874" y="2083448"/>
            <a:ext cx="257795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f</a:t>
            </a:r>
            <a:r>
              <a:rPr lang="en-US" sz="3600" b="0" i="1" u="none" strike="noStrike" cap="none" baseline="-25000">
                <a:solidFill>
                  <a:srgbClr val="000000"/>
                </a:solidFill>
                <a:latin typeface="Palatino Linotype"/>
                <a:ea typeface="Palatino Linotype"/>
                <a:cs typeface="Palatino Linotype"/>
                <a:sym typeface="Palatino Linotype"/>
              </a:rPr>
              <a:t>w</a:t>
            </a:r>
            <a:r>
              <a:rPr lang="en-US" sz="3600" b="0" i="1" u="none" strike="noStrike" cap="none">
                <a:solidFill>
                  <a:srgbClr val="000000"/>
                </a:solidFill>
                <a:latin typeface="Palatino Linotype"/>
                <a:ea typeface="Palatino Linotype"/>
                <a:cs typeface="Palatino Linotype"/>
                <a:sym typeface="Palatino Linotype"/>
              </a:rPr>
              <a:t>(x)</a:t>
            </a:r>
            <a:r>
              <a:rPr lang="en-US" sz="3600" b="0" i="0" u="none" strike="noStrike" cap="none">
                <a:solidFill>
                  <a:srgbClr val="000000"/>
                </a:solidFill>
                <a:latin typeface="Palatino Linotype"/>
                <a:ea typeface="Palatino Linotype"/>
                <a:cs typeface="Palatino Linotype"/>
                <a:sym typeface="Palatino Linotype"/>
              </a:rPr>
              <a:t> output</a:t>
            </a:r>
            <a:endParaRPr/>
          </a:p>
        </p:txBody>
      </p:sp>
      <p:sp>
        <p:nvSpPr>
          <p:cNvPr id="695" name="Google Shape;695;p19"/>
          <p:cNvSpPr/>
          <p:nvPr/>
        </p:nvSpPr>
        <p:spPr>
          <a:xfrm>
            <a:off x="1966364" y="1760283"/>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0</a:t>
            </a:r>
            <a:endParaRPr sz="3600" b="0" i="0" u="none" strike="noStrike" cap="none">
              <a:solidFill>
                <a:srgbClr val="000000"/>
              </a:solidFill>
              <a:latin typeface="Palatino Linotype"/>
              <a:ea typeface="Palatino Linotype"/>
              <a:cs typeface="Palatino Linotype"/>
              <a:sym typeface="Palatino Linotype"/>
            </a:endParaRPr>
          </a:p>
        </p:txBody>
      </p:sp>
      <p:sp>
        <p:nvSpPr>
          <p:cNvPr id="696" name="Google Shape;696;p19"/>
          <p:cNvSpPr/>
          <p:nvPr/>
        </p:nvSpPr>
        <p:spPr>
          <a:xfrm>
            <a:off x="1075833" y="2540250"/>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7" name="Google Shape;697;p19"/>
          <p:cNvSpPr/>
          <p:nvPr/>
        </p:nvSpPr>
        <p:spPr>
          <a:xfrm>
            <a:off x="1015763" y="3638326"/>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cxnSp>
        <p:nvCxnSpPr>
          <p:cNvPr id="698" name="Google Shape;698;p19"/>
          <p:cNvCxnSpPr>
            <a:stCxn id="686" idx="0"/>
            <a:endCxn id="686" idx="4"/>
          </p:cNvCxnSpPr>
          <p:nvPr/>
        </p:nvCxnSpPr>
        <p:spPr>
          <a:xfrm>
            <a:off x="3992288" y="2414730"/>
            <a:ext cx="0" cy="1779900"/>
          </a:xfrm>
          <a:prstGeom prst="straightConnector1">
            <a:avLst/>
          </a:prstGeom>
          <a:noFill/>
          <a:ln w="9525" cap="flat" cmpd="sng">
            <a:solidFill>
              <a:schemeClr val="dk1"/>
            </a:solidFill>
            <a:prstDash val="solid"/>
            <a:miter lim="800000"/>
            <a:headEnd type="none" w="sm" len="sm"/>
            <a:tailEnd type="none" w="sm" len="sm"/>
          </a:ln>
        </p:spPr>
      </p:cxnSp>
      <p:pic>
        <p:nvPicPr>
          <p:cNvPr id="699" name="Google Shape;699;p19"/>
          <p:cNvPicPr preferRelativeResize="0"/>
          <p:nvPr/>
        </p:nvPicPr>
        <p:blipFill rotWithShape="1">
          <a:blip r:embed="rId4">
            <a:alphaModFix/>
          </a:blip>
          <a:srcRect/>
          <a:stretch/>
        </p:blipFill>
        <p:spPr>
          <a:xfrm>
            <a:off x="2997917" y="2958945"/>
            <a:ext cx="622300" cy="647700"/>
          </a:xfrm>
          <a:prstGeom prst="rect">
            <a:avLst/>
          </a:prstGeom>
          <a:noFill/>
          <a:ln>
            <a:noFill/>
          </a:ln>
        </p:spPr>
      </p:pic>
      <p:cxnSp>
        <p:nvCxnSpPr>
          <p:cNvPr id="700" name="Google Shape;700;p19"/>
          <p:cNvCxnSpPr/>
          <p:nvPr/>
        </p:nvCxnSpPr>
        <p:spPr>
          <a:xfrm flipH="1">
            <a:off x="4093587" y="2834251"/>
            <a:ext cx="1011300" cy="996900"/>
          </a:xfrm>
          <a:prstGeom prst="curvedConnector3">
            <a:avLst>
              <a:gd name="adj1" fmla="val 51738"/>
            </a:avLst>
          </a:prstGeom>
          <a:noFill/>
          <a:ln w="38100" cap="flat" cmpd="sng">
            <a:solidFill>
              <a:schemeClr val="dk1"/>
            </a:solidFill>
            <a:prstDash val="solid"/>
            <a:miter lim="800000"/>
            <a:headEnd type="none" w="sm" len="sm"/>
            <a:tailEnd type="none" w="sm" len="sm"/>
          </a:ln>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0">
          <a:extLst>
            <a:ext uri="{FF2B5EF4-FFF2-40B4-BE49-F238E27FC236}">
              <a16:creationId xmlns:a16="http://schemas.microsoft.com/office/drawing/2014/main" id="{06ECDAA3-E43A-692E-FF02-F0D7E47D7F62}"/>
            </a:ext>
          </a:extLst>
        </p:cNvPr>
        <p:cNvGrpSpPr/>
        <p:nvPr/>
      </p:nvGrpSpPr>
      <p:grpSpPr>
        <a:xfrm>
          <a:off x="0" y="0"/>
          <a:ext cx="0" cy="0"/>
          <a:chOff x="0" y="0"/>
          <a:chExt cx="0" cy="0"/>
        </a:xfrm>
      </p:grpSpPr>
      <p:sp>
        <p:nvSpPr>
          <p:cNvPr id="682" name="Google Shape;682;p19">
            <a:extLst>
              <a:ext uri="{FF2B5EF4-FFF2-40B4-BE49-F238E27FC236}">
                <a16:creationId xmlns:a16="http://schemas.microsoft.com/office/drawing/2014/main" id="{F20DABF6-E425-01EC-0A21-60C693D739FA}"/>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Sigmoid Neuron</a:t>
            </a:r>
            <a:endParaRPr/>
          </a:p>
        </p:txBody>
      </p:sp>
      <p:pic>
        <p:nvPicPr>
          <p:cNvPr id="683" name="Google Shape;683;p19">
            <a:extLst>
              <a:ext uri="{FF2B5EF4-FFF2-40B4-BE49-F238E27FC236}">
                <a16:creationId xmlns:a16="http://schemas.microsoft.com/office/drawing/2014/main" id="{F444FA00-B312-43BA-3E8B-31FAADFEA306}"/>
              </a:ext>
            </a:extLst>
          </p:cNvPr>
          <p:cNvPicPr preferRelativeResize="0"/>
          <p:nvPr/>
        </p:nvPicPr>
        <p:blipFill rotWithShape="1">
          <a:blip r:embed="rId3">
            <a:alphaModFix/>
          </a:blip>
          <a:srcRect l="9018" t="4589" r="7410" b="5792"/>
          <a:stretch/>
        </p:blipFill>
        <p:spPr>
          <a:xfrm>
            <a:off x="7833712" y="444127"/>
            <a:ext cx="4572345" cy="3677391"/>
          </a:xfrm>
          <a:prstGeom prst="rect">
            <a:avLst/>
          </a:prstGeom>
          <a:noFill/>
          <a:ln>
            <a:noFill/>
          </a:ln>
        </p:spPr>
      </p:pic>
      <p:sp>
        <p:nvSpPr>
          <p:cNvPr id="686" name="Google Shape;686;p19">
            <a:extLst>
              <a:ext uri="{FF2B5EF4-FFF2-40B4-BE49-F238E27FC236}">
                <a16:creationId xmlns:a16="http://schemas.microsoft.com/office/drawing/2014/main" id="{7D72DB97-DA5F-AD8C-E959-257D9E733B2F}"/>
              </a:ext>
            </a:extLst>
          </p:cNvPr>
          <p:cNvSpPr/>
          <p:nvPr/>
        </p:nvSpPr>
        <p:spPr>
          <a:xfrm>
            <a:off x="2381658" y="2414730"/>
            <a:ext cx="3221260" cy="1780037"/>
          </a:xfrm>
          <a:prstGeom prst="ellipse">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cxnSp>
        <p:nvCxnSpPr>
          <p:cNvPr id="687" name="Google Shape;687;p19">
            <a:extLst>
              <a:ext uri="{FF2B5EF4-FFF2-40B4-BE49-F238E27FC236}">
                <a16:creationId xmlns:a16="http://schemas.microsoft.com/office/drawing/2014/main" id="{9F0A5F60-DF90-E5CE-9BB5-E16775E602C8}"/>
              </a:ext>
            </a:extLst>
          </p:cNvPr>
          <p:cNvCxnSpPr>
            <a:endCxn id="686" idx="1"/>
          </p:cNvCxnSpPr>
          <p:nvPr/>
        </p:nvCxnSpPr>
        <p:spPr>
          <a:xfrm>
            <a:off x="1490801" y="2185210"/>
            <a:ext cx="1362600" cy="490200"/>
          </a:xfrm>
          <a:prstGeom prst="straightConnector1">
            <a:avLst/>
          </a:prstGeom>
          <a:noFill/>
          <a:ln w="76200" cap="flat" cmpd="sng">
            <a:solidFill>
              <a:schemeClr val="dk1"/>
            </a:solidFill>
            <a:prstDash val="solid"/>
            <a:miter lim="800000"/>
            <a:headEnd type="none" w="sm" len="sm"/>
            <a:tailEnd type="triangle" w="med" len="med"/>
          </a:ln>
        </p:spPr>
      </p:cxnSp>
      <p:cxnSp>
        <p:nvCxnSpPr>
          <p:cNvPr id="688" name="Google Shape;688;p19">
            <a:extLst>
              <a:ext uri="{FF2B5EF4-FFF2-40B4-BE49-F238E27FC236}">
                <a16:creationId xmlns:a16="http://schemas.microsoft.com/office/drawing/2014/main" id="{F9AC3485-F9C7-1069-782F-22C8B72F4FEA}"/>
              </a:ext>
            </a:extLst>
          </p:cNvPr>
          <p:cNvCxnSpPr>
            <a:endCxn id="686" idx="2"/>
          </p:cNvCxnSpPr>
          <p:nvPr/>
        </p:nvCxnSpPr>
        <p:spPr>
          <a:xfrm>
            <a:off x="155658" y="3260949"/>
            <a:ext cx="2226000" cy="43800"/>
          </a:xfrm>
          <a:prstGeom prst="straightConnector1">
            <a:avLst/>
          </a:prstGeom>
          <a:noFill/>
          <a:ln w="76200" cap="flat" cmpd="sng">
            <a:solidFill>
              <a:schemeClr val="dk1"/>
            </a:solidFill>
            <a:prstDash val="solid"/>
            <a:miter lim="800000"/>
            <a:headEnd type="none" w="sm" len="sm"/>
            <a:tailEnd type="triangle" w="med" len="med"/>
          </a:ln>
        </p:spPr>
      </p:cxnSp>
      <p:cxnSp>
        <p:nvCxnSpPr>
          <p:cNvPr id="689" name="Google Shape;689;p19">
            <a:extLst>
              <a:ext uri="{FF2B5EF4-FFF2-40B4-BE49-F238E27FC236}">
                <a16:creationId xmlns:a16="http://schemas.microsoft.com/office/drawing/2014/main" id="{3E99812B-1201-86F0-3D7D-15BF396278BD}"/>
              </a:ext>
            </a:extLst>
          </p:cNvPr>
          <p:cNvCxnSpPr>
            <a:endCxn id="686" idx="3"/>
          </p:cNvCxnSpPr>
          <p:nvPr/>
        </p:nvCxnSpPr>
        <p:spPr>
          <a:xfrm rot="10800000" flipH="1">
            <a:off x="271601" y="3934087"/>
            <a:ext cx="2581800" cy="560100"/>
          </a:xfrm>
          <a:prstGeom prst="straightConnector1">
            <a:avLst/>
          </a:prstGeom>
          <a:noFill/>
          <a:ln w="76200" cap="flat" cmpd="sng">
            <a:solidFill>
              <a:schemeClr val="dk1"/>
            </a:solidFill>
            <a:prstDash val="solid"/>
            <a:miter lim="800000"/>
            <a:headEnd type="none" w="sm" len="sm"/>
            <a:tailEnd type="triangle" w="med" len="med"/>
          </a:ln>
        </p:spPr>
      </p:cxnSp>
      <p:cxnSp>
        <p:nvCxnSpPr>
          <p:cNvPr id="690" name="Google Shape;690;p19">
            <a:extLst>
              <a:ext uri="{FF2B5EF4-FFF2-40B4-BE49-F238E27FC236}">
                <a16:creationId xmlns:a16="http://schemas.microsoft.com/office/drawing/2014/main" id="{CA6D98F3-F4AE-B51A-B68D-3CB7A6A8BF5E}"/>
              </a:ext>
            </a:extLst>
          </p:cNvPr>
          <p:cNvCxnSpPr>
            <a:stCxn id="686" idx="6"/>
          </p:cNvCxnSpPr>
          <p:nvPr/>
        </p:nvCxnSpPr>
        <p:spPr>
          <a:xfrm>
            <a:off x="5602918" y="3304749"/>
            <a:ext cx="984600" cy="4500"/>
          </a:xfrm>
          <a:prstGeom prst="straightConnector1">
            <a:avLst/>
          </a:prstGeom>
          <a:noFill/>
          <a:ln w="76200" cap="flat" cmpd="sng">
            <a:solidFill>
              <a:schemeClr val="dk1"/>
            </a:solidFill>
            <a:prstDash val="solid"/>
            <a:miter lim="800000"/>
            <a:headEnd type="none" w="sm" len="sm"/>
            <a:tailEnd type="triangle" w="med" len="med"/>
          </a:ln>
        </p:spPr>
      </p:cxnSp>
      <p:sp>
        <p:nvSpPr>
          <p:cNvPr id="691" name="Google Shape;691;p19">
            <a:extLst>
              <a:ext uri="{FF2B5EF4-FFF2-40B4-BE49-F238E27FC236}">
                <a16:creationId xmlns:a16="http://schemas.microsoft.com/office/drawing/2014/main" id="{2E16C48E-0D5D-7E74-0363-108262387AAF}"/>
              </a:ext>
            </a:extLst>
          </p:cNvPr>
          <p:cNvSpPr/>
          <p:nvPr/>
        </p:nvSpPr>
        <p:spPr>
          <a:xfrm>
            <a:off x="909530" y="1748533"/>
            <a:ext cx="41549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2" name="Google Shape;692;p19">
            <a:extLst>
              <a:ext uri="{FF2B5EF4-FFF2-40B4-BE49-F238E27FC236}">
                <a16:creationId xmlns:a16="http://schemas.microsoft.com/office/drawing/2014/main" id="{E6914427-DF1F-D94F-A0F0-C258D69855D4}"/>
              </a:ext>
            </a:extLst>
          </p:cNvPr>
          <p:cNvSpPr/>
          <p:nvPr/>
        </p:nvSpPr>
        <p:spPr>
          <a:xfrm>
            <a:off x="115950" y="2482430"/>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3" name="Google Shape;693;p19">
            <a:extLst>
              <a:ext uri="{FF2B5EF4-FFF2-40B4-BE49-F238E27FC236}">
                <a16:creationId xmlns:a16="http://schemas.microsoft.com/office/drawing/2014/main" id="{62056F55-B17A-FC8C-DB92-454AE54B20DF}"/>
              </a:ext>
            </a:extLst>
          </p:cNvPr>
          <p:cNvSpPr/>
          <p:nvPr/>
        </p:nvSpPr>
        <p:spPr>
          <a:xfrm>
            <a:off x="54089" y="3758099"/>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sp>
        <p:nvSpPr>
          <p:cNvPr id="694" name="Google Shape;694;p19">
            <a:extLst>
              <a:ext uri="{FF2B5EF4-FFF2-40B4-BE49-F238E27FC236}">
                <a16:creationId xmlns:a16="http://schemas.microsoft.com/office/drawing/2014/main" id="{6AA564BD-5E3A-4361-7F9E-F4C0C285C4DA}"/>
              </a:ext>
            </a:extLst>
          </p:cNvPr>
          <p:cNvSpPr/>
          <p:nvPr/>
        </p:nvSpPr>
        <p:spPr>
          <a:xfrm>
            <a:off x="5828874" y="2083448"/>
            <a:ext cx="257795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f</a:t>
            </a:r>
            <a:r>
              <a:rPr lang="en-US" sz="3600" b="0" i="1" u="none" strike="noStrike" cap="none" baseline="-25000">
                <a:solidFill>
                  <a:srgbClr val="000000"/>
                </a:solidFill>
                <a:latin typeface="Palatino Linotype"/>
                <a:ea typeface="Palatino Linotype"/>
                <a:cs typeface="Palatino Linotype"/>
                <a:sym typeface="Palatino Linotype"/>
              </a:rPr>
              <a:t>w</a:t>
            </a:r>
            <a:r>
              <a:rPr lang="en-US" sz="3600" b="0" i="1" u="none" strike="noStrike" cap="none">
                <a:solidFill>
                  <a:srgbClr val="000000"/>
                </a:solidFill>
                <a:latin typeface="Palatino Linotype"/>
                <a:ea typeface="Palatino Linotype"/>
                <a:cs typeface="Palatino Linotype"/>
                <a:sym typeface="Palatino Linotype"/>
              </a:rPr>
              <a:t>(x)</a:t>
            </a:r>
            <a:r>
              <a:rPr lang="en-US" sz="3600" b="0" i="0" u="none" strike="noStrike" cap="none">
                <a:solidFill>
                  <a:srgbClr val="000000"/>
                </a:solidFill>
                <a:latin typeface="Palatino Linotype"/>
                <a:ea typeface="Palatino Linotype"/>
                <a:cs typeface="Palatino Linotype"/>
                <a:sym typeface="Palatino Linotype"/>
              </a:rPr>
              <a:t> output</a:t>
            </a:r>
            <a:endParaRPr/>
          </a:p>
        </p:txBody>
      </p:sp>
      <p:sp>
        <p:nvSpPr>
          <p:cNvPr id="695" name="Google Shape;695;p19">
            <a:extLst>
              <a:ext uri="{FF2B5EF4-FFF2-40B4-BE49-F238E27FC236}">
                <a16:creationId xmlns:a16="http://schemas.microsoft.com/office/drawing/2014/main" id="{C8A0E273-0764-0D16-63FF-1AD6322599B8}"/>
              </a:ext>
            </a:extLst>
          </p:cNvPr>
          <p:cNvSpPr/>
          <p:nvPr/>
        </p:nvSpPr>
        <p:spPr>
          <a:xfrm>
            <a:off x="1966364" y="1760283"/>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0</a:t>
            </a:r>
            <a:endParaRPr sz="3600" b="0" i="0" u="none" strike="noStrike" cap="none">
              <a:solidFill>
                <a:srgbClr val="000000"/>
              </a:solidFill>
              <a:latin typeface="Palatino Linotype"/>
              <a:ea typeface="Palatino Linotype"/>
              <a:cs typeface="Palatino Linotype"/>
              <a:sym typeface="Palatino Linotype"/>
            </a:endParaRPr>
          </a:p>
        </p:txBody>
      </p:sp>
      <p:sp>
        <p:nvSpPr>
          <p:cNvPr id="696" name="Google Shape;696;p19">
            <a:extLst>
              <a:ext uri="{FF2B5EF4-FFF2-40B4-BE49-F238E27FC236}">
                <a16:creationId xmlns:a16="http://schemas.microsoft.com/office/drawing/2014/main" id="{87CDE29B-0CFA-6690-4E20-D68E5F85A479}"/>
              </a:ext>
            </a:extLst>
          </p:cNvPr>
          <p:cNvSpPr/>
          <p:nvPr/>
        </p:nvSpPr>
        <p:spPr>
          <a:xfrm>
            <a:off x="1075833" y="2540250"/>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7" name="Google Shape;697;p19">
            <a:extLst>
              <a:ext uri="{FF2B5EF4-FFF2-40B4-BE49-F238E27FC236}">
                <a16:creationId xmlns:a16="http://schemas.microsoft.com/office/drawing/2014/main" id="{E8522E9A-4CCF-8815-95DC-4811FF754189}"/>
              </a:ext>
            </a:extLst>
          </p:cNvPr>
          <p:cNvSpPr/>
          <p:nvPr/>
        </p:nvSpPr>
        <p:spPr>
          <a:xfrm>
            <a:off x="1015763" y="3638326"/>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cxnSp>
        <p:nvCxnSpPr>
          <p:cNvPr id="698" name="Google Shape;698;p19">
            <a:extLst>
              <a:ext uri="{FF2B5EF4-FFF2-40B4-BE49-F238E27FC236}">
                <a16:creationId xmlns:a16="http://schemas.microsoft.com/office/drawing/2014/main" id="{C338820F-110A-6C88-48AB-7B0D11A2BBCE}"/>
              </a:ext>
            </a:extLst>
          </p:cNvPr>
          <p:cNvCxnSpPr>
            <a:stCxn id="686" idx="0"/>
            <a:endCxn id="686" idx="4"/>
          </p:cNvCxnSpPr>
          <p:nvPr/>
        </p:nvCxnSpPr>
        <p:spPr>
          <a:xfrm>
            <a:off x="3992288" y="2414730"/>
            <a:ext cx="0" cy="1779900"/>
          </a:xfrm>
          <a:prstGeom prst="straightConnector1">
            <a:avLst/>
          </a:prstGeom>
          <a:noFill/>
          <a:ln w="9525" cap="flat" cmpd="sng">
            <a:solidFill>
              <a:schemeClr val="dk1"/>
            </a:solidFill>
            <a:prstDash val="solid"/>
            <a:miter lim="800000"/>
            <a:headEnd type="none" w="sm" len="sm"/>
            <a:tailEnd type="none" w="sm" len="sm"/>
          </a:ln>
        </p:spPr>
      </p:cxnSp>
      <p:pic>
        <p:nvPicPr>
          <p:cNvPr id="699" name="Google Shape;699;p19">
            <a:extLst>
              <a:ext uri="{FF2B5EF4-FFF2-40B4-BE49-F238E27FC236}">
                <a16:creationId xmlns:a16="http://schemas.microsoft.com/office/drawing/2014/main" id="{9222C7B0-C47A-B1B3-3372-E4FD66625B9C}"/>
              </a:ext>
            </a:extLst>
          </p:cNvPr>
          <p:cNvPicPr preferRelativeResize="0"/>
          <p:nvPr/>
        </p:nvPicPr>
        <p:blipFill rotWithShape="1">
          <a:blip r:embed="rId4">
            <a:alphaModFix/>
          </a:blip>
          <a:srcRect/>
          <a:stretch/>
        </p:blipFill>
        <p:spPr>
          <a:xfrm>
            <a:off x="2997917" y="2958945"/>
            <a:ext cx="622300" cy="647700"/>
          </a:xfrm>
          <a:prstGeom prst="rect">
            <a:avLst/>
          </a:prstGeom>
          <a:noFill/>
          <a:ln>
            <a:noFill/>
          </a:ln>
        </p:spPr>
      </p:pic>
      <p:cxnSp>
        <p:nvCxnSpPr>
          <p:cNvPr id="700" name="Google Shape;700;p19">
            <a:extLst>
              <a:ext uri="{FF2B5EF4-FFF2-40B4-BE49-F238E27FC236}">
                <a16:creationId xmlns:a16="http://schemas.microsoft.com/office/drawing/2014/main" id="{99F196E2-44A4-7303-EF1E-53601B32C4D9}"/>
              </a:ext>
            </a:extLst>
          </p:cNvPr>
          <p:cNvCxnSpPr/>
          <p:nvPr/>
        </p:nvCxnSpPr>
        <p:spPr>
          <a:xfrm flipH="1">
            <a:off x="4093587" y="2834251"/>
            <a:ext cx="1011300" cy="996900"/>
          </a:xfrm>
          <a:prstGeom prst="curvedConnector3">
            <a:avLst>
              <a:gd name="adj1" fmla="val 51738"/>
            </a:avLst>
          </a:prstGeom>
          <a:noFill/>
          <a:ln w="38100" cap="flat" cmpd="sng">
            <a:solidFill>
              <a:schemeClr val="dk1"/>
            </a:solidFill>
            <a:prstDash val="solid"/>
            <a:miter lim="800000"/>
            <a:headEnd type="none" w="sm" len="sm"/>
            <a:tailEnd type="none" w="sm" len="sm"/>
          </a:ln>
        </p:spPr>
      </p:cxnSp>
      <p:pic>
        <p:nvPicPr>
          <p:cNvPr id="702" name="Google Shape;702;p19">
            <a:extLst>
              <a:ext uri="{FF2B5EF4-FFF2-40B4-BE49-F238E27FC236}">
                <a16:creationId xmlns:a16="http://schemas.microsoft.com/office/drawing/2014/main" id="{9DF0CC46-51C5-D78E-B3BC-29C9BA305E9E}"/>
              </a:ext>
            </a:extLst>
          </p:cNvPr>
          <p:cNvPicPr preferRelativeResize="0"/>
          <p:nvPr/>
        </p:nvPicPr>
        <p:blipFill rotWithShape="1">
          <a:blip r:embed="rId5">
            <a:alphaModFix/>
          </a:blip>
          <a:srcRect/>
          <a:stretch/>
        </p:blipFill>
        <p:spPr>
          <a:xfrm>
            <a:off x="6661127" y="7950923"/>
            <a:ext cx="5854700" cy="1104900"/>
          </a:xfrm>
          <a:prstGeom prst="rect">
            <a:avLst/>
          </a:prstGeom>
          <a:noFill/>
          <a:ln>
            <a:noFill/>
          </a:ln>
        </p:spPr>
      </p:pic>
      <p:sp>
        <p:nvSpPr>
          <p:cNvPr id="703" name="Google Shape;703;p19">
            <a:extLst>
              <a:ext uri="{FF2B5EF4-FFF2-40B4-BE49-F238E27FC236}">
                <a16:creationId xmlns:a16="http://schemas.microsoft.com/office/drawing/2014/main" id="{8CD51F43-829B-631A-7B9A-50E877769F6D}"/>
              </a:ext>
            </a:extLst>
          </p:cNvPr>
          <p:cNvSpPr txBox="1"/>
          <p:nvPr/>
        </p:nvSpPr>
        <p:spPr>
          <a:xfrm>
            <a:off x="6587518" y="7217885"/>
            <a:ext cx="360387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dirty="0">
                <a:solidFill>
                  <a:srgbClr val="FF0000"/>
                </a:solidFill>
                <a:latin typeface="Palatino Linotype"/>
                <a:ea typeface="Palatino Linotype"/>
                <a:cs typeface="Palatino Linotype"/>
                <a:sym typeface="Palatino Linotype"/>
              </a:rPr>
              <a:t>need to compute</a:t>
            </a:r>
            <a:endParaRPr dirty="0"/>
          </a:p>
        </p:txBody>
      </p:sp>
    </p:spTree>
    <p:extLst>
      <p:ext uri="{BB962C8B-B14F-4D97-AF65-F5344CB8AC3E}">
        <p14:creationId xmlns:p14="http://schemas.microsoft.com/office/powerpoint/2010/main" val="35095163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80">
          <a:extLst>
            <a:ext uri="{FF2B5EF4-FFF2-40B4-BE49-F238E27FC236}">
              <a16:creationId xmlns:a16="http://schemas.microsoft.com/office/drawing/2014/main" id="{02D77C33-6A35-7EED-7BF3-05B5EFC3444F}"/>
            </a:ext>
          </a:extLst>
        </p:cNvPr>
        <p:cNvGrpSpPr/>
        <p:nvPr/>
      </p:nvGrpSpPr>
      <p:grpSpPr>
        <a:xfrm>
          <a:off x="0" y="0"/>
          <a:ext cx="0" cy="0"/>
          <a:chOff x="0" y="0"/>
          <a:chExt cx="0" cy="0"/>
        </a:xfrm>
      </p:grpSpPr>
      <p:sp>
        <p:nvSpPr>
          <p:cNvPr id="682" name="Google Shape;682;p19">
            <a:extLst>
              <a:ext uri="{FF2B5EF4-FFF2-40B4-BE49-F238E27FC236}">
                <a16:creationId xmlns:a16="http://schemas.microsoft.com/office/drawing/2014/main" id="{AC7D1A19-D28D-4856-9031-6B27224782E7}"/>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Sigmoid Neuron</a:t>
            </a:r>
            <a:endParaRPr/>
          </a:p>
        </p:txBody>
      </p:sp>
      <p:pic>
        <p:nvPicPr>
          <p:cNvPr id="683" name="Google Shape;683;p19">
            <a:extLst>
              <a:ext uri="{FF2B5EF4-FFF2-40B4-BE49-F238E27FC236}">
                <a16:creationId xmlns:a16="http://schemas.microsoft.com/office/drawing/2014/main" id="{8CBD3453-4A8E-FB14-D9B2-D8AD8E0D26A5}"/>
              </a:ext>
            </a:extLst>
          </p:cNvPr>
          <p:cNvPicPr preferRelativeResize="0"/>
          <p:nvPr/>
        </p:nvPicPr>
        <p:blipFill rotWithShape="1">
          <a:blip r:embed="rId3">
            <a:alphaModFix/>
          </a:blip>
          <a:srcRect l="9018" t="4589" r="7410" b="5792"/>
          <a:stretch/>
        </p:blipFill>
        <p:spPr>
          <a:xfrm>
            <a:off x="7833712" y="444127"/>
            <a:ext cx="4572345" cy="3677391"/>
          </a:xfrm>
          <a:prstGeom prst="rect">
            <a:avLst/>
          </a:prstGeom>
          <a:noFill/>
          <a:ln>
            <a:noFill/>
          </a:ln>
        </p:spPr>
      </p:pic>
      <p:sp>
        <p:nvSpPr>
          <p:cNvPr id="686" name="Google Shape;686;p19">
            <a:extLst>
              <a:ext uri="{FF2B5EF4-FFF2-40B4-BE49-F238E27FC236}">
                <a16:creationId xmlns:a16="http://schemas.microsoft.com/office/drawing/2014/main" id="{570A4B8D-0852-D734-593B-8029481C452F}"/>
              </a:ext>
            </a:extLst>
          </p:cNvPr>
          <p:cNvSpPr/>
          <p:nvPr/>
        </p:nvSpPr>
        <p:spPr>
          <a:xfrm>
            <a:off x="2381658" y="2414730"/>
            <a:ext cx="3221260" cy="1780037"/>
          </a:xfrm>
          <a:prstGeom prst="ellipse">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cxnSp>
        <p:nvCxnSpPr>
          <p:cNvPr id="687" name="Google Shape;687;p19">
            <a:extLst>
              <a:ext uri="{FF2B5EF4-FFF2-40B4-BE49-F238E27FC236}">
                <a16:creationId xmlns:a16="http://schemas.microsoft.com/office/drawing/2014/main" id="{7B22738E-BB3E-46BD-E1C6-72464E2494E4}"/>
              </a:ext>
            </a:extLst>
          </p:cNvPr>
          <p:cNvCxnSpPr>
            <a:endCxn id="686" idx="1"/>
          </p:cNvCxnSpPr>
          <p:nvPr/>
        </p:nvCxnSpPr>
        <p:spPr>
          <a:xfrm>
            <a:off x="1490801" y="2185210"/>
            <a:ext cx="1362600" cy="490200"/>
          </a:xfrm>
          <a:prstGeom prst="straightConnector1">
            <a:avLst/>
          </a:prstGeom>
          <a:noFill/>
          <a:ln w="76200" cap="flat" cmpd="sng">
            <a:solidFill>
              <a:schemeClr val="dk1"/>
            </a:solidFill>
            <a:prstDash val="solid"/>
            <a:miter lim="800000"/>
            <a:headEnd type="none" w="sm" len="sm"/>
            <a:tailEnd type="triangle" w="med" len="med"/>
          </a:ln>
        </p:spPr>
      </p:cxnSp>
      <p:cxnSp>
        <p:nvCxnSpPr>
          <p:cNvPr id="688" name="Google Shape;688;p19">
            <a:extLst>
              <a:ext uri="{FF2B5EF4-FFF2-40B4-BE49-F238E27FC236}">
                <a16:creationId xmlns:a16="http://schemas.microsoft.com/office/drawing/2014/main" id="{D02D5574-A096-8464-0279-3AFDFE7948C5}"/>
              </a:ext>
            </a:extLst>
          </p:cNvPr>
          <p:cNvCxnSpPr>
            <a:endCxn id="686" idx="2"/>
          </p:cNvCxnSpPr>
          <p:nvPr/>
        </p:nvCxnSpPr>
        <p:spPr>
          <a:xfrm>
            <a:off x="155658" y="3260949"/>
            <a:ext cx="2226000" cy="43800"/>
          </a:xfrm>
          <a:prstGeom prst="straightConnector1">
            <a:avLst/>
          </a:prstGeom>
          <a:noFill/>
          <a:ln w="76200" cap="flat" cmpd="sng">
            <a:solidFill>
              <a:schemeClr val="dk1"/>
            </a:solidFill>
            <a:prstDash val="solid"/>
            <a:miter lim="800000"/>
            <a:headEnd type="none" w="sm" len="sm"/>
            <a:tailEnd type="triangle" w="med" len="med"/>
          </a:ln>
        </p:spPr>
      </p:cxnSp>
      <p:cxnSp>
        <p:nvCxnSpPr>
          <p:cNvPr id="689" name="Google Shape;689;p19">
            <a:extLst>
              <a:ext uri="{FF2B5EF4-FFF2-40B4-BE49-F238E27FC236}">
                <a16:creationId xmlns:a16="http://schemas.microsoft.com/office/drawing/2014/main" id="{E1C9639E-D608-7FA0-F174-A8E068775850}"/>
              </a:ext>
            </a:extLst>
          </p:cNvPr>
          <p:cNvCxnSpPr>
            <a:endCxn id="686" idx="3"/>
          </p:cNvCxnSpPr>
          <p:nvPr/>
        </p:nvCxnSpPr>
        <p:spPr>
          <a:xfrm rot="10800000" flipH="1">
            <a:off x="271601" y="3934087"/>
            <a:ext cx="2581800" cy="560100"/>
          </a:xfrm>
          <a:prstGeom prst="straightConnector1">
            <a:avLst/>
          </a:prstGeom>
          <a:noFill/>
          <a:ln w="76200" cap="flat" cmpd="sng">
            <a:solidFill>
              <a:schemeClr val="dk1"/>
            </a:solidFill>
            <a:prstDash val="solid"/>
            <a:miter lim="800000"/>
            <a:headEnd type="none" w="sm" len="sm"/>
            <a:tailEnd type="triangle" w="med" len="med"/>
          </a:ln>
        </p:spPr>
      </p:cxnSp>
      <p:cxnSp>
        <p:nvCxnSpPr>
          <p:cNvPr id="690" name="Google Shape;690;p19">
            <a:extLst>
              <a:ext uri="{FF2B5EF4-FFF2-40B4-BE49-F238E27FC236}">
                <a16:creationId xmlns:a16="http://schemas.microsoft.com/office/drawing/2014/main" id="{4648BF35-FF98-FB12-C2F7-FABF729F97F2}"/>
              </a:ext>
            </a:extLst>
          </p:cNvPr>
          <p:cNvCxnSpPr>
            <a:stCxn id="686" idx="6"/>
          </p:cNvCxnSpPr>
          <p:nvPr/>
        </p:nvCxnSpPr>
        <p:spPr>
          <a:xfrm>
            <a:off x="5602918" y="3304749"/>
            <a:ext cx="984600" cy="4500"/>
          </a:xfrm>
          <a:prstGeom prst="straightConnector1">
            <a:avLst/>
          </a:prstGeom>
          <a:noFill/>
          <a:ln w="76200" cap="flat" cmpd="sng">
            <a:solidFill>
              <a:schemeClr val="dk1"/>
            </a:solidFill>
            <a:prstDash val="solid"/>
            <a:miter lim="800000"/>
            <a:headEnd type="none" w="sm" len="sm"/>
            <a:tailEnd type="triangle" w="med" len="med"/>
          </a:ln>
        </p:spPr>
      </p:cxnSp>
      <p:sp>
        <p:nvSpPr>
          <p:cNvPr id="691" name="Google Shape;691;p19">
            <a:extLst>
              <a:ext uri="{FF2B5EF4-FFF2-40B4-BE49-F238E27FC236}">
                <a16:creationId xmlns:a16="http://schemas.microsoft.com/office/drawing/2014/main" id="{74546AEB-87E5-2770-C7B0-838CF9EF19C2}"/>
              </a:ext>
            </a:extLst>
          </p:cNvPr>
          <p:cNvSpPr/>
          <p:nvPr/>
        </p:nvSpPr>
        <p:spPr>
          <a:xfrm>
            <a:off x="909530" y="1748533"/>
            <a:ext cx="41549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2" name="Google Shape;692;p19">
            <a:extLst>
              <a:ext uri="{FF2B5EF4-FFF2-40B4-BE49-F238E27FC236}">
                <a16:creationId xmlns:a16="http://schemas.microsoft.com/office/drawing/2014/main" id="{3DF5E25B-39D3-B68F-17B2-F7CB8FC0649C}"/>
              </a:ext>
            </a:extLst>
          </p:cNvPr>
          <p:cNvSpPr/>
          <p:nvPr/>
        </p:nvSpPr>
        <p:spPr>
          <a:xfrm>
            <a:off x="115950" y="2482430"/>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3" name="Google Shape;693;p19">
            <a:extLst>
              <a:ext uri="{FF2B5EF4-FFF2-40B4-BE49-F238E27FC236}">
                <a16:creationId xmlns:a16="http://schemas.microsoft.com/office/drawing/2014/main" id="{EEA55B25-A8D0-E44B-7D70-D09C1C934065}"/>
              </a:ext>
            </a:extLst>
          </p:cNvPr>
          <p:cNvSpPr/>
          <p:nvPr/>
        </p:nvSpPr>
        <p:spPr>
          <a:xfrm>
            <a:off x="54089" y="3758099"/>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sp>
        <p:nvSpPr>
          <p:cNvPr id="694" name="Google Shape;694;p19">
            <a:extLst>
              <a:ext uri="{FF2B5EF4-FFF2-40B4-BE49-F238E27FC236}">
                <a16:creationId xmlns:a16="http://schemas.microsoft.com/office/drawing/2014/main" id="{CD761334-029F-221F-3B22-F0038A6D8BA0}"/>
              </a:ext>
            </a:extLst>
          </p:cNvPr>
          <p:cNvSpPr/>
          <p:nvPr/>
        </p:nvSpPr>
        <p:spPr>
          <a:xfrm>
            <a:off x="5828874" y="2083448"/>
            <a:ext cx="257795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f</a:t>
            </a:r>
            <a:r>
              <a:rPr lang="en-US" sz="3600" b="0" i="1" u="none" strike="noStrike" cap="none" baseline="-25000">
                <a:solidFill>
                  <a:srgbClr val="000000"/>
                </a:solidFill>
                <a:latin typeface="Palatino Linotype"/>
                <a:ea typeface="Palatino Linotype"/>
                <a:cs typeface="Palatino Linotype"/>
                <a:sym typeface="Palatino Linotype"/>
              </a:rPr>
              <a:t>w</a:t>
            </a:r>
            <a:r>
              <a:rPr lang="en-US" sz="3600" b="0" i="1" u="none" strike="noStrike" cap="none">
                <a:solidFill>
                  <a:srgbClr val="000000"/>
                </a:solidFill>
                <a:latin typeface="Palatino Linotype"/>
                <a:ea typeface="Palatino Linotype"/>
                <a:cs typeface="Palatino Linotype"/>
                <a:sym typeface="Palatino Linotype"/>
              </a:rPr>
              <a:t>(x)</a:t>
            </a:r>
            <a:r>
              <a:rPr lang="en-US" sz="3600" b="0" i="0" u="none" strike="noStrike" cap="none">
                <a:solidFill>
                  <a:srgbClr val="000000"/>
                </a:solidFill>
                <a:latin typeface="Palatino Linotype"/>
                <a:ea typeface="Palatino Linotype"/>
                <a:cs typeface="Palatino Linotype"/>
                <a:sym typeface="Palatino Linotype"/>
              </a:rPr>
              <a:t> output</a:t>
            </a:r>
            <a:endParaRPr/>
          </a:p>
        </p:txBody>
      </p:sp>
      <p:sp>
        <p:nvSpPr>
          <p:cNvPr id="695" name="Google Shape;695;p19">
            <a:extLst>
              <a:ext uri="{FF2B5EF4-FFF2-40B4-BE49-F238E27FC236}">
                <a16:creationId xmlns:a16="http://schemas.microsoft.com/office/drawing/2014/main" id="{62F22C1A-E856-9EFB-F353-B6AB12328066}"/>
              </a:ext>
            </a:extLst>
          </p:cNvPr>
          <p:cNvSpPr/>
          <p:nvPr/>
        </p:nvSpPr>
        <p:spPr>
          <a:xfrm>
            <a:off x="1966364" y="1760283"/>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0</a:t>
            </a:r>
            <a:endParaRPr sz="3600" b="0" i="0" u="none" strike="noStrike" cap="none">
              <a:solidFill>
                <a:srgbClr val="000000"/>
              </a:solidFill>
              <a:latin typeface="Palatino Linotype"/>
              <a:ea typeface="Palatino Linotype"/>
              <a:cs typeface="Palatino Linotype"/>
              <a:sym typeface="Palatino Linotype"/>
            </a:endParaRPr>
          </a:p>
        </p:txBody>
      </p:sp>
      <p:sp>
        <p:nvSpPr>
          <p:cNvPr id="696" name="Google Shape;696;p19">
            <a:extLst>
              <a:ext uri="{FF2B5EF4-FFF2-40B4-BE49-F238E27FC236}">
                <a16:creationId xmlns:a16="http://schemas.microsoft.com/office/drawing/2014/main" id="{10B75DD8-4FBD-8212-C464-B70BEB57BC86}"/>
              </a:ext>
            </a:extLst>
          </p:cNvPr>
          <p:cNvSpPr/>
          <p:nvPr/>
        </p:nvSpPr>
        <p:spPr>
          <a:xfrm>
            <a:off x="1075833" y="2540250"/>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7" name="Google Shape;697;p19">
            <a:extLst>
              <a:ext uri="{FF2B5EF4-FFF2-40B4-BE49-F238E27FC236}">
                <a16:creationId xmlns:a16="http://schemas.microsoft.com/office/drawing/2014/main" id="{41559F14-7631-0B78-11F4-8E2D025A58EF}"/>
              </a:ext>
            </a:extLst>
          </p:cNvPr>
          <p:cNvSpPr/>
          <p:nvPr/>
        </p:nvSpPr>
        <p:spPr>
          <a:xfrm>
            <a:off x="1015763" y="3638326"/>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cxnSp>
        <p:nvCxnSpPr>
          <p:cNvPr id="698" name="Google Shape;698;p19">
            <a:extLst>
              <a:ext uri="{FF2B5EF4-FFF2-40B4-BE49-F238E27FC236}">
                <a16:creationId xmlns:a16="http://schemas.microsoft.com/office/drawing/2014/main" id="{D2127EAC-F1E2-706D-560F-C01B82311421}"/>
              </a:ext>
            </a:extLst>
          </p:cNvPr>
          <p:cNvCxnSpPr>
            <a:stCxn id="686" idx="0"/>
            <a:endCxn id="686" idx="4"/>
          </p:cNvCxnSpPr>
          <p:nvPr/>
        </p:nvCxnSpPr>
        <p:spPr>
          <a:xfrm>
            <a:off x="3992288" y="2414730"/>
            <a:ext cx="0" cy="1779900"/>
          </a:xfrm>
          <a:prstGeom prst="straightConnector1">
            <a:avLst/>
          </a:prstGeom>
          <a:noFill/>
          <a:ln w="9525" cap="flat" cmpd="sng">
            <a:solidFill>
              <a:schemeClr val="dk1"/>
            </a:solidFill>
            <a:prstDash val="solid"/>
            <a:miter lim="800000"/>
            <a:headEnd type="none" w="sm" len="sm"/>
            <a:tailEnd type="none" w="sm" len="sm"/>
          </a:ln>
        </p:spPr>
      </p:cxnSp>
      <p:pic>
        <p:nvPicPr>
          <p:cNvPr id="699" name="Google Shape;699;p19">
            <a:extLst>
              <a:ext uri="{FF2B5EF4-FFF2-40B4-BE49-F238E27FC236}">
                <a16:creationId xmlns:a16="http://schemas.microsoft.com/office/drawing/2014/main" id="{F3F9869F-024C-B4E8-C9B9-AC72974DB6F4}"/>
              </a:ext>
            </a:extLst>
          </p:cNvPr>
          <p:cNvPicPr preferRelativeResize="0"/>
          <p:nvPr/>
        </p:nvPicPr>
        <p:blipFill rotWithShape="1">
          <a:blip r:embed="rId4">
            <a:alphaModFix/>
          </a:blip>
          <a:srcRect/>
          <a:stretch/>
        </p:blipFill>
        <p:spPr>
          <a:xfrm>
            <a:off x="2997917" y="2958945"/>
            <a:ext cx="622300" cy="647700"/>
          </a:xfrm>
          <a:prstGeom prst="rect">
            <a:avLst/>
          </a:prstGeom>
          <a:noFill/>
          <a:ln>
            <a:noFill/>
          </a:ln>
        </p:spPr>
      </p:pic>
      <p:cxnSp>
        <p:nvCxnSpPr>
          <p:cNvPr id="700" name="Google Shape;700;p19">
            <a:extLst>
              <a:ext uri="{FF2B5EF4-FFF2-40B4-BE49-F238E27FC236}">
                <a16:creationId xmlns:a16="http://schemas.microsoft.com/office/drawing/2014/main" id="{DB450359-1875-02E0-1B02-30AA7BF5E980}"/>
              </a:ext>
            </a:extLst>
          </p:cNvPr>
          <p:cNvCxnSpPr/>
          <p:nvPr/>
        </p:nvCxnSpPr>
        <p:spPr>
          <a:xfrm flipH="1">
            <a:off x="4093587" y="2834251"/>
            <a:ext cx="1011300" cy="996900"/>
          </a:xfrm>
          <a:prstGeom prst="curvedConnector3">
            <a:avLst>
              <a:gd name="adj1" fmla="val 51738"/>
            </a:avLst>
          </a:prstGeom>
          <a:noFill/>
          <a:ln w="38100" cap="flat" cmpd="sng">
            <a:solidFill>
              <a:schemeClr val="dk1"/>
            </a:solidFill>
            <a:prstDash val="solid"/>
            <a:miter lim="800000"/>
            <a:headEnd type="none" w="sm" len="sm"/>
            <a:tailEnd type="none" w="sm" len="sm"/>
          </a:ln>
        </p:spPr>
      </p:cxnSp>
      <p:pic>
        <p:nvPicPr>
          <p:cNvPr id="701" name="Google Shape;701;p19">
            <a:extLst>
              <a:ext uri="{FF2B5EF4-FFF2-40B4-BE49-F238E27FC236}">
                <a16:creationId xmlns:a16="http://schemas.microsoft.com/office/drawing/2014/main" id="{96CFEC50-4025-8A6A-EBDF-EE394054AED6}"/>
              </a:ext>
            </a:extLst>
          </p:cNvPr>
          <p:cNvPicPr preferRelativeResize="0"/>
          <p:nvPr/>
        </p:nvPicPr>
        <p:blipFill rotWithShape="1">
          <a:blip r:embed="rId5">
            <a:alphaModFix/>
          </a:blip>
          <a:srcRect/>
          <a:stretch/>
        </p:blipFill>
        <p:spPr>
          <a:xfrm>
            <a:off x="6770898" y="5190612"/>
            <a:ext cx="5635159" cy="1228338"/>
          </a:xfrm>
          <a:prstGeom prst="rect">
            <a:avLst/>
          </a:prstGeom>
          <a:noFill/>
          <a:ln>
            <a:noFill/>
          </a:ln>
        </p:spPr>
      </p:pic>
      <p:pic>
        <p:nvPicPr>
          <p:cNvPr id="702" name="Google Shape;702;p19">
            <a:extLst>
              <a:ext uri="{FF2B5EF4-FFF2-40B4-BE49-F238E27FC236}">
                <a16:creationId xmlns:a16="http://schemas.microsoft.com/office/drawing/2014/main" id="{826EAECF-27C1-AA26-C6C3-5C74AAABEAC1}"/>
              </a:ext>
            </a:extLst>
          </p:cNvPr>
          <p:cNvPicPr preferRelativeResize="0"/>
          <p:nvPr/>
        </p:nvPicPr>
        <p:blipFill rotWithShape="1">
          <a:blip r:embed="rId6">
            <a:alphaModFix/>
          </a:blip>
          <a:srcRect/>
          <a:stretch/>
        </p:blipFill>
        <p:spPr>
          <a:xfrm>
            <a:off x="6661127" y="7950923"/>
            <a:ext cx="5854700" cy="1104900"/>
          </a:xfrm>
          <a:prstGeom prst="rect">
            <a:avLst/>
          </a:prstGeom>
          <a:noFill/>
          <a:ln>
            <a:noFill/>
          </a:ln>
        </p:spPr>
      </p:pic>
      <p:sp>
        <p:nvSpPr>
          <p:cNvPr id="703" name="Google Shape;703;p19">
            <a:extLst>
              <a:ext uri="{FF2B5EF4-FFF2-40B4-BE49-F238E27FC236}">
                <a16:creationId xmlns:a16="http://schemas.microsoft.com/office/drawing/2014/main" id="{05C01F1C-05FC-3025-93CB-BC557355B394}"/>
              </a:ext>
            </a:extLst>
          </p:cNvPr>
          <p:cNvSpPr txBox="1"/>
          <p:nvPr/>
        </p:nvSpPr>
        <p:spPr>
          <a:xfrm>
            <a:off x="6587518" y="7217885"/>
            <a:ext cx="360387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dirty="0">
                <a:solidFill>
                  <a:srgbClr val="FF0000"/>
                </a:solidFill>
                <a:latin typeface="Palatino Linotype"/>
                <a:ea typeface="Palatino Linotype"/>
                <a:cs typeface="Palatino Linotype"/>
                <a:sym typeface="Palatino Linotype"/>
              </a:rPr>
              <a:t>need to compute</a:t>
            </a:r>
            <a:endParaRPr dirty="0"/>
          </a:p>
        </p:txBody>
      </p:sp>
    </p:spTree>
    <p:extLst>
      <p:ext uri="{BB962C8B-B14F-4D97-AF65-F5344CB8AC3E}">
        <p14:creationId xmlns:p14="http://schemas.microsoft.com/office/powerpoint/2010/main" val="2765704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80">
          <a:extLst>
            <a:ext uri="{FF2B5EF4-FFF2-40B4-BE49-F238E27FC236}">
              <a16:creationId xmlns:a16="http://schemas.microsoft.com/office/drawing/2014/main" id="{6F303C4A-41B1-E568-B4BF-9F20A7A86A9D}"/>
            </a:ext>
          </a:extLst>
        </p:cNvPr>
        <p:cNvGrpSpPr/>
        <p:nvPr/>
      </p:nvGrpSpPr>
      <p:grpSpPr>
        <a:xfrm>
          <a:off x="0" y="0"/>
          <a:ext cx="0" cy="0"/>
          <a:chOff x="0" y="0"/>
          <a:chExt cx="0" cy="0"/>
        </a:xfrm>
      </p:grpSpPr>
      <p:sp>
        <p:nvSpPr>
          <p:cNvPr id="681" name="Google Shape;681;p19">
            <a:extLst>
              <a:ext uri="{FF2B5EF4-FFF2-40B4-BE49-F238E27FC236}">
                <a16:creationId xmlns:a16="http://schemas.microsoft.com/office/drawing/2014/main" id="{DB037718-C509-7053-B870-BE041DAC9938}"/>
              </a:ext>
            </a:extLst>
          </p:cNvPr>
          <p:cNvSpPr/>
          <p:nvPr/>
        </p:nvSpPr>
        <p:spPr>
          <a:xfrm>
            <a:off x="1075833" y="4824105"/>
            <a:ext cx="4673600" cy="4671588"/>
          </a:xfrm>
          <a:prstGeom prst="rect">
            <a:avLst/>
          </a:prstGeom>
          <a:solidFill>
            <a:srgbClr val="E2F0D9">
              <a:alpha val="19607"/>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682" name="Google Shape;682;p19">
            <a:extLst>
              <a:ext uri="{FF2B5EF4-FFF2-40B4-BE49-F238E27FC236}">
                <a16:creationId xmlns:a16="http://schemas.microsoft.com/office/drawing/2014/main" id="{B0D99EE5-2BAB-F5CD-8902-C69F38049CC2}"/>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Sigmoid Neuron</a:t>
            </a:r>
            <a:endParaRPr/>
          </a:p>
        </p:txBody>
      </p:sp>
      <p:pic>
        <p:nvPicPr>
          <p:cNvPr id="683" name="Google Shape;683;p19">
            <a:extLst>
              <a:ext uri="{FF2B5EF4-FFF2-40B4-BE49-F238E27FC236}">
                <a16:creationId xmlns:a16="http://schemas.microsoft.com/office/drawing/2014/main" id="{03ED1FAE-5A62-43AE-D9E3-9F8E1C71D4E5}"/>
              </a:ext>
            </a:extLst>
          </p:cNvPr>
          <p:cNvPicPr preferRelativeResize="0"/>
          <p:nvPr/>
        </p:nvPicPr>
        <p:blipFill rotWithShape="1">
          <a:blip r:embed="rId3">
            <a:alphaModFix/>
          </a:blip>
          <a:srcRect l="9018" t="4589" r="7410" b="5792"/>
          <a:stretch/>
        </p:blipFill>
        <p:spPr>
          <a:xfrm>
            <a:off x="7833712" y="444127"/>
            <a:ext cx="4572345" cy="3677391"/>
          </a:xfrm>
          <a:prstGeom prst="rect">
            <a:avLst/>
          </a:prstGeom>
          <a:noFill/>
          <a:ln>
            <a:noFill/>
          </a:ln>
        </p:spPr>
      </p:pic>
      <p:pic>
        <p:nvPicPr>
          <p:cNvPr id="684" name="Google Shape;684;p19">
            <a:extLst>
              <a:ext uri="{FF2B5EF4-FFF2-40B4-BE49-F238E27FC236}">
                <a16:creationId xmlns:a16="http://schemas.microsoft.com/office/drawing/2014/main" id="{8367351D-293F-2357-75E7-9EAC308F7C0E}"/>
              </a:ext>
            </a:extLst>
          </p:cNvPr>
          <p:cNvPicPr preferRelativeResize="0"/>
          <p:nvPr/>
        </p:nvPicPr>
        <p:blipFill rotWithShape="1">
          <a:blip r:embed="rId4">
            <a:alphaModFix/>
          </a:blip>
          <a:srcRect/>
          <a:stretch/>
        </p:blipFill>
        <p:spPr>
          <a:xfrm>
            <a:off x="1429269" y="6375616"/>
            <a:ext cx="3587118" cy="1165435"/>
          </a:xfrm>
          <a:prstGeom prst="rect">
            <a:avLst/>
          </a:prstGeom>
          <a:noFill/>
          <a:ln>
            <a:noFill/>
          </a:ln>
        </p:spPr>
      </p:pic>
      <p:pic>
        <p:nvPicPr>
          <p:cNvPr id="685" name="Google Shape;685;p19">
            <a:extLst>
              <a:ext uri="{FF2B5EF4-FFF2-40B4-BE49-F238E27FC236}">
                <a16:creationId xmlns:a16="http://schemas.microsoft.com/office/drawing/2014/main" id="{27343043-1DB7-B403-C9B0-0236CA1685DC}"/>
              </a:ext>
            </a:extLst>
          </p:cNvPr>
          <p:cNvPicPr preferRelativeResize="0"/>
          <p:nvPr/>
        </p:nvPicPr>
        <p:blipFill rotWithShape="1">
          <a:blip r:embed="rId5">
            <a:alphaModFix/>
          </a:blip>
          <a:srcRect/>
          <a:stretch/>
        </p:blipFill>
        <p:spPr>
          <a:xfrm>
            <a:off x="1411822" y="8170118"/>
            <a:ext cx="3452419" cy="1131465"/>
          </a:xfrm>
          <a:prstGeom prst="rect">
            <a:avLst/>
          </a:prstGeom>
          <a:noFill/>
          <a:ln>
            <a:noFill/>
          </a:ln>
        </p:spPr>
      </p:pic>
      <p:sp>
        <p:nvSpPr>
          <p:cNvPr id="686" name="Google Shape;686;p19">
            <a:extLst>
              <a:ext uri="{FF2B5EF4-FFF2-40B4-BE49-F238E27FC236}">
                <a16:creationId xmlns:a16="http://schemas.microsoft.com/office/drawing/2014/main" id="{BD3F1C04-A351-7B87-BFB4-46C166399EDD}"/>
              </a:ext>
            </a:extLst>
          </p:cNvPr>
          <p:cNvSpPr/>
          <p:nvPr/>
        </p:nvSpPr>
        <p:spPr>
          <a:xfrm>
            <a:off x="2381658" y="2414730"/>
            <a:ext cx="3221260" cy="1780037"/>
          </a:xfrm>
          <a:prstGeom prst="ellipse">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cxnSp>
        <p:nvCxnSpPr>
          <p:cNvPr id="687" name="Google Shape;687;p19">
            <a:extLst>
              <a:ext uri="{FF2B5EF4-FFF2-40B4-BE49-F238E27FC236}">
                <a16:creationId xmlns:a16="http://schemas.microsoft.com/office/drawing/2014/main" id="{7C9CEC1D-6BCD-D942-26C5-DC6F29678609}"/>
              </a:ext>
            </a:extLst>
          </p:cNvPr>
          <p:cNvCxnSpPr>
            <a:endCxn id="686" idx="1"/>
          </p:cNvCxnSpPr>
          <p:nvPr/>
        </p:nvCxnSpPr>
        <p:spPr>
          <a:xfrm>
            <a:off x="1490801" y="2185210"/>
            <a:ext cx="1362600" cy="490200"/>
          </a:xfrm>
          <a:prstGeom prst="straightConnector1">
            <a:avLst/>
          </a:prstGeom>
          <a:noFill/>
          <a:ln w="76200" cap="flat" cmpd="sng">
            <a:solidFill>
              <a:schemeClr val="dk1"/>
            </a:solidFill>
            <a:prstDash val="solid"/>
            <a:miter lim="800000"/>
            <a:headEnd type="none" w="sm" len="sm"/>
            <a:tailEnd type="triangle" w="med" len="med"/>
          </a:ln>
        </p:spPr>
      </p:cxnSp>
      <p:cxnSp>
        <p:nvCxnSpPr>
          <p:cNvPr id="688" name="Google Shape;688;p19">
            <a:extLst>
              <a:ext uri="{FF2B5EF4-FFF2-40B4-BE49-F238E27FC236}">
                <a16:creationId xmlns:a16="http://schemas.microsoft.com/office/drawing/2014/main" id="{60629DB0-E7F2-2586-08E6-BCF526FDF5FC}"/>
              </a:ext>
            </a:extLst>
          </p:cNvPr>
          <p:cNvCxnSpPr>
            <a:endCxn id="686" idx="2"/>
          </p:cNvCxnSpPr>
          <p:nvPr/>
        </p:nvCxnSpPr>
        <p:spPr>
          <a:xfrm>
            <a:off x="155658" y="3260949"/>
            <a:ext cx="2226000" cy="43800"/>
          </a:xfrm>
          <a:prstGeom prst="straightConnector1">
            <a:avLst/>
          </a:prstGeom>
          <a:noFill/>
          <a:ln w="76200" cap="flat" cmpd="sng">
            <a:solidFill>
              <a:schemeClr val="dk1"/>
            </a:solidFill>
            <a:prstDash val="solid"/>
            <a:miter lim="800000"/>
            <a:headEnd type="none" w="sm" len="sm"/>
            <a:tailEnd type="triangle" w="med" len="med"/>
          </a:ln>
        </p:spPr>
      </p:cxnSp>
      <p:cxnSp>
        <p:nvCxnSpPr>
          <p:cNvPr id="689" name="Google Shape;689;p19">
            <a:extLst>
              <a:ext uri="{FF2B5EF4-FFF2-40B4-BE49-F238E27FC236}">
                <a16:creationId xmlns:a16="http://schemas.microsoft.com/office/drawing/2014/main" id="{2BCB0021-91C3-19CB-F53F-C8ED807B0447}"/>
              </a:ext>
            </a:extLst>
          </p:cNvPr>
          <p:cNvCxnSpPr>
            <a:endCxn id="686" idx="3"/>
          </p:cNvCxnSpPr>
          <p:nvPr/>
        </p:nvCxnSpPr>
        <p:spPr>
          <a:xfrm rot="10800000" flipH="1">
            <a:off x="271601" y="3934087"/>
            <a:ext cx="2581800" cy="560100"/>
          </a:xfrm>
          <a:prstGeom prst="straightConnector1">
            <a:avLst/>
          </a:prstGeom>
          <a:noFill/>
          <a:ln w="76200" cap="flat" cmpd="sng">
            <a:solidFill>
              <a:schemeClr val="dk1"/>
            </a:solidFill>
            <a:prstDash val="solid"/>
            <a:miter lim="800000"/>
            <a:headEnd type="none" w="sm" len="sm"/>
            <a:tailEnd type="triangle" w="med" len="med"/>
          </a:ln>
        </p:spPr>
      </p:cxnSp>
      <p:cxnSp>
        <p:nvCxnSpPr>
          <p:cNvPr id="690" name="Google Shape;690;p19">
            <a:extLst>
              <a:ext uri="{FF2B5EF4-FFF2-40B4-BE49-F238E27FC236}">
                <a16:creationId xmlns:a16="http://schemas.microsoft.com/office/drawing/2014/main" id="{232C8CD7-CF99-13B3-D486-31121AE271B0}"/>
              </a:ext>
            </a:extLst>
          </p:cNvPr>
          <p:cNvCxnSpPr>
            <a:stCxn id="686" idx="6"/>
          </p:cNvCxnSpPr>
          <p:nvPr/>
        </p:nvCxnSpPr>
        <p:spPr>
          <a:xfrm>
            <a:off x="5602918" y="3304749"/>
            <a:ext cx="984600" cy="4500"/>
          </a:xfrm>
          <a:prstGeom prst="straightConnector1">
            <a:avLst/>
          </a:prstGeom>
          <a:noFill/>
          <a:ln w="76200" cap="flat" cmpd="sng">
            <a:solidFill>
              <a:schemeClr val="dk1"/>
            </a:solidFill>
            <a:prstDash val="solid"/>
            <a:miter lim="800000"/>
            <a:headEnd type="none" w="sm" len="sm"/>
            <a:tailEnd type="triangle" w="med" len="med"/>
          </a:ln>
        </p:spPr>
      </p:cxnSp>
      <p:sp>
        <p:nvSpPr>
          <p:cNvPr id="691" name="Google Shape;691;p19">
            <a:extLst>
              <a:ext uri="{FF2B5EF4-FFF2-40B4-BE49-F238E27FC236}">
                <a16:creationId xmlns:a16="http://schemas.microsoft.com/office/drawing/2014/main" id="{6224EFAC-7F4F-87F5-3D87-9B71F99F5C14}"/>
              </a:ext>
            </a:extLst>
          </p:cNvPr>
          <p:cNvSpPr/>
          <p:nvPr/>
        </p:nvSpPr>
        <p:spPr>
          <a:xfrm>
            <a:off x="909530" y="1748533"/>
            <a:ext cx="41549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2" name="Google Shape;692;p19">
            <a:extLst>
              <a:ext uri="{FF2B5EF4-FFF2-40B4-BE49-F238E27FC236}">
                <a16:creationId xmlns:a16="http://schemas.microsoft.com/office/drawing/2014/main" id="{EF964A7B-BA87-0FAF-F8EC-34BE560FB677}"/>
              </a:ext>
            </a:extLst>
          </p:cNvPr>
          <p:cNvSpPr/>
          <p:nvPr/>
        </p:nvSpPr>
        <p:spPr>
          <a:xfrm>
            <a:off x="115950" y="2482430"/>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3" name="Google Shape;693;p19">
            <a:extLst>
              <a:ext uri="{FF2B5EF4-FFF2-40B4-BE49-F238E27FC236}">
                <a16:creationId xmlns:a16="http://schemas.microsoft.com/office/drawing/2014/main" id="{246EE005-FDAE-7D53-F79A-EE1851604970}"/>
              </a:ext>
            </a:extLst>
          </p:cNvPr>
          <p:cNvSpPr/>
          <p:nvPr/>
        </p:nvSpPr>
        <p:spPr>
          <a:xfrm>
            <a:off x="54089" y="3758099"/>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sp>
        <p:nvSpPr>
          <p:cNvPr id="694" name="Google Shape;694;p19">
            <a:extLst>
              <a:ext uri="{FF2B5EF4-FFF2-40B4-BE49-F238E27FC236}">
                <a16:creationId xmlns:a16="http://schemas.microsoft.com/office/drawing/2014/main" id="{DD1D8D78-40F8-9F45-FA92-29290DCB06B0}"/>
              </a:ext>
            </a:extLst>
          </p:cNvPr>
          <p:cNvSpPr/>
          <p:nvPr/>
        </p:nvSpPr>
        <p:spPr>
          <a:xfrm>
            <a:off x="5828874" y="2083448"/>
            <a:ext cx="257795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f</a:t>
            </a:r>
            <a:r>
              <a:rPr lang="en-US" sz="3600" b="0" i="1" u="none" strike="noStrike" cap="none" baseline="-25000">
                <a:solidFill>
                  <a:srgbClr val="000000"/>
                </a:solidFill>
                <a:latin typeface="Palatino Linotype"/>
                <a:ea typeface="Palatino Linotype"/>
                <a:cs typeface="Palatino Linotype"/>
                <a:sym typeface="Palatino Linotype"/>
              </a:rPr>
              <a:t>w</a:t>
            </a:r>
            <a:r>
              <a:rPr lang="en-US" sz="3600" b="0" i="1" u="none" strike="noStrike" cap="none">
                <a:solidFill>
                  <a:srgbClr val="000000"/>
                </a:solidFill>
                <a:latin typeface="Palatino Linotype"/>
                <a:ea typeface="Palatino Linotype"/>
                <a:cs typeface="Palatino Linotype"/>
                <a:sym typeface="Palatino Linotype"/>
              </a:rPr>
              <a:t>(x)</a:t>
            </a:r>
            <a:r>
              <a:rPr lang="en-US" sz="3600" b="0" i="0" u="none" strike="noStrike" cap="none">
                <a:solidFill>
                  <a:srgbClr val="000000"/>
                </a:solidFill>
                <a:latin typeface="Palatino Linotype"/>
                <a:ea typeface="Palatino Linotype"/>
                <a:cs typeface="Palatino Linotype"/>
                <a:sym typeface="Palatino Linotype"/>
              </a:rPr>
              <a:t> output</a:t>
            </a:r>
            <a:endParaRPr/>
          </a:p>
        </p:txBody>
      </p:sp>
      <p:sp>
        <p:nvSpPr>
          <p:cNvPr id="695" name="Google Shape;695;p19">
            <a:extLst>
              <a:ext uri="{FF2B5EF4-FFF2-40B4-BE49-F238E27FC236}">
                <a16:creationId xmlns:a16="http://schemas.microsoft.com/office/drawing/2014/main" id="{B17E9967-2110-16BB-4462-36B0B3694D29}"/>
              </a:ext>
            </a:extLst>
          </p:cNvPr>
          <p:cNvSpPr/>
          <p:nvPr/>
        </p:nvSpPr>
        <p:spPr>
          <a:xfrm>
            <a:off x="1966364" y="1760283"/>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0</a:t>
            </a:r>
            <a:endParaRPr sz="3600" b="0" i="0" u="none" strike="noStrike" cap="none">
              <a:solidFill>
                <a:srgbClr val="000000"/>
              </a:solidFill>
              <a:latin typeface="Palatino Linotype"/>
              <a:ea typeface="Palatino Linotype"/>
              <a:cs typeface="Palatino Linotype"/>
              <a:sym typeface="Palatino Linotype"/>
            </a:endParaRPr>
          </a:p>
        </p:txBody>
      </p:sp>
      <p:sp>
        <p:nvSpPr>
          <p:cNvPr id="696" name="Google Shape;696;p19">
            <a:extLst>
              <a:ext uri="{FF2B5EF4-FFF2-40B4-BE49-F238E27FC236}">
                <a16:creationId xmlns:a16="http://schemas.microsoft.com/office/drawing/2014/main" id="{F12D4FC7-DCE5-A7D9-A193-2E80A4A25B97}"/>
              </a:ext>
            </a:extLst>
          </p:cNvPr>
          <p:cNvSpPr/>
          <p:nvPr/>
        </p:nvSpPr>
        <p:spPr>
          <a:xfrm>
            <a:off x="1075833" y="2540250"/>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697" name="Google Shape;697;p19">
            <a:extLst>
              <a:ext uri="{FF2B5EF4-FFF2-40B4-BE49-F238E27FC236}">
                <a16:creationId xmlns:a16="http://schemas.microsoft.com/office/drawing/2014/main" id="{18402723-2AB0-B144-1381-6B59093C7957}"/>
              </a:ext>
            </a:extLst>
          </p:cNvPr>
          <p:cNvSpPr/>
          <p:nvPr/>
        </p:nvSpPr>
        <p:spPr>
          <a:xfrm>
            <a:off x="1015763" y="3638326"/>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cxnSp>
        <p:nvCxnSpPr>
          <p:cNvPr id="698" name="Google Shape;698;p19">
            <a:extLst>
              <a:ext uri="{FF2B5EF4-FFF2-40B4-BE49-F238E27FC236}">
                <a16:creationId xmlns:a16="http://schemas.microsoft.com/office/drawing/2014/main" id="{43F9C3AF-7484-0D9A-7709-DED4F4304DC5}"/>
              </a:ext>
            </a:extLst>
          </p:cNvPr>
          <p:cNvCxnSpPr>
            <a:stCxn id="686" idx="0"/>
            <a:endCxn id="686" idx="4"/>
          </p:cNvCxnSpPr>
          <p:nvPr/>
        </p:nvCxnSpPr>
        <p:spPr>
          <a:xfrm>
            <a:off x="3992288" y="2414730"/>
            <a:ext cx="0" cy="1779900"/>
          </a:xfrm>
          <a:prstGeom prst="straightConnector1">
            <a:avLst/>
          </a:prstGeom>
          <a:noFill/>
          <a:ln w="9525" cap="flat" cmpd="sng">
            <a:solidFill>
              <a:schemeClr val="dk1"/>
            </a:solidFill>
            <a:prstDash val="solid"/>
            <a:miter lim="800000"/>
            <a:headEnd type="none" w="sm" len="sm"/>
            <a:tailEnd type="none" w="sm" len="sm"/>
          </a:ln>
        </p:spPr>
      </p:cxnSp>
      <p:pic>
        <p:nvPicPr>
          <p:cNvPr id="699" name="Google Shape;699;p19">
            <a:extLst>
              <a:ext uri="{FF2B5EF4-FFF2-40B4-BE49-F238E27FC236}">
                <a16:creationId xmlns:a16="http://schemas.microsoft.com/office/drawing/2014/main" id="{C6CE1657-4DAA-84E5-47B4-59961CC40682}"/>
              </a:ext>
            </a:extLst>
          </p:cNvPr>
          <p:cNvPicPr preferRelativeResize="0"/>
          <p:nvPr/>
        </p:nvPicPr>
        <p:blipFill rotWithShape="1">
          <a:blip r:embed="rId6">
            <a:alphaModFix/>
          </a:blip>
          <a:srcRect/>
          <a:stretch/>
        </p:blipFill>
        <p:spPr>
          <a:xfrm>
            <a:off x="2997917" y="2958945"/>
            <a:ext cx="622300" cy="647700"/>
          </a:xfrm>
          <a:prstGeom prst="rect">
            <a:avLst/>
          </a:prstGeom>
          <a:noFill/>
          <a:ln>
            <a:noFill/>
          </a:ln>
        </p:spPr>
      </p:pic>
      <p:cxnSp>
        <p:nvCxnSpPr>
          <p:cNvPr id="700" name="Google Shape;700;p19">
            <a:extLst>
              <a:ext uri="{FF2B5EF4-FFF2-40B4-BE49-F238E27FC236}">
                <a16:creationId xmlns:a16="http://schemas.microsoft.com/office/drawing/2014/main" id="{F9B65AC8-E7A2-2E06-1743-042D2B0A84A7}"/>
              </a:ext>
            </a:extLst>
          </p:cNvPr>
          <p:cNvCxnSpPr/>
          <p:nvPr/>
        </p:nvCxnSpPr>
        <p:spPr>
          <a:xfrm flipH="1">
            <a:off x="4093587" y="2834251"/>
            <a:ext cx="1011300" cy="996900"/>
          </a:xfrm>
          <a:prstGeom prst="curvedConnector3">
            <a:avLst>
              <a:gd name="adj1" fmla="val 51738"/>
            </a:avLst>
          </a:prstGeom>
          <a:noFill/>
          <a:ln w="38100" cap="flat" cmpd="sng">
            <a:solidFill>
              <a:schemeClr val="dk1"/>
            </a:solidFill>
            <a:prstDash val="solid"/>
            <a:miter lim="800000"/>
            <a:headEnd type="none" w="sm" len="sm"/>
            <a:tailEnd type="none" w="sm" len="sm"/>
          </a:ln>
        </p:spPr>
      </p:cxnSp>
      <p:pic>
        <p:nvPicPr>
          <p:cNvPr id="701" name="Google Shape;701;p19">
            <a:extLst>
              <a:ext uri="{FF2B5EF4-FFF2-40B4-BE49-F238E27FC236}">
                <a16:creationId xmlns:a16="http://schemas.microsoft.com/office/drawing/2014/main" id="{AE1F8CAD-8C6D-43B6-C971-5BDB57BD192B}"/>
              </a:ext>
            </a:extLst>
          </p:cNvPr>
          <p:cNvPicPr preferRelativeResize="0"/>
          <p:nvPr/>
        </p:nvPicPr>
        <p:blipFill rotWithShape="1">
          <a:blip r:embed="rId7">
            <a:alphaModFix/>
          </a:blip>
          <a:srcRect/>
          <a:stretch/>
        </p:blipFill>
        <p:spPr>
          <a:xfrm>
            <a:off x="6770898" y="5190612"/>
            <a:ext cx="5635159" cy="1228338"/>
          </a:xfrm>
          <a:prstGeom prst="rect">
            <a:avLst/>
          </a:prstGeom>
          <a:noFill/>
          <a:ln>
            <a:noFill/>
          </a:ln>
        </p:spPr>
      </p:pic>
      <p:pic>
        <p:nvPicPr>
          <p:cNvPr id="702" name="Google Shape;702;p19">
            <a:extLst>
              <a:ext uri="{FF2B5EF4-FFF2-40B4-BE49-F238E27FC236}">
                <a16:creationId xmlns:a16="http://schemas.microsoft.com/office/drawing/2014/main" id="{BB75CF9F-A169-EBF1-A20E-698B3F7CC47F}"/>
              </a:ext>
            </a:extLst>
          </p:cNvPr>
          <p:cNvPicPr preferRelativeResize="0"/>
          <p:nvPr/>
        </p:nvPicPr>
        <p:blipFill rotWithShape="1">
          <a:blip r:embed="rId8">
            <a:alphaModFix/>
          </a:blip>
          <a:srcRect/>
          <a:stretch/>
        </p:blipFill>
        <p:spPr>
          <a:xfrm>
            <a:off x="6661127" y="7950923"/>
            <a:ext cx="5854700" cy="1104900"/>
          </a:xfrm>
          <a:prstGeom prst="rect">
            <a:avLst/>
          </a:prstGeom>
          <a:noFill/>
          <a:ln>
            <a:noFill/>
          </a:ln>
        </p:spPr>
      </p:pic>
      <p:sp>
        <p:nvSpPr>
          <p:cNvPr id="703" name="Google Shape;703;p19">
            <a:extLst>
              <a:ext uri="{FF2B5EF4-FFF2-40B4-BE49-F238E27FC236}">
                <a16:creationId xmlns:a16="http://schemas.microsoft.com/office/drawing/2014/main" id="{1AE12506-647F-B33C-1A1C-6EB12AF674B0}"/>
              </a:ext>
            </a:extLst>
          </p:cNvPr>
          <p:cNvSpPr txBox="1"/>
          <p:nvPr/>
        </p:nvSpPr>
        <p:spPr>
          <a:xfrm>
            <a:off x="6587518" y="7217885"/>
            <a:ext cx="360387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dirty="0">
                <a:solidFill>
                  <a:srgbClr val="FF0000"/>
                </a:solidFill>
                <a:latin typeface="Palatino Linotype"/>
                <a:ea typeface="Palatino Linotype"/>
                <a:cs typeface="Palatino Linotype"/>
                <a:sym typeface="Palatino Linotype"/>
              </a:rPr>
              <a:t>need to compute</a:t>
            </a:r>
            <a:endParaRPr dirty="0"/>
          </a:p>
        </p:txBody>
      </p:sp>
      <p:pic>
        <p:nvPicPr>
          <p:cNvPr id="704" name="Google Shape;704;p19">
            <a:extLst>
              <a:ext uri="{FF2B5EF4-FFF2-40B4-BE49-F238E27FC236}">
                <a16:creationId xmlns:a16="http://schemas.microsoft.com/office/drawing/2014/main" id="{85EE72B8-00F5-189B-E8C7-A925B9E9D659}"/>
              </a:ext>
            </a:extLst>
          </p:cNvPr>
          <p:cNvPicPr preferRelativeResize="0"/>
          <p:nvPr/>
        </p:nvPicPr>
        <p:blipFill rotWithShape="1">
          <a:blip r:embed="rId9">
            <a:alphaModFix/>
          </a:blip>
          <a:srcRect/>
          <a:stretch/>
        </p:blipFill>
        <p:spPr>
          <a:xfrm>
            <a:off x="1390061" y="5273860"/>
            <a:ext cx="4075807" cy="605642"/>
          </a:xfrm>
          <a:prstGeom prst="rect">
            <a:avLst/>
          </a:prstGeom>
          <a:noFill/>
          <a:ln>
            <a:noFill/>
          </a:ln>
        </p:spPr>
      </p:pic>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3D01759D-0CC6-BB51-F019-CDC88DCC2106}"/>
                  </a:ext>
                </a:extLst>
              </p14:cNvPr>
              <p14:cNvContentPartPr/>
              <p14:nvPr/>
            </p14:nvContentPartPr>
            <p14:xfrm>
              <a:off x="4389282" y="5915491"/>
              <a:ext cx="650520" cy="96480"/>
            </p14:xfrm>
          </p:contentPart>
        </mc:Choice>
        <mc:Fallback>
          <p:pic>
            <p:nvPicPr>
              <p:cNvPr id="7" name="Ink 6">
                <a:extLst>
                  <a:ext uri="{FF2B5EF4-FFF2-40B4-BE49-F238E27FC236}">
                    <a16:creationId xmlns:a16="http://schemas.microsoft.com/office/drawing/2014/main" id="{3D01759D-0CC6-BB51-F019-CDC88DCC2106}"/>
                  </a:ext>
                </a:extLst>
              </p:cNvPr>
              <p:cNvPicPr/>
              <p:nvPr/>
            </p:nvPicPr>
            <p:blipFill>
              <a:blip r:embed="rId11"/>
              <a:stretch>
                <a:fillRect/>
              </a:stretch>
            </p:blipFill>
            <p:spPr>
              <a:xfrm>
                <a:off x="4371282" y="5897491"/>
                <a:ext cx="686160" cy="132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80B76C7B-6AEB-F785-1F21-FB3A08833068}"/>
                  </a:ext>
                </a:extLst>
              </p14:cNvPr>
              <p14:cNvContentPartPr/>
              <p14:nvPr/>
            </p14:nvContentPartPr>
            <p14:xfrm>
              <a:off x="1623762" y="6035371"/>
              <a:ext cx="3155400" cy="635760"/>
            </p14:xfrm>
          </p:contentPart>
        </mc:Choice>
        <mc:Fallback>
          <p:pic>
            <p:nvPicPr>
              <p:cNvPr id="8" name="Ink 7">
                <a:extLst>
                  <a:ext uri="{FF2B5EF4-FFF2-40B4-BE49-F238E27FC236}">
                    <a16:creationId xmlns:a16="http://schemas.microsoft.com/office/drawing/2014/main" id="{80B76C7B-6AEB-F785-1F21-FB3A08833068}"/>
                  </a:ext>
                </a:extLst>
              </p:cNvPr>
              <p:cNvPicPr/>
              <p:nvPr/>
            </p:nvPicPr>
            <p:blipFill>
              <a:blip r:embed="rId13"/>
              <a:stretch>
                <a:fillRect/>
              </a:stretch>
            </p:blipFill>
            <p:spPr>
              <a:xfrm>
                <a:off x="1605762" y="6017371"/>
                <a:ext cx="3191040" cy="671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319A14A9-B007-5411-BA0B-2586CA48A44D}"/>
                  </a:ext>
                </a:extLst>
              </p14:cNvPr>
              <p14:cNvContentPartPr/>
              <p14:nvPr/>
            </p14:nvContentPartPr>
            <p14:xfrm>
              <a:off x="4796442" y="7392931"/>
              <a:ext cx="239400" cy="21960"/>
            </p14:xfrm>
          </p:contentPart>
        </mc:Choice>
        <mc:Fallback>
          <p:pic>
            <p:nvPicPr>
              <p:cNvPr id="9" name="Ink 8">
                <a:extLst>
                  <a:ext uri="{FF2B5EF4-FFF2-40B4-BE49-F238E27FC236}">
                    <a16:creationId xmlns:a16="http://schemas.microsoft.com/office/drawing/2014/main" id="{319A14A9-B007-5411-BA0B-2586CA48A44D}"/>
                  </a:ext>
                </a:extLst>
              </p:cNvPr>
              <p:cNvPicPr/>
              <p:nvPr/>
            </p:nvPicPr>
            <p:blipFill>
              <a:blip r:embed="rId15"/>
              <a:stretch>
                <a:fillRect/>
              </a:stretch>
            </p:blipFill>
            <p:spPr>
              <a:xfrm>
                <a:off x="4778802" y="7375291"/>
                <a:ext cx="275040" cy="576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Ink 9">
                <a:extLst>
                  <a:ext uri="{FF2B5EF4-FFF2-40B4-BE49-F238E27FC236}">
                    <a16:creationId xmlns:a16="http://schemas.microsoft.com/office/drawing/2014/main" id="{37746C85-4D20-E6FB-68B3-7C7BAC7DD615}"/>
                  </a:ext>
                </a:extLst>
              </p14:cNvPr>
              <p14:cNvContentPartPr/>
              <p14:nvPr/>
            </p14:nvContentPartPr>
            <p14:xfrm>
              <a:off x="1454562" y="7473571"/>
              <a:ext cx="3472560" cy="788040"/>
            </p14:xfrm>
          </p:contentPart>
        </mc:Choice>
        <mc:Fallback>
          <p:pic>
            <p:nvPicPr>
              <p:cNvPr id="10" name="Ink 9">
                <a:extLst>
                  <a:ext uri="{FF2B5EF4-FFF2-40B4-BE49-F238E27FC236}">
                    <a16:creationId xmlns:a16="http://schemas.microsoft.com/office/drawing/2014/main" id="{37746C85-4D20-E6FB-68B3-7C7BAC7DD615}"/>
                  </a:ext>
                </a:extLst>
              </p:cNvPr>
              <p:cNvPicPr/>
              <p:nvPr/>
            </p:nvPicPr>
            <p:blipFill>
              <a:blip r:embed="rId17"/>
              <a:stretch>
                <a:fillRect/>
              </a:stretch>
            </p:blipFill>
            <p:spPr>
              <a:xfrm>
                <a:off x="1436922" y="7455931"/>
                <a:ext cx="3508200" cy="823680"/>
              </a:xfrm>
              <a:prstGeom prst="rect">
                <a:avLst/>
              </a:prstGeom>
            </p:spPr>
          </p:pic>
        </mc:Fallback>
      </mc:AlternateContent>
      <p:grpSp>
        <p:nvGrpSpPr>
          <p:cNvPr id="17" name="Group 16">
            <a:extLst>
              <a:ext uri="{FF2B5EF4-FFF2-40B4-BE49-F238E27FC236}">
                <a16:creationId xmlns:a16="http://schemas.microsoft.com/office/drawing/2014/main" id="{CD4DFD27-1E7A-A21F-C637-40E0AEC92A50}"/>
              </a:ext>
            </a:extLst>
          </p:cNvPr>
          <p:cNvGrpSpPr/>
          <p:nvPr/>
        </p:nvGrpSpPr>
        <p:grpSpPr>
          <a:xfrm>
            <a:off x="2165562" y="4421851"/>
            <a:ext cx="9093600" cy="4471200"/>
            <a:chOff x="2165562" y="4421851"/>
            <a:chExt cx="9093600" cy="4471200"/>
          </a:xfrm>
        </p:grpSpPr>
        <mc:AlternateContent xmlns:mc="http://schemas.openxmlformats.org/markup-compatibility/2006">
          <mc:Choice xmlns:p14="http://schemas.microsoft.com/office/powerpoint/2010/main" Requires="p14">
            <p:contentPart p14:bwMode="auto" r:id="rId18">
              <p14:nvContentPartPr>
                <p14:cNvPr id="3" name="Ink 2">
                  <a:extLst>
                    <a:ext uri="{FF2B5EF4-FFF2-40B4-BE49-F238E27FC236}">
                      <a16:creationId xmlns:a16="http://schemas.microsoft.com/office/drawing/2014/main" id="{DD4CC0F2-E33B-93EC-0D51-734525D9EA36}"/>
                    </a:ext>
                  </a:extLst>
                </p14:cNvPr>
                <p14:cNvContentPartPr/>
                <p14:nvPr/>
              </p14:nvContentPartPr>
              <p14:xfrm>
                <a:off x="2243682" y="4421851"/>
                <a:ext cx="9015480" cy="866520"/>
              </p14:xfrm>
            </p:contentPart>
          </mc:Choice>
          <mc:Fallback>
            <p:pic>
              <p:nvPicPr>
                <p:cNvPr id="3" name="Ink 2">
                  <a:extLst>
                    <a:ext uri="{FF2B5EF4-FFF2-40B4-BE49-F238E27FC236}">
                      <a16:creationId xmlns:a16="http://schemas.microsoft.com/office/drawing/2014/main" id="{DD4CC0F2-E33B-93EC-0D51-734525D9EA36}"/>
                    </a:ext>
                  </a:extLst>
                </p:cNvPr>
                <p:cNvPicPr/>
                <p:nvPr/>
              </p:nvPicPr>
              <p:blipFill>
                <a:blip r:embed="rId19"/>
                <a:stretch>
                  <a:fillRect/>
                </a:stretch>
              </p:blipFill>
              <p:spPr>
                <a:xfrm>
                  <a:off x="2225682" y="4404211"/>
                  <a:ext cx="9051120" cy="9021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4" name="Ink 3">
                  <a:extLst>
                    <a:ext uri="{FF2B5EF4-FFF2-40B4-BE49-F238E27FC236}">
                      <a16:creationId xmlns:a16="http://schemas.microsoft.com/office/drawing/2014/main" id="{450F75F3-5A79-31CB-A128-770B53E3EA16}"/>
                    </a:ext>
                  </a:extLst>
                </p14:cNvPr>
                <p14:cNvContentPartPr/>
                <p14:nvPr/>
              </p14:nvContentPartPr>
              <p14:xfrm>
                <a:off x="2165562" y="4853131"/>
                <a:ext cx="274320" cy="282240"/>
              </p14:xfrm>
            </p:contentPart>
          </mc:Choice>
          <mc:Fallback>
            <p:pic>
              <p:nvPicPr>
                <p:cNvPr id="4" name="Ink 3">
                  <a:extLst>
                    <a:ext uri="{FF2B5EF4-FFF2-40B4-BE49-F238E27FC236}">
                      <a16:creationId xmlns:a16="http://schemas.microsoft.com/office/drawing/2014/main" id="{450F75F3-5A79-31CB-A128-770B53E3EA16}"/>
                    </a:ext>
                  </a:extLst>
                </p:cNvPr>
                <p:cNvPicPr/>
                <p:nvPr/>
              </p:nvPicPr>
              <p:blipFill>
                <a:blip r:embed="rId21"/>
                <a:stretch>
                  <a:fillRect/>
                </a:stretch>
              </p:blipFill>
              <p:spPr>
                <a:xfrm>
                  <a:off x="2147922" y="4835491"/>
                  <a:ext cx="309960" cy="3178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1" name="Ink 10">
                  <a:extLst>
                    <a:ext uri="{FF2B5EF4-FFF2-40B4-BE49-F238E27FC236}">
                      <a16:creationId xmlns:a16="http://schemas.microsoft.com/office/drawing/2014/main" id="{4EB23EBB-32FD-6E0E-3017-DF952B1E58D2}"/>
                    </a:ext>
                  </a:extLst>
                </p14:cNvPr>
                <p14:cNvContentPartPr/>
                <p14:nvPr/>
              </p14:nvContentPartPr>
              <p14:xfrm>
                <a:off x="4012722" y="8853451"/>
                <a:ext cx="313920" cy="360"/>
              </p14:xfrm>
            </p:contentPart>
          </mc:Choice>
          <mc:Fallback>
            <p:pic>
              <p:nvPicPr>
                <p:cNvPr id="11" name="Ink 10">
                  <a:extLst>
                    <a:ext uri="{FF2B5EF4-FFF2-40B4-BE49-F238E27FC236}">
                      <a16:creationId xmlns:a16="http://schemas.microsoft.com/office/drawing/2014/main" id="{4EB23EBB-32FD-6E0E-3017-DF952B1E58D2}"/>
                    </a:ext>
                  </a:extLst>
                </p:cNvPr>
                <p:cNvPicPr/>
                <p:nvPr/>
              </p:nvPicPr>
              <p:blipFill>
                <a:blip r:embed="rId23"/>
                <a:stretch>
                  <a:fillRect/>
                </a:stretch>
              </p:blipFill>
              <p:spPr>
                <a:xfrm>
                  <a:off x="3994722" y="8835811"/>
                  <a:ext cx="34956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2" name="Ink 11">
                  <a:extLst>
                    <a:ext uri="{FF2B5EF4-FFF2-40B4-BE49-F238E27FC236}">
                      <a16:creationId xmlns:a16="http://schemas.microsoft.com/office/drawing/2014/main" id="{28CAD6DB-32BD-D648-49A3-D5A783579C12}"/>
                    </a:ext>
                  </a:extLst>
                </p14:cNvPr>
                <p14:cNvContentPartPr/>
                <p14:nvPr/>
              </p14:nvContentPartPr>
              <p14:xfrm>
                <a:off x="4578282" y="8881891"/>
                <a:ext cx="334080" cy="11160"/>
              </p14:xfrm>
            </p:contentPart>
          </mc:Choice>
          <mc:Fallback>
            <p:pic>
              <p:nvPicPr>
                <p:cNvPr id="12" name="Ink 11">
                  <a:extLst>
                    <a:ext uri="{FF2B5EF4-FFF2-40B4-BE49-F238E27FC236}">
                      <a16:creationId xmlns:a16="http://schemas.microsoft.com/office/drawing/2014/main" id="{28CAD6DB-32BD-D648-49A3-D5A783579C12}"/>
                    </a:ext>
                  </a:extLst>
                </p:cNvPr>
                <p:cNvPicPr/>
                <p:nvPr/>
              </p:nvPicPr>
              <p:blipFill>
                <a:blip r:embed="rId25"/>
                <a:stretch>
                  <a:fillRect/>
                </a:stretch>
              </p:blipFill>
              <p:spPr>
                <a:xfrm>
                  <a:off x="4560282" y="8863891"/>
                  <a:ext cx="369720" cy="468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5" name="Ink 14">
                  <a:extLst>
                    <a:ext uri="{FF2B5EF4-FFF2-40B4-BE49-F238E27FC236}">
                      <a16:creationId xmlns:a16="http://schemas.microsoft.com/office/drawing/2014/main" id="{1BCAD972-8E79-17A2-1AC1-00D972580604}"/>
                    </a:ext>
                  </a:extLst>
                </p14:cNvPr>
                <p14:cNvContentPartPr/>
                <p14:nvPr/>
              </p14:nvContentPartPr>
              <p14:xfrm>
                <a:off x="6743682" y="6025291"/>
                <a:ext cx="3503880" cy="1924920"/>
              </p14:xfrm>
            </p:contentPart>
          </mc:Choice>
          <mc:Fallback>
            <p:pic>
              <p:nvPicPr>
                <p:cNvPr id="15" name="Ink 14">
                  <a:extLst>
                    <a:ext uri="{FF2B5EF4-FFF2-40B4-BE49-F238E27FC236}">
                      <a16:creationId xmlns:a16="http://schemas.microsoft.com/office/drawing/2014/main" id="{1BCAD972-8E79-17A2-1AC1-00D972580604}"/>
                    </a:ext>
                  </a:extLst>
                </p:cNvPr>
                <p:cNvPicPr/>
                <p:nvPr/>
              </p:nvPicPr>
              <p:blipFill>
                <a:blip r:embed="rId27"/>
                <a:stretch>
                  <a:fillRect/>
                </a:stretch>
              </p:blipFill>
              <p:spPr>
                <a:xfrm>
                  <a:off x="6726042" y="6007291"/>
                  <a:ext cx="3539520" cy="1960560"/>
                </a:xfrm>
                <a:prstGeom prst="rect">
                  <a:avLst/>
                </a:prstGeom>
              </p:spPr>
            </p:pic>
          </mc:Fallback>
        </mc:AlternateContent>
      </p:grpSp>
    </p:spTree>
    <p:extLst>
      <p:ext uri="{BB962C8B-B14F-4D97-AF65-F5344CB8AC3E}">
        <p14:creationId xmlns:p14="http://schemas.microsoft.com/office/powerpoint/2010/main" val="2451746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20"/>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Finding the weights</a:t>
            </a:r>
            <a:endParaRPr/>
          </a:p>
        </p:txBody>
      </p:sp>
      <p:cxnSp>
        <p:nvCxnSpPr>
          <p:cNvPr id="710" name="Google Shape;710;p20"/>
          <p:cNvCxnSpPr/>
          <p:nvPr/>
        </p:nvCxnSpPr>
        <p:spPr>
          <a:xfrm rot="10800000" flipH="1">
            <a:off x="283335" y="4559121"/>
            <a:ext cx="12721465" cy="12879"/>
          </a:xfrm>
          <a:prstGeom prst="straightConnector1">
            <a:avLst/>
          </a:prstGeom>
          <a:noFill/>
          <a:ln w="12700" cap="flat" cmpd="sng">
            <a:solidFill>
              <a:srgbClr val="C00000"/>
            </a:solidFill>
            <a:prstDash val="solid"/>
            <a:miter lim="800000"/>
            <a:headEnd type="none" w="sm" len="sm"/>
            <a:tailEnd type="none" w="sm" len="sm"/>
          </a:ln>
        </p:spPr>
      </p:cxnSp>
      <p:pic>
        <p:nvPicPr>
          <p:cNvPr id="711" name="Google Shape;711;p20"/>
          <p:cNvPicPr preferRelativeResize="0"/>
          <p:nvPr/>
        </p:nvPicPr>
        <p:blipFill rotWithShape="1">
          <a:blip r:embed="rId3">
            <a:alphaModFix/>
          </a:blip>
          <a:srcRect/>
          <a:stretch/>
        </p:blipFill>
        <p:spPr>
          <a:xfrm>
            <a:off x="894080" y="2123378"/>
            <a:ext cx="5635159" cy="1228338"/>
          </a:xfrm>
          <a:prstGeom prst="rect">
            <a:avLst/>
          </a:prstGeom>
          <a:noFill/>
          <a:ln>
            <a:noFill/>
          </a:ln>
        </p:spPr>
      </p:pic>
      <p:pic>
        <p:nvPicPr>
          <p:cNvPr id="712" name="Google Shape;712;p20"/>
          <p:cNvPicPr preferRelativeResize="0"/>
          <p:nvPr/>
        </p:nvPicPr>
        <p:blipFill rotWithShape="1">
          <a:blip r:embed="rId4">
            <a:alphaModFix/>
          </a:blip>
          <a:srcRect/>
          <a:stretch/>
        </p:blipFill>
        <p:spPr>
          <a:xfrm>
            <a:off x="8518648" y="1498918"/>
            <a:ext cx="3587118" cy="1165435"/>
          </a:xfrm>
          <a:prstGeom prst="rect">
            <a:avLst/>
          </a:prstGeom>
          <a:noFill/>
          <a:ln>
            <a:noFill/>
          </a:ln>
        </p:spPr>
      </p:pic>
      <p:pic>
        <p:nvPicPr>
          <p:cNvPr id="713" name="Google Shape;713;p20"/>
          <p:cNvPicPr preferRelativeResize="0"/>
          <p:nvPr/>
        </p:nvPicPr>
        <p:blipFill rotWithShape="1">
          <a:blip r:embed="rId5">
            <a:alphaModFix/>
          </a:blip>
          <a:srcRect/>
          <a:stretch/>
        </p:blipFill>
        <p:spPr>
          <a:xfrm>
            <a:off x="8518648" y="3222224"/>
            <a:ext cx="3452419" cy="1131465"/>
          </a:xfrm>
          <a:prstGeom prst="rect">
            <a:avLst/>
          </a:prstGeom>
          <a:noFill/>
          <a:ln>
            <a:noFill/>
          </a:ln>
        </p:spPr>
      </p:pic>
      <p:pic>
        <p:nvPicPr>
          <p:cNvPr id="714" name="Google Shape;714;p20"/>
          <p:cNvPicPr preferRelativeResize="0"/>
          <p:nvPr/>
        </p:nvPicPr>
        <p:blipFill rotWithShape="1">
          <a:blip r:embed="rId6">
            <a:alphaModFix/>
          </a:blip>
          <a:srcRect/>
          <a:stretch/>
        </p:blipFill>
        <p:spPr>
          <a:xfrm>
            <a:off x="8518648" y="519292"/>
            <a:ext cx="4075807" cy="605642"/>
          </a:xfrm>
          <a:prstGeom prst="rect">
            <a:avLst/>
          </a:prstGeom>
          <a:noFill/>
          <a:ln>
            <a:noFill/>
          </a:ln>
        </p:spPr>
      </p:pic>
      <p:pic>
        <p:nvPicPr>
          <p:cNvPr id="715" name="Google Shape;715;p20"/>
          <p:cNvPicPr preferRelativeResize="0"/>
          <p:nvPr/>
        </p:nvPicPr>
        <p:blipFill rotWithShape="1">
          <a:blip r:embed="rId7">
            <a:alphaModFix/>
          </a:blip>
          <a:srcRect/>
          <a:stretch/>
        </p:blipFill>
        <p:spPr>
          <a:xfrm>
            <a:off x="5765800" y="5757203"/>
            <a:ext cx="1473200" cy="10287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21"/>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Finding the weights</a:t>
            </a:r>
            <a:endParaRPr/>
          </a:p>
        </p:txBody>
      </p:sp>
      <p:cxnSp>
        <p:nvCxnSpPr>
          <p:cNvPr id="721" name="Google Shape;721;p21"/>
          <p:cNvCxnSpPr/>
          <p:nvPr/>
        </p:nvCxnSpPr>
        <p:spPr>
          <a:xfrm rot="10800000" flipH="1">
            <a:off x="283335" y="4559121"/>
            <a:ext cx="12721465" cy="12879"/>
          </a:xfrm>
          <a:prstGeom prst="straightConnector1">
            <a:avLst/>
          </a:prstGeom>
          <a:noFill/>
          <a:ln w="12700" cap="flat" cmpd="sng">
            <a:solidFill>
              <a:srgbClr val="C00000"/>
            </a:solidFill>
            <a:prstDash val="solid"/>
            <a:miter lim="800000"/>
            <a:headEnd type="none" w="sm" len="sm"/>
            <a:tailEnd type="none" w="sm" len="sm"/>
          </a:ln>
        </p:spPr>
      </p:cxnSp>
      <p:pic>
        <p:nvPicPr>
          <p:cNvPr id="722" name="Google Shape;722;p21"/>
          <p:cNvPicPr preferRelativeResize="0"/>
          <p:nvPr/>
        </p:nvPicPr>
        <p:blipFill rotWithShape="1">
          <a:blip r:embed="rId3">
            <a:alphaModFix/>
          </a:blip>
          <a:srcRect/>
          <a:stretch/>
        </p:blipFill>
        <p:spPr>
          <a:xfrm>
            <a:off x="894080" y="2123378"/>
            <a:ext cx="5635159" cy="1228338"/>
          </a:xfrm>
          <a:prstGeom prst="rect">
            <a:avLst/>
          </a:prstGeom>
          <a:noFill/>
          <a:ln>
            <a:noFill/>
          </a:ln>
        </p:spPr>
      </p:pic>
      <p:pic>
        <p:nvPicPr>
          <p:cNvPr id="723" name="Google Shape;723;p21"/>
          <p:cNvPicPr preferRelativeResize="0"/>
          <p:nvPr/>
        </p:nvPicPr>
        <p:blipFill rotWithShape="1">
          <a:blip r:embed="rId4">
            <a:alphaModFix/>
          </a:blip>
          <a:srcRect/>
          <a:stretch/>
        </p:blipFill>
        <p:spPr>
          <a:xfrm>
            <a:off x="8518648" y="1498918"/>
            <a:ext cx="3587118" cy="1165435"/>
          </a:xfrm>
          <a:prstGeom prst="rect">
            <a:avLst/>
          </a:prstGeom>
          <a:noFill/>
          <a:ln>
            <a:noFill/>
          </a:ln>
        </p:spPr>
      </p:pic>
      <p:pic>
        <p:nvPicPr>
          <p:cNvPr id="724" name="Google Shape;724;p21"/>
          <p:cNvPicPr preferRelativeResize="0"/>
          <p:nvPr/>
        </p:nvPicPr>
        <p:blipFill rotWithShape="1">
          <a:blip r:embed="rId5">
            <a:alphaModFix/>
          </a:blip>
          <a:srcRect/>
          <a:stretch/>
        </p:blipFill>
        <p:spPr>
          <a:xfrm>
            <a:off x="8518648" y="3222224"/>
            <a:ext cx="3452419" cy="1131465"/>
          </a:xfrm>
          <a:prstGeom prst="rect">
            <a:avLst/>
          </a:prstGeom>
          <a:noFill/>
          <a:ln>
            <a:noFill/>
          </a:ln>
        </p:spPr>
      </p:pic>
      <p:pic>
        <p:nvPicPr>
          <p:cNvPr id="725" name="Google Shape;725;p21"/>
          <p:cNvPicPr preferRelativeResize="0"/>
          <p:nvPr/>
        </p:nvPicPr>
        <p:blipFill rotWithShape="1">
          <a:blip r:embed="rId6">
            <a:alphaModFix/>
          </a:blip>
          <a:srcRect/>
          <a:stretch/>
        </p:blipFill>
        <p:spPr>
          <a:xfrm>
            <a:off x="8518648" y="519292"/>
            <a:ext cx="4075807" cy="605642"/>
          </a:xfrm>
          <a:prstGeom prst="rect">
            <a:avLst/>
          </a:prstGeom>
          <a:noFill/>
          <a:ln>
            <a:noFill/>
          </a:ln>
        </p:spPr>
      </p:pic>
      <p:sp>
        <p:nvSpPr>
          <p:cNvPr id="726" name="Google Shape;726;p21"/>
          <p:cNvSpPr txBox="1"/>
          <p:nvPr/>
        </p:nvSpPr>
        <p:spPr>
          <a:xfrm>
            <a:off x="4970158" y="8285584"/>
            <a:ext cx="311816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a:solidFill>
                  <a:srgbClr val="FF0000"/>
                </a:solidFill>
                <a:latin typeface="Palatino Linotype"/>
                <a:ea typeface="Palatino Linotype"/>
                <a:cs typeface="Palatino Linotype"/>
                <a:sym typeface="Palatino Linotype"/>
              </a:rPr>
              <a:t>Use chain rule</a:t>
            </a:r>
            <a:endParaRPr/>
          </a:p>
        </p:txBody>
      </p:sp>
      <p:pic>
        <p:nvPicPr>
          <p:cNvPr id="727" name="Google Shape;727;p21"/>
          <p:cNvPicPr preferRelativeResize="0"/>
          <p:nvPr/>
        </p:nvPicPr>
        <p:blipFill rotWithShape="1">
          <a:blip r:embed="rId7">
            <a:alphaModFix/>
          </a:blip>
          <a:srcRect/>
          <a:stretch/>
        </p:blipFill>
        <p:spPr>
          <a:xfrm>
            <a:off x="4368800" y="5734107"/>
            <a:ext cx="4267200" cy="1028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31"/>
        <p:cNvGrpSpPr/>
        <p:nvPr/>
      </p:nvGrpSpPr>
      <p:grpSpPr>
        <a:xfrm>
          <a:off x="0" y="0"/>
          <a:ext cx="0" cy="0"/>
          <a:chOff x="0" y="0"/>
          <a:chExt cx="0" cy="0"/>
        </a:xfrm>
      </p:grpSpPr>
      <p:sp>
        <p:nvSpPr>
          <p:cNvPr id="732" name="Google Shape;732;p22"/>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Finding the weights</a:t>
            </a:r>
            <a:endParaRPr/>
          </a:p>
        </p:txBody>
      </p:sp>
      <p:cxnSp>
        <p:nvCxnSpPr>
          <p:cNvPr id="733" name="Google Shape;733;p22"/>
          <p:cNvCxnSpPr/>
          <p:nvPr/>
        </p:nvCxnSpPr>
        <p:spPr>
          <a:xfrm rot="10800000" flipH="1">
            <a:off x="283335" y="4559121"/>
            <a:ext cx="12721465" cy="12879"/>
          </a:xfrm>
          <a:prstGeom prst="straightConnector1">
            <a:avLst/>
          </a:prstGeom>
          <a:noFill/>
          <a:ln w="12700" cap="flat" cmpd="sng">
            <a:solidFill>
              <a:srgbClr val="C00000"/>
            </a:solidFill>
            <a:prstDash val="solid"/>
            <a:miter lim="800000"/>
            <a:headEnd type="none" w="sm" len="sm"/>
            <a:tailEnd type="none" w="sm" len="sm"/>
          </a:ln>
        </p:spPr>
      </p:cxnSp>
      <p:pic>
        <p:nvPicPr>
          <p:cNvPr id="734" name="Google Shape;734;p22"/>
          <p:cNvPicPr preferRelativeResize="0"/>
          <p:nvPr/>
        </p:nvPicPr>
        <p:blipFill rotWithShape="1">
          <a:blip r:embed="rId3">
            <a:alphaModFix/>
          </a:blip>
          <a:srcRect/>
          <a:stretch/>
        </p:blipFill>
        <p:spPr>
          <a:xfrm>
            <a:off x="894080" y="2123378"/>
            <a:ext cx="5635159" cy="1228338"/>
          </a:xfrm>
          <a:prstGeom prst="rect">
            <a:avLst/>
          </a:prstGeom>
          <a:noFill/>
          <a:ln>
            <a:noFill/>
          </a:ln>
        </p:spPr>
      </p:pic>
      <p:pic>
        <p:nvPicPr>
          <p:cNvPr id="735" name="Google Shape;735;p22"/>
          <p:cNvPicPr preferRelativeResize="0"/>
          <p:nvPr/>
        </p:nvPicPr>
        <p:blipFill rotWithShape="1">
          <a:blip r:embed="rId4">
            <a:alphaModFix/>
          </a:blip>
          <a:srcRect/>
          <a:stretch/>
        </p:blipFill>
        <p:spPr>
          <a:xfrm>
            <a:off x="8518648" y="1498918"/>
            <a:ext cx="3587118" cy="1165435"/>
          </a:xfrm>
          <a:prstGeom prst="rect">
            <a:avLst/>
          </a:prstGeom>
          <a:noFill/>
          <a:ln>
            <a:noFill/>
          </a:ln>
        </p:spPr>
      </p:pic>
      <p:pic>
        <p:nvPicPr>
          <p:cNvPr id="736" name="Google Shape;736;p22"/>
          <p:cNvPicPr preferRelativeResize="0"/>
          <p:nvPr/>
        </p:nvPicPr>
        <p:blipFill rotWithShape="1">
          <a:blip r:embed="rId5">
            <a:alphaModFix/>
          </a:blip>
          <a:srcRect/>
          <a:stretch/>
        </p:blipFill>
        <p:spPr>
          <a:xfrm>
            <a:off x="8518648" y="3222224"/>
            <a:ext cx="3452419" cy="1131465"/>
          </a:xfrm>
          <a:prstGeom prst="rect">
            <a:avLst/>
          </a:prstGeom>
          <a:noFill/>
          <a:ln>
            <a:noFill/>
          </a:ln>
        </p:spPr>
      </p:pic>
      <p:pic>
        <p:nvPicPr>
          <p:cNvPr id="737" name="Google Shape;737;p22"/>
          <p:cNvPicPr preferRelativeResize="0"/>
          <p:nvPr/>
        </p:nvPicPr>
        <p:blipFill rotWithShape="1">
          <a:blip r:embed="rId6">
            <a:alphaModFix/>
          </a:blip>
          <a:srcRect/>
          <a:stretch/>
        </p:blipFill>
        <p:spPr>
          <a:xfrm>
            <a:off x="8518648" y="519292"/>
            <a:ext cx="4075807" cy="605642"/>
          </a:xfrm>
          <a:prstGeom prst="rect">
            <a:avLst/>
          </a:prstGeom>
          <a:noFill/>
          <a:ln>
            <a:noFill/>
          </a:ln>
        </p:spPr>
      </p:pic>
      <p:sp>
        <p:nvSpPr>
          <p:cNvPr id="738" name="Google Shape;738;p22"/>
          <p:cNvSpPr txBox="1"/>
          <p:nvPr/>
        </p:nvSpPr>
        <p:spPr>
          <a:xfrm>
            <a:off x="4943319" y="8911142"/>
            <a:ext cx="311816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a:solidFill>
                  <a:srgbClr val="FF0000"/>
                </a:solidFill>
                <a:latin typeface="Palatino Linotype"/>
                <a:ea typeface="Palatino Linotype"/>
                <a:cs typeface="Palatino Linotype"/>
                <a:sym typeface="Palatino Linotype"/>
              </a:rPr>
              <a:t>Use chain rule</a:t>
            </a:r>
            <a:endParaRPr/>
          </a:p>
        </p:txBody>
      </p:sp>
      <p:pic>
        <p:nvPicPr>
          <p:cNvPr id="739" name="Google Shape;739;p22"/>
          <p:cNvPicPr preferRelativeResize="0"/>
          <p:nvPr/>
        </p:nvPicPr>
        <p:blipFill rotWithShape="1">
          <a:blip r:embed="rId7">
            <a:alphaModFix/>
          </a:blip>
          <a:srcRect/>
          <a:stretch/>
        </p:blipFill>
        <p:spPr>
          <a:xfrm>
            <a:off x="2472457" y="4965881"/>
            <a:ext cx="7772400" cy="1244600"/>
          </a:xfrm>
          <a:prstGeom prst="rect">
            <a:avLst/>
          </a:prstGeom>
          <a:noFill/>
          <a:ln>
            <a:noFill/>
          </a:ln>
        </p:spPr>
      </p:pic>
      <p:pic>
        <p:nvPicPr>
          <p:cNvPr id="740" name="Google Shape;740;p22"/>
          <p:cNvPicPr preferRelativeResize="0"/>
          <p:nvPr/>
        </p:nvPicPr>
        <p:blipFill rotWithShape="1">
          <a:blip r:embed="rId8">
            <a:alphaModFix/>
          </a:blip>
          <a:srcRect/>
          <a:stretch/>
        </p:blipFill>
        <p:spPr>
          <a:xfrm>
            <a:off x="2472457" y="7241364"/>
            <a:ext cx="4000500" cy="952500"/>
          </a:xfrm>
          <a:prstGeom prst="rect">
            <a:avLst/>
          </a:prstGeom>
          <a:noFill/>
          <a:ln>
            <a:noFill/>
          </a:ln>
        </p:spPr>
      </p:pic>
      <p:pic>
        <p:nvPicPr>
          <p:cNvPr id="741" name="Google Shape;741;p22"/>
          <p:cNvPicPr preferRelativeResize="0"/>
          <p:nvPr/>
        </p:nvPicPr>
        <p:blipFill rotWithShape="1">
          <a:blip r:embed="rId9">
            <a:alphaModFix/>
          </a:blip>
          <a:srcRect/>
          <a:stretch/>
        </p:blipFill>
        <p:spPr>
          <a:xfrm>
            <a:off x="8314888" y="7111618"/>
            <a:ext cx="2028939" cy="1143064"/>
          </a:xfrm>
          <a:prstGeom prst="rect">
            <a:avLst/>
          </a:prstGeom>
          <a:noFill/>
          <a:ln>
            <a:noFill/>
          </a:ln>
        </p:spPr>
      </p:pic>
      <p:sp>
        <p:nvSpPr>
          <p:cNvPr id="742" name="Google Shape;742;p22"/>
          <p:cNvSpPr txBox="1"/>
          <p:nvPr/>
        </p:nvSpPr>
        <p:spPr>
          <a:xfrm>
            <a:off x="8699807" y="8391478"/>
            <a:ext cx="412003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30000">
                <a:solidFill>
                  <a:srgbClr val="000000"/>
                </a:solidFill>
                <a:latin typeface="Palatino Linotype"/>
                <a:ea typeface="Palatino Linotype"/>
                <a:cs typeface="Palatino Linotype"/>
                <a:sym typeface="Palatino Linotype"/>
              </a:rPr>
              <a:t>j</a:t>
            </a:r>
            <a:r>
              <a:rPr lang="en-US" sz="2400" b="0" i="1" u="none" strike="noStrike" cap="none" baseline="-25000">
                <a:solidFill>
                  <a:srgbClr val="000000"/>
                </a:solidFill>
                <a:latin typeface="Palatino Linotype"/>
                <a:ea typeface="Palatino Linotype"/>
                <a:cs typeface="Palatino Linotype"/>
                <a:sym typeface="Palatino Linotype"/>
              </a:rPr>
              <a:t>i</a:t>
            </a:r>
            <a:r>
              <a:rPr lang="en-US" sz="2400" b="0" i="0" u="none" strike="noStrike" cap="none">
                <a:solidFill>
                  <a:srgbClr val="000000"/>
                </a:solidFill>
                <a:latin typeface="Palatino Linotype"/>
                <a:ea typeface="Palatino Linotype"/>
                <a:cs typeface="Palatino Linotype"/>
                <a:sym typeface="Palatino Linotype"/>
              </a:rPr>
              <a:t> is the i’th term of vector </a:t>
            </a: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30000">
                <a:solidFill>
                  <a:srgbClr val="000000"/>
                </a:solidFill>
                <a:latin typeface="Palatino Linotype"/>
                <a:ea typeface="Palatino Linotype"/>
                <a:cs typeface="Palatino Linotype"/>
                <a:sym typeface="Palatino Linotype"/>
              </a:rPr>
              <a:t>j</a:t>
            </a:r>
            <a:endParaRPr sz="2400" b="0" i="1" u="none" strike="noStrike" cap="none" baseline="30000">
              <a:solidFill>
                <a:srgbClr val="000000"/>
              </a:solidFill>
              <a:latin typeface="Palatino Linotype"/>
              <a:ea typeface="Palatino Linotype"/>
              <a:cs typeface="Palatino Linotype"/>
              <a:sym typeface="Palatino Linotype"/>
            </a:endParaRPr>
          </a:p>
        </p:txBody>
      </p:sp>
      <mc:AlternateContent xmlns:mc="http://schemas.openxmlformats.org/markup-compatibility/2006">
        <mc:Choice xmlns:p14="http://schemas.microsoft.com/office/powerpoint/2010/main" Requires="p14">
          <p:contentPart p14:bwMode="auto" r:id="rId10">
            <p14:nvContentPartPr>
              <p14:cNvPr id="2" name="Ink 1">
                <a:extLst>
                  <a:ext uri="{FF2B5EF4-FFF2-40B4-BE49-F238E27FC236}">
                    <a16:creationId xmlns:a16="http://schemas.microsoft.com/office/drawing/2014/main" id="{EF3A24CF-ACB4-1C0D-8A79-E14D80A386F6}"/>
                  </a:ext>
                </a:extLst>
              </p14:cNvPr>
              <p14:cNvContentPartPr/>
              <p14:nvPr/>
            </p14:nvContentPartPr>
            <p14:xfrm>
              <a:off x="8482482" y="6006571"/>
              <a:ext cx="643680" cy="100800"/>
            </p14:xfrm>
          </p:contentPart>
        </mc:Choice>
        <mc:Fallback>
          <p:pic>
            <p:nvPicPr>
              <p:cNvPr id="2" name="Ink 1">
                <a:extLst>
                  <a:ext uri="{FF2B5EF4-FFF2-40B4-BE49-F238E27FC236}">
                    <a16:creationId xmlns:a16="http://schemas.microsoft.com/office/drawing/2014/main" id="{EF3A24CF-ACB4-1C0D-8A79-E14D80A386F6}"/>
                  </a:ext>
                </a:extLst>
              </p:cNvPr>
              <p:cNvPicPr/>
              <p:nvPr/>
            </p:nvPicPr>
            <p:blipFill>
              <a:blip r:embed="rId11"/>
              <a:stretch>
                <a:fillRect/>
              </a:stretch>
            </p:blipFill>
            <p:spPr>
              <a:xfrm>
                <a:off x="8464482" y="5988931"/>
                <a:ext cx="679320" cy="1364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23E1CE2B-44C8-CB15-3124-34CD286D6378}"/>
                  </a:ext>
                </a:extLst>
              </p14:cNvPr>
              <p14:cNvContentPartPr/>
              <p14:nvPr/>
            </p14:nvContentPartPr>
            <p14:xfrm>
              <a:off x="2760642" y="6096931"/>
              <a:ext cx="6050520" cy="1258920"/>
            </p14:xfrm>
          </p:contentPart>
        </mc:Choice>
        <mc:Fallback>
          <p:pic>
            <p:nvPicPr>
              <p:cNvPr id="3" name="Ink 2">
                <a:extLst>
                  <a:ext uri="{FF2B5EF4-FFF2-40B4-BE49-F238E27FC236}">
                    <a16:creationId xmlns:a16="http://schemas.microsoft.com/office/drawing/2014/main" id="{23E1CE2B-44C8-CB15-3124-34CD286D6378}"/>
                  </a:ext>
                </a:extLst>
              </p:cNvPr>
              <p:cNvPicPr/>
              <p:nvPr/>
            </p:nvPicPr>
            <p:blipFill>
              <a:blip r:embed="rId13"/>
              <a:stretch>
                <a:fillRect/>
              </a:stretch>
            </p:blipFill>
            <p:spPr>
              <a:xfrm>
                <a:off x="2743002" y="6079291"/>
                <a:ext cx="6086160" cy="129456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B00AE54D-7848-B342-7402-379E85C1D6DB}"/>
                  </a:ext>
                </a:extLst>
              </p14:cNvPr>
              <p14:cNvContentPartPr/>
              <p14:nvPr/>
            </p14:nvContentPartPr>
            <p14:xfrm>
              <a:off x="8896842" y="6164611"/>
              <a:ext cx="1053720" cy="938160"/>
            </p14:xfrm>
          </p:contentPart>
        </mc:Choice>
        <mc:Fallback>
          <p:pic>
            <p:nvPicPr>
              <p:cNvPr id="4" name="Ink 3">
                <a:extLst>
                  <a:ext uri="{FF2B5EF4-FFF2-40B4-BE49-F238E27FC236}">
                    <a16:creationId xmlns:a16="http://schemas.microsoft.com/office/drawing/2014/main" id="{B00AE54D-7848-B342-7402-379E85C1D6DB}"/>
                  </a:ext>
                </a:extLst>
              </p:cNvPr>
              <p:cNvPicPr/>
              <p:nvPr/>
            </p:nvPicPr>
            <p:blipFill>
              <a:blip r:embed="rId15"/>
              <a:stretch>
                <a:fillRect/>
              </a:stretch>
            </p:blipFill>
            <p:spPr>
              <a:xfrm>
                <a:off x="8878842" y="6146611"/>
                <a:ext cx="1089360" cy="973800"/>
              </a:xfrm>
              <a:prstGeom prst="rect">
                <a:avLst/>
              </a:prstGeom>
            </p:spPr>
          </p:pic>
        </mc:Fallback>
      </mc:AlternateContent>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23"/>
          <p:cNvSpPr/>
          <p:nvPr/>
        </p:nvSpPr>
        <p:spPr>
          <a:xfrm>
            <a:off x="5444888" y="7401760"/>
            <a:ext cx="931721" cy="767162"/>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748" name="Google Shape;748;p23"/>
          <p:cNvSpPr/>
          <p:nvPr/>
        </p:nvSpPr>
        <p:spPr>
          <a:xfrm>
            <a:off x="3602957" y="7426702"/>
            <a:ext cx="931721" cy="767162"/>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749" name="Google Shape;749;p23"/>
          <p:cNvSpPr/>
          <p:nvPr/>
        </p:nvSpPr>
        <p:spPr>
          <a:xfrm>
            <a:off x="6154198" y="5055854"/>
            <a:ext cx="1739500" cy="99652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750" name="Google Shape;750;p23"/>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Finding the weights</a:t>
            </a:r>
            <a:endParaRPr/>
          </a:p>
        </p:txBody>
      </p:sp>
      <p:cxnSp>
        <p:nvCxnSpPr>
          <p:cNvPr id="751" name="Google Shape;751;p23"/>
          <p:cNvCxnSpPr/>
          <p:nvPr/>
        </p:nvCxnSpPr>
        <p:spPr>
          <a:xfrm rot="10800000" flipH="1">
            <a:off x="283335" y="4559121"/>
            <a:ext cx="12721465" cy="12879"/>
          </a:xfrm>
          <a:prstGeom prst="straightConnector1">
            <a:avLst/>
          </a:prstGeom>
          <a:noFill/>
          <a:ln w="12700" cap="flat" cmpd="sng">
            <a:solidFill>
              <a:srgbClr val="C00000"/>
            </a:solidFill>
            <a:prstDash val="solid"/>
            <a:miter lim="800000"/>
            <a:headEnd type="none" w="sm" len="sm"/>
            <a:tailEnd type="none" w="sm" len="sm"/>
          </a:ln>
        </p:spPr>
      </p:cxnSp>
      <p:pic>
        <p:nvPicPr>
          <p:cNvPr id="752" name="Google Shape;752;p23"/>
          <p:cNvPicPr preferRelativeResize="0"/>
          <p:nvPr/>
        </p:nvPicPr>
        <p:blipFill rotWithShape="1">
          <a:blip r:embed="rId3">
            <a:alphaModFix/>
          </a:blip>
          <a:srcRect/>
          <a:stretch/>
        </p:blipFill>
        <p:spPr>
          <a:xfrm>
            <a:off x="894080" y="2123378"/>
            <a:ext cx="5635159" cy="1228338"/>
          </a:xfrm>
          <a:prstGeom prst="rect">
            <a:avLst/>
          </a:prstGeom>
          <a:noFill/>
          <a:ln>
            <a:noFill/>
          </a:ln>
        </p:spPr>
      </p:pic>
      <p:pic>
        <p:nvPicPr>
          <p:cNvPr id="753" name="Google Shape;753;p23"/>
          <p:cNvPicPr preferRelativeResize="0"/>
          <p:nvPr/>
        </p:nvPicPr>
        <p:blipFill rotWithShape="1">
          <a:blip r:embed="rId4">
            <a:alphaModFix/>
          </a:blip>
          <a:srcRect/>
          <a:stretch/>
        </p:blipFill>
        <p:spPr>
          <a:xfrm>
            <a:off x="8518648" y="1498918"/>
            <a:ext cx="3587118" cy="1165435"/>
          </a:xfrm>
          <a:prstGeom prst="rect">
            <a:avLst/>
          </a:prstGeom>
          <a:noFill/>
          <a:ln>
            <a:noFill/>
          </a:ln>
        </p:spPr>
      </p:pic>
      <p:pic>
        <p:nvPicPr>
          <p:cNvPr id="754" name="Google Shape;754;p23"/>
          <p:cNvPicPr preferRelativeResize="0"/>
          <p:nvPr/>
        </p:nvPicPr>
        <p:blipFill rotWithShape="1">
          <a:blip r:embed="rId5">
            <a:alphaModFix/>
          </a:blip>
          <a:srcRect/>
          <a:stretch/>
        </p:blipFill>
        <p:spPr>
          <a:xfrm>
            <a:off x="8518648" y="3222224"/>
            <a:ext cx="3452419" cy="1131465"/>
          </a:xfrm>
          <a:prstGeom prst="rect">
            <a:avLst/>
          </a:prstGeom>
          <a:noFill/>
          <a:ln>
            <a:noFill/>
          </a:ln>
        </p:spPr>
      </p:pic>
      <p:pic>
        <p:nvPicPr>
          <p:cNvPr id="755" name="Google Shape;755;p23"/>
          <p:cNvPicPr preferRelativeResize="0"/>
          <p:nvPr/>
        </p:nvPicPr>
        <p:blipFill rotWithShape="1">
          <a:blip r:embed="rId6">
            <a:alphaModFix/>
          </a:blip>
          <a:srcRect/>
          <a:stretch/>
        </p:blipFill>
        <p:spPr>
          <a:xfrm>
            <a:off x="8518648" y="519292"/>
            <a:ext cx="4075807" cy="605642"/>
          </a:xfrm>
          <a:prstGeom prst="rect">
            <a:avLst/>
          </a:prstGeom>
          <a:noFill/>
          <a:ln>
            <a:noFill/>
          </a:ln>
        </p:spPr>
      </p:pic>
      <p:sp>
        <p:nvSpPr>
          <p:cNvPr id="756" name="Google Shape;756;p23"/>
          <p:cNvSpPr txBox="1"/>
          <p:nvPr/>
        </p:nvSpPr>
        <p:spPr>
          <a:xfrm>
            <a:off x="655142" y="6360452"/>
            <a:ext cx="1181926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a:solidFill>
                  <a:srgbClr val="FF0000"/>
                </a:solidFill>
                <a:latin typeface="Palatino Linotype"/>
                <a:ea typeface="Palatino Linotype"/>
                <a:cs typeface="Palatino Linotype"/>
                <a:sym typeface="Palatino Linotype"/>
              </a:rPr>
              <a:t>all three terms are the same – output of the neuron </a:t>
            </a:r>
            <a:r>
              <a:rPr lang="en-US" sz="3600" b="0" i="1" u="none" strike="noStrike" cap="none">
                <a:solidFill>
                  <a:srgbClr val="FF0000"/>
                </a:solidFill>
                <a:latin typeface="Palatino Linotype"/>
                <a:ea typeface="Palatino Linotype"/>
                <a:cs typeface="Palatino Linotype"/>
                <a:sym typeface="Palatino Linotype"/>
              </a:rPr>
              <a:t>f</a:t>
            </a:r>
            <a:r>
              <a:rPr lang="en-US" sz="3600" b="0" i="1" u="none" strike="noStrike" cap="none" baseline="-25000">
                <a:solidFill>
                  <a:srgbClr val="FF0000"/>
                </a:solidFill>
                <a:latin typeface="Palatino Linotype"/>
                <a:ea typeface="Palatino Linotype"/>
                <a:cs typeface="Palatino Linotype"/>
                <a:sym typeface="Palatino Linotype"/>
              </a:rPr>
              <a:t>w</a:t>
            </a:r>
            <a:r>
              <a:rPr lang="en-US" sz="3600" b="0" i="1" u="none" strike="noStrike" cap="none">
                <a:solidFill>
                  <a:srgbClr val="FF0000"/>
                </a:solidFill>
                <a:latin typeface="Palatino Linotype"/>
                <a:ea typeface="Palatino Linotype"/>
                <a:cs typeface="Palatino Linotype"/>
                <a:sym typeface="Palatino Linotype"/>
              </a:rPr>
              <a:t>(x</a:t>
            </a:r>
            <a:r>
              <a:rPr lang="en-US" sz="3600" b="0" i="1" u="none" strike="noStrike" cap="none" baseline="30000">
                <a:solidFill>
                  <a:srgbClr val="FF0000"/>
                </a:solidFill>
                <a:latin typeface="Palatino Linotype"/>
                <a:ea typeface="Palatino Linotype"/>
                <a:cs typeface="Palatino Linotype"/>
                <a:sym typeface="Palatino Linotype"/>
              </a:rPr>
              <a:t>j</a:t>
            </a:r>
            <a:r>
              <a:rPr lang="en-US" sz="3600" b="0" i="1" u="none" strike="noStrike" cap="none">
                <a:solidFill>
                  <a:srgbClr val="FF0000"/>
                </a:solidFill>
                <a:latin typeface="Palatino Linotype"/>
                <a:ea typeface="Palatino Linotype"/>
                <a:cs typeface="Palatino Linotype"/>
                <a:sym typeface="Palatino Linotype"/>
              </a:rPr>
              <a:t>)</a:t>
            </a:r>
            <a:endParaRPr/>
          </a:p>
        </p:txBody>
      </p:sp>
      <p:pic>
        <p:nvPicPr>
          <p:cNvPr id="757" name="Google Shape;757;p23"/>
          <p:cNvPicPr preferRelativeResize="0"/>
          <p:nvPr/>
        </p:nvPicPr>
        <p:blipFill rotWithShape="1">
          <a:blip r:embed="rId7">
            <a:alphaModFix/>
          </a:blip>
          <a:srcRect/>
          <a:stretch/>
        </p:blipFill>
        <p:spPr>
          <a:xfrm>
            <a:off x="2472457" y="4965881"/>
            <a:ext cx="7772400" cy="1244600"/>
          </a:xfrm>
          <a:prstGeom prst="rect">
            <a:avLst/>
          </a:prstGeom>
          <a:noFill/>
          <a:ln>
            <a:noFill/>
          </a:ln>
        </p:spPr>
      </p:pic>
      <p:pic>
        <p:nvPicPr>
          <p:cNvPr id="758" name="Google Shape;758;p23"/>
          <p:cNvPicPr preferRelativeResize="0"/>
          <p:nvPr/>
        </p:nvPicPr>
        <p:blipFill rotWithShape="1">
          <a:blip r:embed="rId8">
            <a:alphaModFix/>
          </a:blip>
          <a:srcRect/>
          <a:stretch/>
        </p:blipFill>
        <p:spPr>
          <a:xfrm>
            <a:off x="2472457" y="7241364"/>
            <a:ext cx="4000500" cy="952500"/>
          </a:xfrm>
          <a:prstGeom prst="rect">
            <a:avLst/>
          </a:prstGeom>
          <a:noFill/>
          <a:ln>
            <a:noFill/>
          </a:ln>
        </p:spPr>
      </p:pic>
      <p:pic>
        <p:nvPicPr>
          <p:cNvPr id="759" name="Google Shape;759;p23"/>
          <p:cNvPicPr preferRelativeResize="0"/>
          <p:nvPr/>
        </p:nvPicPr>
        <p:blipFill rotWithShape="1">
          <a:blip r:embed="rId9">
            <a:alphaModFix/>
          </a:blip>
          <a:srcRect/>
          <a:stretch/>
        </p:blipFill>
        <p:spPr>
          <a:xfrm>
            <a:off x="8314888" y="7111618"/>
            <a:ext cx="2028939" cy="1143064"/>
          </a:xfrm>
          <a:prstGeom prst="rect">
            <a:avLst/>
          </a:prstGeom>
          <a:noFill/>
          <a:ln>
            <a:noFill/>
          </a:ln>
        </p:spPr>
      </p:pic>
      <p:sp>
        <p:nvSpPr>
          <p:cNvPr id="760" name="Google Shape;760;p23"/>
          <p:cNvSpPr txBox="1"/>
          <p:nvPr/>
        </p:nvSpPr>
        <p:spPr>
          <a:xfrm>
            <a:off x="8699807" y="8391478"/>
            <a:ext cx="4120039"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30000">
                <a:solidFill>
                  <a:srgbClr val="000000"/>
                </a:solidFill>
                <a:latin typeface="Palatino Linotype"/>
                <a:ea typeface="Palatino Linotype"/>
                <a:cs typeface="Palatino Linotype"/>
                <a:sym typeface="Palatino Linotype"/>
              </a:rPr>
              <a:t>j</a:t>
            </a:r>
            <a:r>
              <a:rPr lang="en-US" sz="2400" b="0" i="1" u="none" strike="noStrike" cap="none" baseline="-25000">
                <a:solidFill>
                  <a:srgbClr val="000000"/>
                </a:solidFill>
                <a:latin typeface="Palatino Linotype"/>
                <a:ea typeface="Palatino Linotype"/>
                <a:cs typeface="Palatino Linotype"/>
                <a:sym typeface="Palatino Linotype"/>
              </a:rPr>
              <a:t>i</a:t>
            </a:r>
            <a:r>
              <a:rPr lang="en-US" sz="2400" b="0" i="0" u="none" strike="noStrike" cap="none">
                <a:solidFill>
                  <a:srgbClr val="000000"/>
                </a:solidFill>
                <a:latin typeface="Palatino Linotype"/>
                <a:ea typeface="Palatino Linotype"/>
                <a:cs typeface="Palatino Linotype"/>
                <a:sym typeface="Palatino Linotype"/>
              </a:rPr>
              <a:t> is the i’th term of vector </a:t>
            </a: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30000">
                <a:solidFill>
                  <a:srgbClr val="000000"/>
                </a:solidFill>
                <a:latin typeface="Palatino Linotype"/>
                <a:ea typeface="Palatino Linotype"/>
                <a:cs typeface="Palatino Linotype"/>
                <a:sym typeface="Palatino Linotype"/>
              </a:rPr>
              <a:t>j</a:t>
            </a:r>
            <a:endParaRPr sz="2400" b="0" i="1" u="none" strike="noStrike" cap="none" baseline="30000">
              <a:solidFill>
                <a:srgbClr val="000000"/>
              </a:solidFill>
              <a:latin typeface="Palatino Linotype"/>
              <a:ea typeface="Palatino Linotype"/>
              <a:cs typeface="Palatino Linotype"/>
              <a:sym typeface="Palatino Linotyp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24"/>
          <p:cNvSpPr/>
          <p:nvPr/>
        </p:nvSpPr>
        <p:spPr>
          <a:xfrm>
            <a:off x="2664549" y="5857977"/>
            <a:ext cx="7133000" cy="3026535"/>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766" name="Google Shape;766;p24"/>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Rewriting the equations</a:t>
            </a:r>
            <a:endParaRPr/>
          </a:p>
        </p:txBody>
      </p:sp>
      <p:cxnSp>
        <p:nvCxnSpPr>
          <p:cNvPr id="767" name="Google Shape;767;p24"/>
          <p:cNvCxnSpPr/>
          <p:nvPr/>
        </p:nvCxnSpPr>
        <p:spPr>
          <a:xfrm rot="10800000" flipH="1">
            <a:off x="283335" y="4559121"/>
            <a:ext cx="12721465" cy="12879"/>
          </a:xfrm>
          <a:prstGeom prst="straightConnector1">
            <a:avLst/>
          </a:prstGeom>
          <a:noFill/>
          <a:ln w="12700" cap="flat" cmpd="sng">
            <a:solidFill>
              <a:srgbClr val="C00000"/>
            </a:solidFill>
            <a:prstDash val="solid"/>
            <a:miter lim="800000"/>
            <a:headEnd type="none" w="sm" len="sm"/>
            <a:tailEnd type="none" w="sm" len="sm"/>
          </a:ln>
        </p:spPr>
      </p:cxnSp>
      <p:pic>
        <p:nvPicPr>
          <p:cNvPr id="768" name="Google Shape;768;p24"/>
          <p:cNvPicPr preferRelativeResize="0"/>
          <p:nvPr/>
        </p:nvPicPr>
        <p:blipFill rotWithShape="1">
          <a:blip r:embed="rId3">
            <a:alphaModFix/>
          </a:blip>
          <a:srcRect/>
          <a:stretch/>
        </p:blipFill>
        <p:spPr>
          <a:xfrm>
            <a:off x="894080" y="3171670"/>
            <a:ext cx="4000500" cy="952500"/>
          </a:xfrm>
          <a:prstGeom prst="rect">
            <a:avLst/>
          </a:prstGeom>
          <a:noFill/>
          <a:ln>
            <a:noFill/>
          </a:ln>
        </p:spPr>
      </p:pic>
      <p:pic>
        <p:nvPicPr>
          <p:cNvPr id="769" name="Google Shape;769;p24"/>
          <p:cNvPicPr preferRelativeResize="0"/>
          <p:nvPr/>
        </p:nvPicPr>
        <p:blipFill rotWithShape="1">
          <a:blip r:embed="rId4">
            <a:alphaModFix/>
          </a:blip>
          <a:srcRect/>
          <a:stretch/>
        </p:blipFill>
        <p:spPr>
          <a:xfrm>
            <a:off x="6231049" y="3171670"/>
            <a:ext cx="5359400" cy="1104900"/>
          </a:xfrm>
          <a:prstGeom prst="rect">
            <a:avLst/>
          </a:prstGeom>
          <a:noFill/>
          <a:ln>
            <a:noFill/>
          </a:ln>
        </p:spPr>
      </p:pic>
      <p:sp>
        <p:nvSpPr>
          <p:cNvPr id="770" name="Google Shape;770;p24"/>
          <p:cNvSpPr txBox="1"/>
          <p:nvPr/>
        </p:nvSpPr>
        <p:spPr>
          <a:xfrm>
            <a:off x="2876049" y="7725413"/>
            <a:ext cx="275428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sng" strike="noStrike" cap="none">
                <a:solidFill>
                  <a:srgbClr val="000000"/>
                </a:solidFill>
                <a:latin typeface="Palatino Linotype"/>
                <a:ea typeface="Palatino Linotype"/>
                <a:cs typeface="Palatino Linotype"/>
                <a:sym typeface="Palatino Linotype"/>
              </a:rPr>
              <a:t>Update rule:</a:t>
            </a:r>
            <a:endParaRPr/>
          </a:p>
        </p:txBody>
      </p:sp>
      <p:pic>
        <p:nvPicPr>
          <p:cNvPr id="771" name="Google Shape;771;p24"/>
          <p:cNvPicPr preferRelativeResize="0"/>
          <p:nvPr/>
        </p:nvPicPr>
        <p:blipFill rotWithShape="1">
          <a:blip r:embed="rId5">
            <a:alphaModFix/>
          </a:blip>
          <a:srcRect/>
          <a:stretch/>
        </p:blipFill>
        <p:spPr>
          <a:xfrm>
            <a:off x="5956962" y="7626968"/>
            <a:ext cx="3162300" cy="1028700"/>
          </a:xfrm>
          <a:prstGeom prst="rect">
            <a:avLst/>
          </a:prstGeom>
          <a:noFill/>
          <a:ln>
            <a:noFill/>
          </a:ln>
        </p:spPr>
      </p:pic>
      <p:pic>
        <p:nvPicPr>
          <p:cNvPr id="772" name="Google Shape;772;p24"/>
          <p:cNvPicPr preferRelativeResize="0"/>
          <p:nvPr/>
        </p:nvPicPr>
        <p:blipFill rotWithShape="1">
          <a:blip r:embed="rId6">
            <a:alphaModFix/>
          </a:blip>
          <a:srcRect/>
          <a:stretch/>
        </p:blipFill>
        <p:spPr>
          <a:xfrm>
            <a:off x="682580" y="4787921"/>
            <a:ext cx="3368672" cy="495393"/>
          </a:xfrm>
          <a:prstGeom prst="rect">
            <a:avLst/>
          </a:prstGeom>
          <a:noFill/>
          <a:ln>
            <a:noFill/>
          </a:ln>
        </p:spPr>
      </p:pic>
      <p:pic>
        <p:nvPicPr>
          <p:cNvPr id="773" name="Google Shape;773;p24"/>
          <p:cNvPicPr preferRelativeResize="0"/>
          <p:nvPr/>
        </p:nvPicPr>
        <p:blipFill rotWithShape="1">
          <a:blip r:embed="rId7">
            <a:alphaModFix/>
          </a:blip>
          <a:srcRect/>
          <a:stretch/>
        </p:blipFill>
        <p:spPr>
          <a:xfrm>
            <a:off x="894080" y="1697146"/>
            <a:ext cx="7626638" cy="1325196"/>
          </a:xfrm>
          <a:prstGeom prst="rect">
            <a:avLst/>
          </a:prstGeom>
          <a:noFill/>
          <a:ln>
            <a:noFill/>
          </a:ln>
        </p:spPr>
      </p:pic>
      <p:pic>
        <p:nvPicPr>
          <p:cNvPr id="774" name="Google Shape;774;p24"/>
          <p:cNvPicPr preferRelativeResize="0"/>
          <p:nvPr/>
        </p:nvPicPr>
        <p:blipFill rotWithShape="1">
          <a:blip r:embed="rId8">
            <a:alphaModFix/>
          </a:blip>
          <a:srcRect/>
          <a:stretch/>
        </p:blipFill>
        <p:spPr>
          <a:xfrm>
            <a:off x="9360804" y="1529977"/>
            <a:ext cx="2028939" cy="1143064"/>
          </a:xfrm>
          <a:prstGeom prst="rect">
            <a:avLst/>
          </a:prstGeom>
          <a:noFill/>
          <a:ln>
            <a:noFill/>
          </a:ln>
        </p:spPr>
      </p:pic>
      <p:pic>
        <p:nvPicPr>
          <p:cNvPr id="775" name="Google Shape;775;p24"/>
          <p:cNvPicPr preferRelativeResize="0"/>
          <p:nvPr/>
        </p:nvPicPr>
        <p:blipFill rotWithShape="1">
          <a:blip r:embed="rId9">
            <a:alphaModFix/>
          </a:blip>
          <a:srcRect/>
          <a:stretch/>
        </p:blipFill>
        <p:spPr>
          <a:xfrm>
            <a:off x="3051066" y="6194823"/>
            <a:ext cx="5811791" cy="1095299"/>
          </a:xfrm>
          <a:prstGeom prst="rect">
            <a:avLst/>
          </a:prstGeom>
          <a:noFill/>
          <a:ln>
            <a:noFill/>
          </a:ln>
        </p:spPr>
      </p:pic>
      <p:sp>
        <p:nvSpPr>
          <p:cNvPr id="776" name="Google Shape;776;p24"/>
          <p:cNvSpPr txBox="1"/>
          <p:nvPr/>
        </p:nvSpPr>
        <p:spPr>
          <a:xfrm>
            <a:off x="4253189" y="4720058"/>
            <a:ext cx="685796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a:solidFill>
                  <a:srgbClr val="000000"/>
                </a:solidFill>
                <a:latin typeface="Palatino Linotype"/>
                <a:ea typeface="Palatino Linotype"/>
                <a:cs typeface="Palatino Linotype"/>
                <a:sym typeface="Palatino Linotype"/>
              </a:rPr>
              <a:t>output of the neuron for input </a:t>
            </a: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30000">
                <a:solidFill>
                  <a:srgbClr val="000000"/>
                </a:solidFill>
                <a:latin typeface="Palatino Linotype"/>
                <a:ea typeface="Palatino Linotype"/>
                <a:cs typeface="Palatino Linotype"/>
                <a:sym typeface="Palatino Linotype"/>
              </a:rPr>
              <a:t>j</a:t>
            </a:r>
            <a:endParaRPr sz="3600" b="0" i="1" u="none" strike="noStrike" cap="none" baseline="30000">
              <a:solidFill>
                <a:srgbClr val="000000"/>
              </a:solidFill>
              <a:latin typeface="Palatino Linotype"/>
              <a:ea typeface="Palatino Linotype"/>
              <a:cs typeface="Palatino Linotype"/>
              <a:sym typeface="Palatino Linotyp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25"/>
          <p:cNvSpPr/>
          <p:nvPr/>
        </p:nvSpPr>
        <p:spPr>
          <a:xfrm>
            <a:off x="2664549" y="5857977"/>
            <a:ext cx="7133000" cy="3026535"/>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782" name="Google Shape;782;p25"/>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Gradient Descent</a:t>
            </a:r>
            <a:endParaRPr/>
          </a:p>
        </p:txBody>
      </p:sp>
      <p:cxnSp>
        <p:nvCxnSpPr>
          <p:cNvPr id="783" name="Google Shape;783;p25"/>
          <p:cNvCxnSpPr/>
          <p:nvPr/>
        </p:nvCxnSpPr>
        <p:spPr>
          <a:xfrm rot="10800000" flipH="1">
            <a:off x="283335" y="4559121"/>
            <a:ext cx="12721465" cy="12879"/>
          </a:xfrm>
          <a:prstGeom prst="straightConnector1">
            <a:avLst/>
          </a:prstGeom>
          <a:noFill/>
          <a:ln w="12700" cap="flat" cmpd="sng">
            <a:solidFill>
              <a:srgbClr val="C00000"/>
            </a:solidFill>
            <a:prstDash val="solid"/>
            <a:miter lim="800000"/>
            <a:headEnd type="none" w="sm" len="sm"/>
            <a:tailEnd type="none" w="sm" len="sm"/>
          </a:ln>
        </p:spPr>
      </p:cxnSp>
      <p:pic>
        <p:nvPicPr>
          <p:cNvPr id="784" name="Google Shape;784;p25"/>
          <p:cNvPicPr preferRelativeResize="0"/>
          <p:nvPr/>
        </p:nvPicPr>
        <p:blipFill rotWithShape="1">
          <a:blip r:embed="rId3">
            <a:alphaModFix/>
          </a:blip>
          <a:srcRect/>
          <a:stretch/>
        </p:blipFill>
        <p:spPr>
          <a:xfrm>
            <a:off x="3551349" y="3150490"/>
            <a:ext cx="5359400" cy="1104900"/>
          </a:xfrm>
          <a:prstGeom prst="rect">
            <a:avLst/>
          </a:prstGeom>
          <a:noFill/>
          <a:ln>
            <a:noFill/>
          </a:ln>
        </p:spPr>
      </p:pic>
      <p:sp>
        <p:nvSpPr>
          <p:cNvPr id="785" name="Google Shape;785;p25"/>
          <p:cNvSpPr txBox="1"/>
          <p:nvPr/>
        </p:nvSpPr>
        <p:spPr>
          <a:xfrm>
            <a:off x="2876049" y="7725413"/>
            <a:ext cx="2754280"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sng" strike="noStrike" cap="none">
                <a:solidFill>
                  <a:srgbClr val="000000"/>
                </a:solidFill>
                <a:latin typeface="Palatino Linotype"/>
                <a:ea typeface="Palatino Linotype"/>
                <a:cs typeface="Palatino Linotype"/>
                <a:sym typeface="Palatino Linotype"/>
              </a:rPr>
              <a:t>Update rule:</a:t>
            </a:r>
            <a:endParaRPr/>
          </a:p>
        </p:txBody>
      </p:sp>
      <p:pic>
        <p:nvPicPr>
          <p:cNvPr id="786" name="Google Shape;786;p25"/>
          <p:cNvPicPr preferRelativeResize="0"/>
          <p:nvPr/>
        </p:nvPicPr>
        <p:blipFill rotWithShape="1">
          <a:blip r:embed="rId4">
            <a:alphaModFix/>
          </a:blip>
          <a:srcRect/>
          <a:stretch/>
        </p:blipFill>
        <p:spPr>
          <a:xfrm>
            <a:off x="5956962" y="7626968"/>
            <a:ext cx="3162300" cy="1028700"/>
          </a:xfrm>
          <a:prstGeom prst="rect">
            <a:avLst/>
          </a:prstGeom>
          <a:noFill/>
          <a:ln>
            <a:noFill/>
          </a:ln>
        </p:spPr>
      </p:pic>
      <p:pic>
        <p:nvPicPr>
          <p:cNvPr id="787" name="Google Shape;787;p25"/>
          <p:cNvPicPr preferRelativeResize="0"/>
          <p:nvPr/>
        </p:nvPicPr>
        <p:blipFill rotWithShape="1">
          <a:blip r:embed="rId5">
            <a:alphaModFix/>
          </a:blip>
          <a:srcRect/>
          <a:stretch/>
        </p:blipFill>
        <p:spPr>
          <a:xfrm>
            <a:off x="682580" y="4787921"/>
            <a:ext cx="3368672" cy="495393"/>
          </a:xfrm>
          <a:prstGeom prst="rect">
            <a:avLst/>
          </a:prstGeom>
          <a:noFill/>
          <a:ln>
            <a:noFill/>
          </a:ln>
        </p:spPr>
      </p:pic>
      <p:pic>
        <p:nvPicPr>
          <p:cNvPr id="788" name="Google Shape;788;p25"/>
          <p:cNvPicPr preferRelativeResize="0"/>
          <p:nvPr/>
        </p:nvPicPr>
        <p:blipFill rotWithShape="1">
          <a:blip r:embed="rId6">
            <a:alphaModFix/>
          </a:blip>
          <a:srcRect/>
          <a:stretch/>
        </p:blipFill>
        <p:spPr>
          <a:xfrm>
            <a:off x="3051066" y="6194823"/>
            <a:ext cx="5811791" cy="1095299"/>
          </a:xfrm>
          <a:prstGeom prst="rect">
            <a:avLst/>
          </a:prstGeom>
          <a:noFill/>
          <a:ln>
            <a:noFill/>
          </a:ln>
        </p:spPr>
      </p:pic>
      <p:sp>
        <p:nvSpPr>
          <p:cNvPr id="789" name="Google Shape;789;p25"/>
          <p:cNvSpPr txBox="1"/>
          <p:nvPr/>
        </p:nvSpPr>
        <p:spPr>
          <a:xfrm>
            <a:off x="4253189" y="4720058"/>
            <a:ext cx="685796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a:solidFill>
                  <a:srgbClr val="000000"/>
                </a:solidFill>
                <a:latin typeface="Palatino Linotype"/>
                <a:ea typeface="Palatino Linotype"/>
                <a:cs typeface="Palatino Linotype"/>
                <a:sym typeface="Palatino Linotype"/>
              </a:rPr>
              <a:t>output of the neuron for input </a:t>
            </a: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30000">
                <a:solidFill>
                  <a:srgbClr val="000000"/>
                </a:solidFill>
                <a:latin typeface="Palatino Linotype"/>
                <a:ea typeface="Palatino Linotype"/>
                <a:cs typeface="Palatino Linotype"/>
                <a:sym typeface="Palatino Linotype"/>
              </a:rPr>
              <a:t>j</a:t>
            </a:r>
            <a:endParaRPr sz="3600" b="0" i="1" u="none" strike="noStrike" cap="none" baseline="30000">
              <a:solidFill>
                <a:srgbClr val="000000"/>
              </a:solidFill>
              <a:latin typeface="Palatino Linotype"/>
              <a:ea typeface="Palatino Linotype"/>
              <a:cs typeface="Palatino Linotype"/>
              <a:sym typeface="Palatino Linotype"/>
            </a:endParaRPr>
          </a:p>
        </p:txBody>
      </p:sp>
      <p:sp>
        <p:nvSpPr>
          <p:cNvPr id="790" name="Google Shape;790;p25"/>
          <p:cNvSpPr txBox="1"/>
          <p:nvPr/>
        </p:nvSpPr>
        <p:spPr>
          <a:xfrm>
            <a:off x="894080" y="2012571"/>
            <a:ext cx="10988906"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a:solidFill>
                  <a:srgbClr val="FF0000"/>
                </a:solidFill>
                <a:latin typeface="Palatino Linotype"/>
                <a:ea typeface="Palatino Linotype"/>
                <a:cs typeface="Palatino Linotype"/>
                <a:sym typeface="Palatino Linotype"/>
              </a:rPr>
              <a:t>change in </a:t>
            </a:r>
            <a:r>
              <a:rPr lang="en-US" sz="3600" b="0" i="1" u="none" strike="noStrike" cap="none">
                <a:solidFill>
                  <a:srgbClr val="FF0000"/>
                </a:solidFill>
                <a:latin typeface="Palatino Linotype"/>
                <a:ea typeface="Palatino Linotype"/>
                <a:cs typeface="Palatino Linotype"/>
                <a:sym typeface="Palatino Linotype"/>
              </a:rPr>
              <a:t>w</a:t>
            </a:r>
            <a:r>
              <a:rPr lang="en-US" sz="3600" b="0" i="1" u="none" strike="noStrike" cap="none" baseline="-25000">
                <a:solidFill>
                  <a:srgbClr val="FF0000"/>
                </a:solidFill>
                <a:latin typeface="Palatino Linotype"/>
                <a:ea typeface="Palatino Linotype"/>
                <a:cs typeface="Palatino Linotype"/>
                <a:sym typeface="Palatino Linotype"/>
              </a:rPr>
              <a:t>i</a:t>
            </a:r>
            <a:r>
              <a:rPr lang="en-US" sz="3600" b="0" i="0" u="none" strike="noStrike" cap="none">
                <a:solidFill>
                  <a:srgbClr val="FF0000"/>
                </a:solidFill>
                <a:latin typeface="Palatino Linotype"/>
                <a:ea typeface="Palatino Linotype"/>
                <a:cs typeface="Palatino Linotype"/>
                <a:sym typeface="Palatino Linotype"/>
              </a:rPr>
              <a:t> is proportional to gradient of loss wrt </a:t>
            </a:r>
            <a:r>
              <a:rPr lang="en-US" sz="3600" b="0" i="1" u="none" strike="noStrike" cap="none">
                <a:solidFill>
                  <a:srgbClr val="FF0000"/>
                </a:solidFill>
                <a:latin typeface="Palatino Linotype"/>
                <a:ea typeface="Palatino Linotype"/>
                <a:cs typeface="Palatino Linotype"/>
                <a:sym typeface="Palatino Linotype"/>
              </a:rPr>
              <a:t>w</a:t>
            </a:r>
            <a:r>
              <a:rPr lang="en-US" sz="3600" b="0" i="1" u="none" strike="noStrike" cap="none" baseline="-25000">
                <a:solidFill>
                  <a:srgbClr val="FF0000"/>
                </a:solidFill>
                <a:latin typeface="Palatino Linotype"/>
                <a:ea typeface="Palatino Linotype"/>
                <a:cs typeface="Palatino Linotype"/>
                <a:sym typeface="Palatino Linotype"/>
              </a:rPr>
              <a:t>i</a:t>
            </a:r>
            <a:endParaRPr sz="3600" b="0" i="1" u="none" strike="noStrike" cap="none" baseline="-25000">
              <a:solidFill>
                <a:srgbClr val="FF0000"/>
              </a:solidFill>
              <a:latin typeface="Palatino Linotype"/>
              <a:ea typeface="Palatino Linotype"/>
              <a:cs typeface="Palatino Linotype"/>
              <a:sym typeface="Palatino Linotype"/>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p26"/>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A more specific recipe</a:t>
            </a:r>
            <a:endParaRPr/>
          </a:p>
        </p:txBody>
      </p:sp>
      <p:sp>
        <p:nvSpPr>
          <p:cNvPr id="796" name="Google Shape;796;p26"/>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Start with some initial weights </a:t>
            </a:r>
            <a:r>
              <a:rPr lang="en-US" i="1"/>
              <a:t>w = [w</a:t>
            </a:r>
            <a:r>
              <a:rPr lang="en-US" i="1" baseline="-25000"/>
              <a:t>0</a:t>
            </a:r>
            <a:r>
              <a:rPr lang="en-US" i="1"/>
              <a:t>, w</a:t>
            </a:r>
            <a:r>
              <a:rPr lang="en-US" i="1" baseline="-25000"/>
              <a:t>1</a:t>
            </a:r>
            <a:r>
              <a:rPr lang="en-US" i="1"/>
              <a:t>, …]</a:t>
            </a:r>
            <a:endParaRPr/>
          </a:p>
          <a:p>
            <a:pPr marL="417683" lvl="0" indent="-417683" algn="l" rtl="0">
              <a:lnSpc>
                <a:spcPct val="100000"/>
              </a:lnSpc>
              <a:spcBef>
                <a:spcPts val="2022"/>
              </a:spcBef>
              <a:spcAft>
                <a:spcPts val="0"/>
              </a:spcAft>
              <a:buSzPts val="3900"/>
              <a:buChar char="▸"/>
            </a:pPr>
            <a:r>
              <a:rPr lang="en-US" i="1"/>
              <a:t>Repeat until convergence</a:t>
            </a:r>
            <a:endParaRPr/>
          </a:p>
          <a:p>
            <a:pPr marL="975345" lvl="1" indent="-325115" algn="l" rtl="0">
              <a:lnSpc>
                <a:spcPct val="100000"/>
              </a:lnSpc>
              <a:spcBef>
                <a:spcPts val="711"/>
              </a:spcBef>
              <a:spcAft>
                <a:spcPts val="0"/>
              </a:spcAft>
              <a:buSzPts val="3400"/>
              <a:buChar char="▪"/>
            </a:pPr>
            <a:r>
              <a:rPr lang="en-US"/>
              <a:t>For each input </a:t>
            </a:r>
            <a:r>
              <a:rPr lang="en-US" i="1"/>
              <a:t>x</a:t>
            </a:r>
            <a:r>
              <a:rPr lang="en-US" i="1" baseline="30000"/>
              <a:t>j</a:t>
            </a:r>
            <a:r>
              <a:rPr lang="en-US"/>
              <a:t>, use the current weights </a:t>
            </a:r>
            <a:r>
              <a:rPr lang="en-US" i="1"/>
              <a:t>w</a:t>
            </a:r>
            <a:r>
              <a:rPr lang="en-US"/>
              <a:t> to compute the output of the neuron </a:t>
            </a:r>
            <a:r>
              <a:rPr lang="en-US" i="1"/>
              <a:t>f</a:t>
            </a:r>
            <a:r>
              <a:rPr lang="en-US" i="1" baseline="-25000"/>
              <a:t>w</a:t>
            </a:r>
            <a:r>
              <a:rPr lang="en-US" i="1"/>
              <a:t>(x</a:t>
            </a:r>
            <a:r>
              <a:rPr lang="en-US" i="1" baseline="30000"/>
              <a:t>j</a:t>
            </a:r>
            <a:r>
              <a:rPr lang="en-US" i="1"/>
              <a:t>)</a:t>
            </a:r>
            <a:r>
              <a:rPr lang="en-US"/>
              <a:t> (call it </a:t>
            </a:r>
            <a:r>
              <a:rPr lang="en-US" i="1"/>
              <a:t>o</a:t>
            </a:r>
            <a:r>
              <a:rPr lang="en-US" i="1" baseline="30000"/>
              <a:t>j</a:t>
            </a:r>
            <a:r>
              <a:rPr lang="en-US"/>
              <a:t>)</a:t>
            </a:r>
            <a:endParaRPr/>
          </a:p>
          <a:p>
            <a:pPr marL="975345" lvl="1" indent="-325115" algn="l" rtl="0">
              <a:lnSpc>
                <a:spcPct val="100000"/>
              </a:lnSpc>
              <a:spcBef>
                <a:spcPts val="711"/>
              </a:spcBef>
              <a:spcAft>
                <a:spcPts val="0"/>
              </a:spcAft>
              <a:buSzPts val="3400"/>
              <a:buChar char="▪"/>
            </a:pPr>
            <a:r>
              <a:rPr lang="en-US"/>
              <a:t>Compute the loss </a:t>
            </a:r>
            <a:r>
              <a:rPr lang="en-US" i="1"/>
              <a:t>E(w)</a:t>
            </a:r>
            <a:r>
              <a:rPr lang="en-US"/>
              <a:t> between </a:t>
            </a:r>
            <a:r>
              <a:rPr lang="en-US" i="1"/>
              <a:t>f</a:t>
            </a:r>
            <a:r>
              <a:rPr lang="en-US" i="1" baseline="-25000"/>
              <a:t>w</a:t>
            </a:r>
            <a:r>
              <a:rPr lang="en-US" i="1"/>
              <a:t>(x</a:t>
            </a:r>
            <a:r>
              <a:rPr lang="en-US" i="1" baseline="30000"/>
              <a:t>j</a:t>
            </a:r>
            <a:r>
              <a:rPr lang="en-US" i="1"/>
              <a:t>)</a:t>
            </a:r>
            <a:r>
              <a:rPr lang="en-US"/>
              <a:t> and </a:t>
            </a:r>
            <a:r>
              <a:rPr lang="en-US" i="1"/>
              <a:t>y</a:t>
            </a:r>
            <a:r>
              <a:rPr lang="en-US" i="1" baseline="30000"/>
              <a:t>j</a:t>
            </a:r>
            <a:endParaRPr i="1"/>
          </a:p>
          <a:p>
            <a:pPr marL="975345" lvl="1" indent="-325115" algn="l" rtl="0">
              <a:lnSpc>
                <a:spcPct val="100000"/>
              </a:lnSpc>
              <a:spcBef>
                <a:spcPts val="711"/>
              </a:spcBef>
              <a:spcAft>
                <a:spcPts val="0"/>
              </a:spcAft>
              <a:buSzPts val="3400"/>
              <a:buChar char="▪"/>
            </a:pPr>
            <a:r>
              <a:rPr lang="en-US"/>
              <a:t>Compute the gradient of the loss wrt each </a:t>
            </a:r>
            <a:r>
              <a:rPr lang="en-US" i="1"/>
              <a:t>w</a:t>
            </a:r>
            <a:r>
              <a:rPr lang="en-US" i="1" baseline="-25000"/>
              <a:t>i</a:t>
            </a:r>
            <a:endParaRPr i="1" baseline="-25000"/>
          </a:p>
          <a:p>
            <a:pPr marL="975345" lvl="1" indent="-108390" algn="l" rtl="0">
              <a:lnSpc>
                <a:spcPct val="100000"/>
              </a:lnSpc>
              <a:spcBef>
                <a:spcPts val="711"/>
              </a:spcBef>
              <a:spcAft>
                <a:spcPts val="0"/>
              </a:spcAft>
              <a:buSzPts val="3413"/>
              <a:buNone/>
            </a:pPr>
            <a:endParaRPr i="1" baseline="-25000"/>
          </a:p>
          <a:p>
            <a:pPr marL="975345" lvl="1" indent="-108390" algn="l" rtl="0">
              <a:lnSpc>
                <a:spcPct val="100000"/>
              </a:lnSpc>
              <a:spcBef>
                <a:spcPts val="711"/>
              </a:spcBef>
              <a:spcAft>
                <a:spcPts val="0"/>
              </a:spcAft>
              <a:buSzPts val="3413"/>
              <a:buNone/>
            </a:pPr>
            <a:endParaRPr i="1" baseline="-25000"/>
          </a:p>
          <a:p>
            <a:pPr marL="975345" lvl="1" indent="-108390" algn="l" rtl="0">
              <a:lnSpc>
                <a:spcPct val="100000"/>
              </a:lnSpc>
              <a:spcBef>
                <a:spcPts val="711"/>
              </a:spcBef>
              <a:spcAft>
                <a:spcPts val="0"/>
              </a:spcAft>
              <a:buSzPts val="3413"/>
              <a:buNone/>
            </a:pPr>
            <a:endParaRPr i="1" baseline="-25000"/>
          </a:p>
          <a:p>
            <a:pPr marL="975345" lvl="1" indent="-108390" algn="l" rtl="0">
              <a:lnSpc>
                <a:spcPct val="100000"/>
              </a:lnSpc>
              <a:spcBef>
                <a:spcPts val="711"/>
              </a:spcBef>
              <a:spcAft>
                <a:spcPts val="0"/>
              </a:spcAft>
              <a:buSzPts val="3413"/>
              <a:buNone/>
            </a:pPr>
            <a:endParaRPr i="1" baseline="-25000"/>
          </a:p>
          <a:p>
            <a:pPr marL="975345" lvl="1" indent="-325115" algn="l" rtl="0">
              <a:lnSpc>
                <a:spcPct val="100000"/>
              </a:lnSpc>
              <a:spcBef>
                <a:spcPts val="711"/>
              </a:spcBef>
              <a:spcAft>
                <a:spcPts val="0"/>
              </a:spcAft>
              <a:buSzPts val="3400"/>
              <a:buChar char="▪"/>
            </a:pPr>
            <a:r>
              <a:rPr lang="en-US"/>
              <a:t>Update each weight </a:t>
            </a:r>
            <a:r>
              <a:rPr lang="en-US" i="1"/>
              <a:t>w</a:t>
            </a:r>
            <a:r>
              <a:rPr lang="en-US" i="1" baseline="-25000"/>
              <a:t>i</a:t>
            </a:r>
            <a:r>
              <a:rPr lang="en-US"/>
              <a:t> based on the gradient</a:t>
            </a:r>
            <a:endParaRPr/>
          </a:p>
        </p:txBody>
      </p:sp>
      <p:pic>
        <p:nvPicPr>
          <p:cNvPr id="797" name="Google Shape;797;p26"/>
          <p:cNvPicPr preferRelativeResize="0"/>
          <p:nvPr/>
        </p:nvPicPr>
        <p:blipFill rotWithShape="1">
          <a:blip r:embed="rId3">
            <a:alphaModFix/>
          </a:blip>
          <a:srcRect/>
          <a:stretch/>
        </p:blipFill>
        <p:spPr>
          <a:xfrm>
            <a:off x="9136114" y="271595"/>
            <a:ext cx="3368672" cy="495393"/>
          </a:xfrm>
          <a:prstGeom prst="rect">
            <a:avLst/>
          </a:prstGeom>
          <a:noFill/>
          <a:ln>
            <a:noFill/>
          </a:ln>
        </p:spPr>
      </p:pic>
      <p:pic>
        <p:nvPicPr>
          <p:cNvPr id="798" name="Google Shape;798;p26"/>
          <p:cNvPicPr preferRelativeResize="0"/>
          <p:nvPr/>
        </p:nvPicPr>
        <p:blipFill rotWithShape="1">
          <a:blip r:embed="rId4">
            <a:alphaModFix/>
          </a:blip>
          <a:srcRect/>
          <a:stretch/>
        </p:blipFill>
        <p:spPr>
          <a:xfrm>
            <a:off x="3031412" y="6086758"/>
            <a:ext cx="5811791" cy="1095299"/>
          </a:xfrm>
          <a:prstGeom prst="rect">
            <a:avLst/>
          </a:prstGeom>
          <a:noFill/>
          <a:ln>
            <a:noFill/>
          </a:ln>
        </p:spPr>
      </p:pic>
      <p:pic>
        <p:nvPicPr>
          <p:cNvPr id="799" name="Google Shape;799;p26"/>
          <p:cNvPicPr preferRelativeResize="0"/>
          <p:nvPr/>
        </p:nvPicPr>
        <p:blipFill rotWithShape="1">
          <a:blip r:embed="rId5">
            <a:alphaModFix/>
          </a:blip>
          <a:srcRect/>
          <a:stretch/>
        </p:blipFill>
        <p:spPr>
          <a:xfrm>
            <a:off x="3838899" y="8205608"/>
            <a:ext cx="3162300" cy="10287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03"/>
        <p:cNvGrpSpPr/>
        <p:nvPr/>
      </p:nvGrpSpPr>
      <p:grpSpPr>
        <a:xfrm>
          <a:off x="0" y="0"/>
          <a:ext cx="0" cy="0"/>
          <a:chOff x="0" y="0"/>
          <a:chExt cx="0" cy="0"/>
        </a:xfrm>
      </p:grpSpPr>
      <p:sp>
        <p:nvSpPr>
          <p:cNvPr id="804" name="Google Shape;804;p27"/>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805" name="Google Shape;805;p27"/>
          <p:cNvSpPr/>
          <p:nvPr/>
        </p:nvSpPr>
        <p:spPr>
          <a:xfrm>
            <a:off x="7877570" y="2223166"/>
            <a:ext cx="862884" cy="1879494"/>
          </a:xfrm>
          <a:prstGeom prst="rect">
            <a:avLst/>
          </a:prstGeom>
          <a:solidFill>
            <a:srgbClr val="FBE4D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806" name="Google Shape;806;p27"/>
          <p:cNvSpPr/>
          <p:nvPr/>
        </p:nvSpPr>
        <p:spPr>
          <a:xfrm>
            <a:off x="3631842" y="1812177"/>
            <a:ext cx="862884" cy="2915504"/>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807" name="Google Shape;807;p2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Neural Network</a:t>
            </a:r>
            <a:endParaRPr/>
          </a:p>
        </p:txBody>
      </p:sp>
      <p:sp>
        <p:nvSpPr>
          <p:cNvPr id="808" name="Google Shape;808;p27"/>
          <p:cNvSpPr txBox="1">
            <a:spLocks noGrp="1"/>
          </p:cNvSpPr>
          <p:nvPr>
            <p:ph type="body" idx="1"/>
          </p:nvPr>
        </p:nvSpPr>
        <p:spPr>
          <a:xfrm>
            <a:off x="894080" y="5957800"/>
            <a:ext cx="11216640" cy="2827213"/>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Directed graph of neurons</a:t>
            </a:r>
            <a:endParaRPr/>
          </a:p>
          <a:p>
            <a:pPr marL="417683" lvl="0" indent="-417683" algn="l" rtl="0">
              <a:lnSpc>
                <a:spcPct val="100000"/>
              </a:lnSpc>
              <a:spcBef>
                <a:spcPts val="2022"/>
              </a:spcBef>
              <a:spcAft>
                <a:spcPts val="0"/>
              </a:spcAft>
              <a:buSzPts val="3900"/>
              <a:buChar char="▸"/>
            </a:pPr>
            <a:r>
              <a:rPr lang="en-US"/>
              <a:t>Each edge corresponds to a unique weight</a:t>
            </a:r>
            <a:endParaRPr/>
          </a:p>
          <a:p>
            <a:pPr marL="417683" lvl="0" indent="-417683" algn="l" rtl="0">
              <a:lnSpc>
                <a:spcPct val="100000"/>
              </a:lnSpc>
              <a:spcBef>
                <a:spcPts val="2022"/>
              </a:spcBef>
              <a:spcAft>
                <a:spcPts val="0"/>
              </a:spcAft>
              <a:buSzPts val="3900"/>
              <a:buChar char="▸"/>
            </a:pPr>
            <a:r>
              <a:rPr lang="en-US"/>
              <a:t>We need to learn all the weights</a:t>
            </a:r>
            <a:endParaRPr/>
          </a:p>
        </p:txBody>
      </p:sp>
      <p:sp>
        <p:nvSpPr>
          <p:cNvPr id="809" name="Google Shape;809;p27"/>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0" name="Google Shape;810;p27"/>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1" name="Google Shape;811;p27"/>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2" name="Google Shape;812;p27"/>
          <p:cNvSpPr/>
          <p:nvPr/>
        </p:nvSpPr>
        <p:spPr>
          <a:xfrm>
            <a:off x="5909254" y="164942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3" name="Google Shape;813;p27"/>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4" name="Google Shape;814;p27"/>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5" name="Google Shape;815;p27"/>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6" name="Google Shape;816;p27"/>
          <p:cNvSpPr/>
          <p:nvPr/>
        </p:nvSpPr>
        <p:spPr>
          <a:xfrm>
            <a:off x="8032119"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17" name="Google Shape;817;p27"/>
          <p:cNvSpPr/>
          <p:nvPr/>
        </p:nvSpPr>
        <p:spPr>
          <a:xfrm>
            <a:off x="8032118"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818" name="Google Shape;818;p27"/>
          <p:cNvCxnSpPr>
            <a:stCxn id="809" idx="6"/>
            <a:endCxn id="812" idx="2"/>
          </p:cNvCxnSpPr>
          <p:nvPr/>
        </p:nvCxnSpPr>
        <p:spPr>
          <a:xfrm rot="10800000" flipH="1">
            <a:off x="4340180" y="1919998"/>
            <a:ext cx="1569000" cy="496800"/>
          </a:xfrm>
          <a:prstGeom prst="straightConnector1">
            <a:avLst/>
          </a:prstGeom>
          <a:noFill/>
          <a:ln w="19050" cap="flat" cmpd="sng">
            <a:solidFill>
              <a:schemeClr val="dk1"/>
            </a:solidFill>
            <a:prstDash val="solid"/>
            <a:miter lim="800000"/>
            <a:headEnd type="none" w="sm" len="sm"/>
            <a:tailEnd type="triangle" w="med" len="med"/>
          </a:ln>
        </p:spPr>
      </p:cxnSp>
      <p:cxnSp>
        <p:nvCxnSpPr>
          <p:cNvPr id="819" name="Google Shape;819;p27"/>
          <p:cNvCxnSpPr>
            <a:stCxn id="809" idx="6"/>
            <a:endCxn id="813"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820" name="Google Shape;820;p27"/>
          <p:cNvCxnSpPr>
            <a:stCxn id="809" idx="6"/>
            <a:endCxn id="814"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821" name="Google Shape;821;p27"/>
          <p:cNvCxnSpPr>
            <a:endCxn id="815"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822" name="Google Shape;822;p27"/>
          <p:cNvCxnSpPr>
            <a:stCxn id="810" idx="6"/>
            <a:endCxn id="812"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823" name="Google Shape;823;p27"/>
          <p:cNvCxnSpPr>
            <a:stCxn id="810" idx="6"/>
            <a:endCxn id="813"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824" name="Google Shape;824;p27"/>
          <p:cNvCxnSpPr>
            <a:stCxn id="810" idx="6"/>
            <a:endCxn id="814"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825" name="Google Shape;825;p27"/>
          <p:cNvCxnSpPr>
            <a:stCxn id="810" idx="6"/>
            <a:endCxn id="815"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826" name="Google Shape;826;p27"/>
          <p:cNvCxnSpPr>
            <a:stCxn id="811" idx="6"/>
            <a:endCxn id="812"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827" name="Google Shape;827;p27"/>
          <p:cNvCxnSpPr>
            <a:stCxn id="811" idx="6"/>
            <a:endCxn id="813"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828" name="Google Shape;828;p27"/>
          <p:cNvCxnSpPr>
            <a:stCxn id="811" idx="6"/>
            <a:endCxn id="814"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829" name="Google Shape;829;p27"/>
          <p:cNvCxnSpPr>
            <a:stCxn id="811" idx="6"/>
            <a:endCxn id="815"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830" name="Google Shape;830;p27"/>
          <p:cNvCxnSpPr>
            <a:stCxn id="812" idx="6"/>
            <a:endCxn id="816" idx="2"/>
          </p:cNvCxnSpPr>
          <p:nvPr/>
        </p:nvCxnSpPr>
        <p:spPr>
          <a:xfrm>
            <a:off x="6463045" y="1919879"/>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831" name="Google Shape;831;p27"/>
          <p:cNvCxnSpPr>
            <a:stCxn id="812" idx="6"/>
            <a:endCxn id="817" idx="2"/>
          </p:cNvCxnSpPr>
          <p:nvPr/>
        </p:nvCxnSpPr>
        <p:spPr>
          <a:xfrm>
            <a:off x="6463045" y="1919879"/>
            <a:ext cx="1569000" cy="1597800"/>
          </a:xfrm>
          <a:prstGeom prst="straightConnector1">
            <a:avLst/>
          </a:prstGeom>
          <a:noFill/>
          <a:ln w="19050" cap="flat" cmpd="sng">
            <a:solidFill>
              <a:schemeClr val="dk1"/>
            </a:solidFill>
            <a:prstDash val="solid"/>
            <a:miter lim="800000"/>
            <a:headEnd type="none" w="sm" len="sm"/>
            <a:tailEnd type="triangle" w="med" len="med"/>
          </a:ln>
        </p:spPr>
      </p:cxnSp>
      <p:cxnSp>
        <p:nvCxnSpPr>
          <p:cNvPr id="832" name="Google Shape;832;p27"/>
          <p:cNvCxnSpPr>
            <a:stCxn id="813" idx="6"/>
          </p:cNvCxnSpPr>
          <p:nvPr/>
        </p:nvCxnSpPr>
        <p:spPr>
          <a:xfrm rot="10800000" flipH="1">
            <a:off x="6463045" y="2716417"/>
            <a:ext cx="1569000" cy="2400"/>
          </a:xfrm>
          <a:prstGeom prst="straightConnector1">
            <a:avLst/>
          </a:prstGeom>
          <a:noFill/>
          <a:ln w="19050" cap="flat" cmpd="sng">
            <a:solidFill>
              <a:schemeClr val="dk1"/>
            </a:solidFill>
            <a:prstDash val="solid"/>
            <a:miter lim="800000"/>
            <a:headEnd type="none" w="sm" len="sm"/>
            <a:tailEnd type="triangle" w="med" len="med"/>
          </a:ln>
        </p:spPr>
      </p:cxnSp>
      <p:cxnSp>
        <p:nvCxnSpPr>
          <p:cNvPr id="833" name="Google Shape;833;p27"/>
          <p:cNvCxnSpPr>
            <a:stCxn id="813" idx="6"/>
            <a:endCxn id="817" idx="2"/>
          </p:cNvCxnSpPr>
          <p:nvPr/>
        </p:nvCxnSpPr>
        <p:spPr>
          <a:xfrm>
            <a:off x="6463045" y="2718817"/>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834" name="Google Shape;834;p27"/>
          <p:cNvCxnSpPr>
            <a:stCxn id="814" idx="6"/>
            <a:endCxn id="817" idx="2"/>
          </p:cNvCxnSpPr>
          <p:nvPr/>
        </p:nvCxnSpPr>
        <p:spPr>
          <a:xfrm>
            <a:off x="6463045" y="3517755"/>
            <a:ext cx="1569000" cy="0"/>
          </a:xfrm>
          <a:prstGeom prst="straightConnector1">
            <a:avLst/>
          </a:prstGeom>
          <a:noFill/>
          <a:ln w="19050" cap="flat" cmpd="sng">
            <a:solidFill>
              <a:schemeClr val="dk1"/>
            </a:solidFill>
            <a:prstDash val="solid"/>
            <a:miter lim="800000"/>
            <a:headEnd type="none" w="sm" len="sm"/>
            <a:tailEnd type="triangle" w="med" len="med"/>
          </a:ln>
        </p:spPr>
      </p:cxnSp>
      <p:cxnSp>
        <p:nvCxnSpPr>
          <p:cNvPr id="835" name="Google Shape;835;p27"/>
          <p:cNvCxnSpPr>
            <a:stCxn id="814" idx="6"/>
            <a:endCxn id="816" idx="2"/>
          </p:cNvCxnSpPr>
          <p:nvPr/>
        </p:nvCxnSpPr>
        <p:spPr>
          <a:xfrm rot="10800000" flipH="1">
            <a:off x="6463045" y="2718855"/>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836" name="Google Shape;836;p27"/>
          <p:cNvCxnSpPr>
            <a:stCxn id="815" idx="6"/>
          </p:cNvCxnSpPr>
          <p:nvPr/>
        </p:nvCxnSpPr>
        <p:spPr>
          <a:xfrm rot="10800000" flipH="1">
            <a:off x="6463045" y="3550493"/>
            <a:ext cx="1569000" cy="766200"/>
          </a:xfrm>
          <a:prstGeom prst="straightConnector1">
            <a:avLst/>
          </a:prstGeom>
          <a:noFill/>
          <a:ln w="19050" cap="flat" cmpd="sng">
            <a:solidFill>
              <a:schemeClr val="dk1"/>
            </a:solidFill>
            <a:prstDash val="solid"/>
            <a:miter lim="800000"/>
            <a:headEnd type="none" w="sm" len="sm"/>
            <a:tailEnd type="triangle" w="med" len="med"/>
          </a:ln>
        </p:spPr>
      </p:cxnSp>
      <p:cxnSp>
        <p:nvCxnSpPr>
          <p:cNvPr id="837" name="Google Shape;837;p27"/>
          <p:cNvCxnSpPr>
            <a:stCxn id="815" idx="6"/>
            <a:endCxn id="816" idx="2"/>
          </p:cNvCxnSpPr>
          <p:nvPr/>
        </p:nvCxnSpPr>
        <p:spPr>
          <a:xfrm rot="10800000" flipH="1">
            <a:off x="6463045" y="2718893"/>
            <a:ext cx="1569000" cy="1597800"/>
          </a:xfrm>
          <a:prstGeom prst="straightConnector1">
            <a:avLst/>
          </a:prstGeom>
          <a:noFill/>
          <a:ln w="19050" cap="flat" cmpd="sng">
            <a:solidFill>
              <a:schemeClr val="dk1"/>
            </a:solidFill>
            <a:prstDash val="solid"/>
            <a:miter lim="800000"/>
            <a:headEnd type="none" w="sm" len="sm"/>
            <a:tailEnd type="triangle" w="med" len="med"/>
          </a:ln>
        </p:spPr>
      </p:cxnSp>
      <p:sp>
        <p:nvSpPr>
          <p:cNvPr id="838" name="Google Shape;838;p27"/>
          <p:cNvSpPr txBox="1"/>
          <p:nvPr/>
        </p:nvSpPr>
        <p:spPr>
          <a:xfrm>
            <a:off x="676140" y="2760097"/>
            <a:ext cx="2601533"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Palatino Linotype"/>
              <a:buNone/>
            </a:pPr>
            <a:r>
              <a:rPr lang="en-US" sz="2000" b="0" i="0" u="none" strike="noStrike" cap="none">
                <a:solidFill>
                  <a:srgbClr val="000000"/>
                </a:solidFill>
                <a:latin typeface="Palatino Linotype"/>
                <a:ea typeface="Palatino Linotype"/>
                <a:cs typeface="Palatino Linotype"/>
                <a:sym typeface="Palatino Linotype"/>
              </a:rPr>
              <a:t>input layer (activation function = identity)</a:t>
            </a:r>
            <a:endParaRPr/>
          </a:p>
        </p:txBody>
      </p:sp>
      <p:sp>
        <p:nvSpPr>
          <p:cNvPr id="839" name="Google Shape;839;p27"/>
          <p:cNvSpPr txBox="1"/>
          <p:nvPr/>
        </p:nvSpPr>
        <p:spPr>
          <a:xfrm>
            <a:off x="9032382" y="2918231"/>
            <a:ext cx="2601533"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Palatino Linotype"/>
              <a:buNone/>
            </a:pPr>
            <a:r>
              <a:rPr lang="en-US" sz="2000" b="0" i="0" u="none" strike="noStrike" cap="none">
                <a:solidFill>
                  <a:srgbClr val="000000"/>
                </a:solidFill>
                <a:latin typeface="Palatino Linotype"/>
                <a:ea typeface="Palatino Linotype"/>
                <a:cs typeface="Palatino Linotype"/>
                <a:sym typeface="Palatino Linotype"/>
              </a:rPr>
              <a:t>output layer</a:t>
            </a:r>
            <a:endParaRPr/>
          </a:p>
        </p:txBody>
      </p:sp>
      <p:sp>
        <p:nvSpPr>
          <p:cNvPr id="840" name="Google Shape;840;p27"/>
          <p:cNvSpPr txBox="1"/>
          <p:nvPr/>
        </p:nvSpPr>
        <p:spPr>
          <a:xfrm>
            <a:off x="4885380" y="5039176"/>
            <a:ext cx="2601533" cy="40011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Palatino Linotype"/>
              <a:buNone/>
            </a:pPr>
            <a:r>
              <a:rPr lang="en-US" sz="2000" b="0" i="0" u="none" strike="noStrike" cap="none">
                <a:solidFill>
                  <a:srgbClr val="000000"/>
                </a:solidFill>
                <a:latin typeface="Palatino Linotype"/>
                <a:ea typeface="Palatino Linotype"/>
                <a:cs typeface="Palatino Linotype"/>
                <a:sym typeface="Palatino Linotype"/>
              </a:rPr>
              <a:t>hidden layer</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28"/>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Training one neuron</a:t>
            </a:r>
            <a:endParaRPr/>
          </a:p>
        </p:txBody>
      </p:sp>
      <p:sp>
        <p:nvSpPr>
          <p:cNvPr id="846" name="Google Shape;846;p28"/>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Start with some initial weights </a:t>
            </a:r>
            <a:r>
              <a:rPr lang="en-US" i="1"/>
              <a:t>w = [w</a:t>
            </a:r>
            <a:r>
              <a:rPr lang="en-US" i="1" baseline="-25000"/>
              <a:t>0</a:t>
            </a:r>
            <a:r>
              <a:rPr lang="en-US" i="1"/>
              <a:t>, w</a:t>
            </a:r>
            <a:r>
              <a:rPr lang="en-US" i="1" baseline="-25000"/>
              <a:t>1</a:t>
            </a:r>
            <a:r>
              <a:rPr lang="en-US" i="1"/>
              <a:t>, …]</a:t>
            </a:r>
            <a:endParaRPr/>
          </a:p>
          <a:p>
            <a:pPr marL="417683" lvl="0" indent="-417683" algn="l" rtl="0">
              <a:lnSpc>
                <a:spcPct val="100000"/>
              </a:lnSpc>
              <a:spcBef>
                <a:spcPts val="2022"/>
              </a:spcBef>
              <a:spcAft>
                <a:spcPts val="0"/>
              </a:spcAft>
              <a:buSzPts val="3900"/>
              <a:buChar char="▸"/>
            </a:pPr>
            <a:r>
              <a:rPr lang="en-US" i="1"/>
              <a:t>Repeat until convergence</a:t>
            </a:r>
            <a:endParaRPr/>
          </a:p>
          <a:p>
            <a:pPr marL="975345" lvl="1" indent="-325115" algn="l" rtl="0">
              <a:lnSpc>
                <a:spcPct val="100000"/>
              </a:lnSpc>
              <a:spcBef>
                <a:spcPts val="711"/>
              </a:spcBef>
              <a:spcAft>
                <a:spcPts val="0"/>
              </a:spcAft>
              <a:buSzPts val="3400"/>
              <a:buChar char="▪"/>
            </a:pPr>
            <a:r>
              <a:rPr lang="en-US"/>
              <a:t>For each input </a:t>
            </a:r>
            <a:r>
              <a:rPr lang="en-US" i="1"/>
              <a:t>x</a:t>
            </a:r>
            <a:r>
              <a:rPr lang="en-US" i="1" baseline="30000"/>
              <a:t>j</a:t>
            </a:r>
            <a:r>
              <a:rPr lang="en-US"/>
              <a:t>, use the current weights </a:t>
            </a:r>
            <a:r>
              <a:rPr lang="en-US" i="1"/>
              <a:t>w</a:t>
            </a:r>
            <a:r>
              <a:rPr lang="en-US"/>
              <a:t> to compute the output of the </a:t>
            </a:r>
            <a:r>
              <a:rPr lang="en-US">
                <a:solidFill>
                  <a:srgbClr val="FF0000"/>
                </a:solidFill>
              </a:rPr>
              <a:t>neuron</a:t>
            </a:r>
            <a:r>
              <a:rPr lang="en-US"/>
              <a:t> </a:t>
            </a:r>
            <a:r>
              <a:rPr lang="en-US" i="1"/>
              <a:t>f</a:t>
            </a:r>
            <a:r>
              <a:rPr lang="en-US" i="1" baseline="-25000"/>
              <a:t>w</a:t>
            </a:r>
            <a:r>
              <a:rPr lang="en-US" i="1"/>
              <a:t>(x</a:t>
            </a:r>
            <a:r>
              <a:rPr lang="en-US" i="1" baseline="30000"/>
              <a:t>j</a:t>
            </a:r>
            <a:r>
              <a:rPr lang="en-US" i="1"/>
              <a:t>)</a:t>
            </a:r>
            <a:r>
              <a:rPr lang="en-US"/>
              <a:t> (call it </a:t>
            </a:r>
            <a:r>
              <a:rPr lang="en-US" i="1"/>
              <a:t>o</a:t>
            </a:r>
            <a:r>
              <a:rPr lang="en-US" i="1" baseline="30000"/>
              <a:t>j</a:t>
            </a:r>
            <a:r>
              <a:rPr lang="en-US"/>
              <a:t>)</a:t>
            </a:r>
            <a:endParaRPr/>
          </a:p>
          <a:p>
            <a:pPr marL="975345" lvl="1" indent="-325115" algn="l" rtl="0">
              <a:lnSpc>
                <a:spcPct val="100000"/>
              </a:lnSpc>
              <a:spcBef>
                <a:spcPts val="711"/>
              </a:spcBef>
              <a:spcAft>
                <a:spcPts val="0"/>
              </a:spcAft>
              <a:buSzPts val="3400"/>
              <a:buChar char="▪"/>
            </a:pPr>
            <a:r>
              <a:rPr lang="en-US"/>
              <a:t>Compute the loss </a:t>
            </a:r>
            <a:r>
              <a:rPr lang="en-US" i="1"/>
              <a:t>E(w)</a:t>
            </a:r>
            <a:r>
              <a:rPr lang="en-US"/>
              <a:t> between </a:t>
            </a:r>
            <a:r>
              <a:rPr lang="en-US" i="1"/>
              <a:t>f</a:t>
            </a:r>
            <a:r>
              <a:rPr lang="en-US" i="1" baseline="-25000"/>
              <a:t>w</a:t>
            </a:r>
            <a:r>
              <a:rPr lang="en-US" i="1"/>
              <a:t>(x</a:t>
            </a:r>
            <a:r>
              <a:rPr lang="en-US" i="1" baseline="30000"/>
              <a:t>j</a:t>
            </a:r>
            <a:r>
              <a:rPr lang="en-US" i="1"/>
              <a:t>)</a:t>
            </a:r>
            <a:r>
              <a:rPr lang="en-US"/>
              <a:t> and </a:t>
            </a:r>
            <a:r>
              <a:rPr lang="en-US" i="1"/>
              <a:t>y</a:t>
            </a:r>
            <a:r>
              <a:rPr lang="en-US" i="1" baseline="30000"/>
              <a:t>j</a:t>
            </a:r>
            <a:endParaRPr i="1"/>
          </a:p>
          <a:p>
            <a:pPr marL="975345" lvl="1" indent="-325115" algn="l" rtl="0">
              <a:lnSpc>
                <a:spcPct val="100000"/>
              </a:lnSpc>
              <a:spcBef>
                <a:spcPts val="711"/>
              </a:spcBef>
              <a:spcAft>
                <a:spcPts val="0"/>
              </a:spcAft>
              <a:buSzPts val="3400"/>
              <a:buChar char="▪"/>
            </a:pPr>
            <a:r>
              <a:rPr lang="en-US"/>
              <a:t>Compute the gradient of the loss wrt each </a:t>
            </a:r>
            <a:r>
              <a:rPr lang="en-US" i="1"/>
              <a:t>w</a:t>
            </a:r>
            <a:r>
              <a:rPr lang="en-US" i="1" baseline="-25000"/>
              <a:t>i</a:t>
            </a:r>
            <a:endParaRPr i="1" baseline="-25000"/>
          </a:p>
          <a:p>
            <a:pPr marL="975345" lvl="1" indent="-108390" algn="l" rtl="0">
              <a:lnSpc>
                <a:spcPct val="100000"/>
              </a:lnSpc>
              <a:spcBef>
                <a:spcPts val="711"/>
              </a:spcBef>
              <a:spcAft>
                <a:spcPts val="0"/>
              </a:spcAft>
              <a:buSzPts val="3413"/>
              <a:buNone/>
            </a:pPr>
            <a:endParaRPr i="1" baseline="-25000"/>
          </a:p>
          <a:p>
            <a:pPr marL="975345" lvl="1" indent="-108390" algn="l" rtl="0">
              <a:lnSpc>
                <a:spcPct val="100000"/>
              </a:lnSpc>
              <a:spcBef>
                <a:spcPts val="711"/>
              </a:spcBef>
              <a:spcAft>
                <a:spcPts val="0"/>
              </a:spcAft>
              <a:buSzPts val="3413"/>
              <a:buNone/>
            </a:pPr>
            <a:endParaRPr i="1" baseline="-25000"/>
          </a:p>
          <a:p>
            <a:pPr marL="975345" lvl="1" indent="-108390" algn="l" rtl="0">
              <a:lnSpc>
                <a:spcPct val="100000"/>
              </a:lnSpc>
              <a:spcBef>
                <a:spcPts val="711"/>
              </a:spcBef>
              <a:spcAft>
                <a:spcPts val="0"/>
              </a:spcAft>
              <a:buSzPts val="3413"/>
              <a:buNone/>
            </a:pPr>
            <a:endParaRPr i="1" baseline="-25000"/>
          </a:p>
          <a:p>
            <a:pPr marL="975345" lvl="1" indent="-108390" algn="l" rtl="0">
              <a:lnSpc>
                <a:spcPct val="100000"/>
              </a:lnSpc>
              <a:spcBef>
                <a:spcPts val="711"/>
              </a:spcBef>
              <a:spcAft>
                <a:spcPts val="0"/>
              </a:spcAft>
              <a:buSzPts val="3413"/>
              <a:buNone/>
            </a:pPr>
            <a:endParaRPr i="1" baseline="-25000"/>
          </a:p>
          <a:p>
            <a:pPr marL="975345" lvl="1" indent="-325115" algn="l" rtl="0">
              <a:lnSpc>
                <a:spcPct val="100000"/>
              </a:lnSpc>
              <a:spcBef>
                <a:spcPts val="711"/>
              </a:spcBef>
              <a:spcAft>
                <a:spcPts val="0"/>
              </a:spcAft>
              <a:buSzPts val="3400"/>
              <a:buChar char="▪"/>
            </a:pPr>
            <a:r>
              <a:rPr lang="en-US"/>
              <a:t>Update each weight </a:t>
            </a:r>
            <a:r>
              <a:rPr lang="en-US" i="1"/>
              <a:t>w</a:t>
            </a:r>
            <a:r>
              <a:rPr lang="en-US" i="1" baseline="-25000"/>
              <a:t>i</a:t>
            </a:r>
            <a:r>
              <a:rPr lang="en-US"/>
              <a:t> based on the gradient</a:t>
            </a:r>
            <a:endParaRPr/>
          </a:p>
        </p:txBody>
      </p:sp>
      <p:pic>
        <p:nvPicPr>
          <p:cNvPr id="847" name="Google Shape;847;p28"/>
          <p:cNvPicPr preferRelativeResize="0"/>
          <p:nvPr/>
        </p:nvPicPr>
        <p:blipFill rotWithShape="1">
          <a:blip r:embed="rId3">
            <a:alphaModFix/>
          </a:blip>
          <a:srcRect/>
          <a:stretch/>
        </p:blipFill>
        <p:spPr>
          <a:xfrm>
            <a:off x="3031412" y="6086758"/>
            <a:ext cx="5811791" cy="1095299"/>
          </a:xfrm>
          <a:prstGeom prst="rect">
            <a:avLst/>
          </a:prstGeom>
          <a:noFill/>
          <a:ln>
            <a:noFill/>
          </a:ln>
        </p:spPr>
      </p:pic>
      <p:pic>
        <p:nvPicPr>
          <p:cNvPr id="848" name="Google Shape;848;p28"/>
          <p:cNvPicPr preferRelativeResize="0"/>
          <p:nvPr/>
        </p:nvPicPr>
        <p:blipFill rotWithShape="1">
          <a:blip r:embed="rId4">
            <a:alphaModFix/>
          </a:blip>
          <a:srcRect/>
          <a:stretch/>
        </p:blipFill>
        <p:spPr>
          <a:xfrm>
            <a:off x="3838899" y="8205608"/>
            <a:ext cx="3162300" cy="10287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29"/>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Same idea as single neuron</a:t>
            </a:r>
            <a:endParaRPr/>
          </a:p>
        </p:txBody>
      </p:sp>
      <p:sp>
        <p:nvSpPr>
          <p:cNvPr id="854" name="Google Shape;854;p29"/>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Start with some initial weights </a:t>
            </a:r>
            <a:r>
              <a:rPr lang="en-US" i="1"/>
              <a:t>w = [w</a:t>
            </a:r>
            <a:r>
              <a:rPr lang="en-US" i="1" baseline="-25000"/>
              <a:t>0</a:t>
            </a:r>
            <a:r>
              <a:rPr lang="en-US" i="1"/>
              <a:t>, w</a:t>
            </a:r>
            <a:r>
              <a:rPr lang="en-US" i="1" baseline="-25000"/>
              <a:t>1</a:t>
            </a:r>
            <a:r>
              <a:rPr lang="en-US" i="1"/>
              <a:t>, …]</a:t>
            </a:r>
            <a:endParaRPr/>
          </a:p>
          <a:p>
            <a:pPr marL="417683" lvl="0" indent="-417683" algn="l" rtl="0">
              <a:lnSpc>
                <a:spcPct val="100000"/>
              </a:lnSpc>
              <a:spcBef>
                <a:spcPts val="2022"/>
              </a:spcBef>
              <a:spcAft>
                <a:spcPts val="0"/>
              </a:spcAft>
              <a:buSzPts val="3900"/>
              <a:buChar char="▸"/>
            </a:pPr>
            <a:r>
              <a:rPr lang="en-US" i="1"/>
              <a:t>Repeat until convergence</a:t>
            </a:r>
            <a:endParaRPr/>
          </a:p>
          <a:p>
            <a:pPr marL="975345" lvl="1" indent="-325115" algn="l" rtl="0">
              <a:lnSpc>
                <a:spcPct val="100000"/>
              </a:lnSpc>
              <a:spcBef>
                <a:spcPts val="711"/>
              </a:spcBef>
              <a:spcAft>
                <a:spcPts val="0"/>
              </a:spcAft>
              <a:buSzPts val="3400"/>
              <a:buChar char="▪"/>
            </a:pPr>
            <a:r>
              <a:rPr lang="en-US"/>
              <a:t>For each input </a:t>
            </a:r>
            <a:r>
              <a:rPr lang="en-US" i="1"/>
              <a:t>x</a:t>
            </a:r>
            <a:r>
              <a:rPr lang="en-US" i="1" baseline="30000"/>
              <a:t>j</a:t>
            </a:r>
            <a:r>
              <a:rPr lang="en-US"/>
              <a:t>, use the current weights </a:t>
            </a:r>
            <a:r>
              <a:rPr lang="en-US" i="1"/>
              <a:t>w</a:t>
            </a:r>
            <a:r>
              <a:rPr lang="en-US"/>
              <a:t> to compute the output of the </a:t>
            </a:r>
            <a:r>
              <a:rPr lang="en-US">
                <a:solidFill>
                  <a:srgbClr val="FF0000"/>
                </a:solidFill>
              </a:rPr>
              <a:t>network</a:t>
            </a:r>
            <a:r>
              <a:rPr lang="en-US"/>
              <a:t> </a:t>
            </a:r>
            <a:r>
              <a:rPr lang="en-US" i="1"/>
              <a:t>f</a:t>
            </a:r>
            <a:r>
              <a:rPr lang="en-US" i="1" baseline="-25000"/>
              <a:t>w</a:t>
            </a:r>
            <a:r>
              <a:rPr lang="en-US" i="1"/>
              <a:t>(x</a:t>
            </a:r>
            <a:r>
              <a:rPr lang="en-US" i="1" baseline="30000"/>
              <a:t>j</a:t>
            </a:r>
            <a:r>
              <a:rPr lang="en-US" i="1"/>
              <a:t>)</a:t>
            </a:r>
            <a:endParaRPr/>
          </a:p>
          <a:p>
            <a:pPr marL="975345" lvl="1" indent="-325115" algn="l" rtl="0">
              <a:lnSpc>
                <a:spcPct val="100000"/>
              </a:lnSpc>
              <a:spcBef>
                <a:spcPts val="711"/>
              </a:spcBef>
              <a:spcAft>
                <a:spcPts val="0"/>
              </a:spcAft>
              <a:buSzPts val="3400"/>
              <a:buChar char="▪"/>
            </a:pPr>
            <a:r>
              <a:rPr lang="en-US"/>
              <a:t>Compute the loss </a:t>
            </a:r>
            <a:r>
              <a:rPr lang="en-US" i="1"/>
              <a:t>E(w)</a:t>
            </a:r>
            <a:r>
              <a:rPr lang="en-US"/>
              <a:t> between </a:t>
            </a:r>
            <a:r>
              <a:rPr lang="en-US" i="1"/>
              <a:t>f</a:t>
            </a:r>
            <a:r>
              <a:rPr lang="en-US" i="1" baseline="-25000"/>
              <a:t>w</a:t>
            </a:r>
            <a:r>
              <a:rPr lang="en-US" i="1"/>
              <a:t>(x</a:t>
            </a:r>
            <a:r>
              <a:rPr lang="en-US" i="1" baseline="30000"/>
              <a:t>j</a:t>
            </a:r>
            <a:r>
              <a:rPr lang="en-US" i="1"/>
              <a:t>)</a:t>
            </a:r>
            <a:r>
              <a:rPr lang="en-US"/>
              <a:t> and </a:t>
            </a:r>
            <a:r>
              <a:rPr lang="en-US" i="1"/>
              <a:t>y</a:t>
            </a:r>
            <a:r>
              <a:rPr lang="en-US" i="1" baseline="30000"/>
              <a:t>j</a:t>
            </a:r>
            <a:endParaRPr i="1"/>
          </a:p>
          <a:p>
            <a:pPr marL="975345" lvl="1" indent="-325115" algn="l" rtl="0">
              <a:lnSpc>
                <a:spcPct val="100000"/>
              </a:lnSpc>
              <a:spcBef>
                <a:spcPts val="711"/>
              </a:spcBef>
              <a:spcAft>
                <a:spcPts val="0"/>
              </a:spcAft>
              <a:buSzPts val="3400"/>
              <a:buChar char="▪"/>
            </a:pPr>
            <a:r>
              <a:rPr lang="en-US"/>
              <a:t>Compute the gradient of the loss wrt each </a:t>
            </a:r>
            <a:r>
              <a:rPr lang="en-US" i="1"/>
              <a:t>w</a:t>
            </a:r>
            <a:r>
              <a:rPr lang="en-US" i="1" baseline="-25000"/>
              <a:t>i</a:t>
            </a:r>
            <a:endParaRPr i="1" baseline="-25000"/>
          </a:p>
          <a:p>
            <a:pPr marL="975345" lvl="1" indent="-108390" algn="l" rtl="0">
              <a:lnSpc>
                <a:spcPct val="100000"/>
              </a:lnSpc>
              <a:spcBef>
                <a:spcPts val="711"/>
              </a:spcBef>
              <a:spcAft>
                <a:spcPts val="0"/>
              </a:spcAft>
              <a:buSzPts val="3413"/>
              <a:buNone/>
            </a:pPr>
            <a:endParaRPr i="1" baseline="-25000"/>
          </a:p>
          <a:p>
            <a:pPr marL="1625575" lvl="2" indent="-325115" algn="l" rtl="0">
              <a:lnSpc>
                <a:spcPct val="100000"/>
              </a:lnSpc>
              <a:spcBef>
                <a:spcPts val="711"/>
              </a:spcBef>
              <a:spcAft>
                <a:spcPts val="0"/>
              </a:spcAft>
              <a:buSzPts val="2800"/>
              <a:buChar char="•"/>
            </a:pPr>
            <a:r>
              <a:rPr lang="en-US">
                <a:solidFill>
                  <a:srgbClr val="FF0000"/>
                </a:solidFill>
              </a:rPr>
              <a:t>slightly more complicated equation</a:t>
            </a:r>
            <a:endParaRPr i="1" baseline="-25000">
              <a:solidFill>
                <a:srgbClr val="FF0000"/>
              </a:solidFill>
            </a:endParaRPr>
          </a:p>
          <a:p>
            <a:pPr marL="975345" lvl="1" indent="-108390" algn="l" rtl="0">
              <a:lnSpc>
                <a:spcPct val="100000"/>
              </a:lnSpc>
              <a:spcBef>
                <a:spcPts val="711"/>
              </a:spcBef>
              <a:spcAft>
                <a:spcPts val="0"/>
              </a:spcAft>
              <a:buSzPts val="3413"/>
              <a:buNone/>
            </a:pPr>
            <a:endParaRPr i="1" baseline="-25000"/>
          </a:p>
          <a:p>
            <a:pPr marL="975345" lvl="1" indent="-108390" algn="l" rtl="0">
              <a:lnSpc>
                <a:spcPct val="100000"/>
              </a:lnSpc>
              <a:spcBef>
                <a:spcPts val="711"/>
              </a:spcBef>
              <a:spcAft>
                <a:spcPts val="0"/>
              </a:spcAft>
              <a:buSzPts val="3413"/>
              <a:buNone/>
            </a:pPr>
            <a:endParaRPr i="1" baseline="-25000"/>
          </a:p>
          <a:p>
            <a:pPr marL="975345" lvl="1" indent="-325115" algn="l" rtl="0">
              <a:lnSpc>
                <a:spcPct val="100000"/>
              </a:lnSpc>
              <a:spcBef>
                <a:spcPts val="711"/>
              </a:spcBef>
              <a:spcAft>
                <a:spcPts val="0"/>
              </a:spcAft>
              <a:buSzPts val="3400"/>
              <a:buChar char="▪"/>
            </a:pPr>
            <a:r>
              <a:rPr lang="en-US"/>
              <a:t>Update each weight </a:t>
            </a:r>
            <a:r>
              <a:rPr lang="en-US" i="1"/>
              <a:t>w</a:t>
            </a:r>
            <a:r>
              <a:rPr lang="en-US" i="1" baseline="-25000"/>
              <a:t>i</a:t>
            </a:r>
            <a:r>
              <a:rPr lang="en-US"/>
              <a:t> based on the gradient</a:t>
            </a:r>
            <a:endParaRPr/>
          </a:p>
        </p:txBody>
      </p:sp>
      <p:pic>
        <p:nvPicPr>
          <p:cNvPr id="855" name="Google Shape;855;p29"/>
          <p:cNvPicPr preferRelativeResize="0"/>
          <p:nvPr/>
        </p:nvPicPr>
        <p:blipFill rotWithShape="1">
          <a:blip r:embed="rId3">
            <a:alphaModFix/>
          </a:blip>
          <a:srcRect/>
          <a:stretch/>
        </p:blipFill>
        <p:spPr>
          <a:xfrm>
            <a:off x="3838899" y="8205608"/>
            <a:ext cx="3162300" cy="10287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59"/>
        <p:cNvGrpSpPr/>
        <p:nvPr/>
      </p:nvGrpSpPr>
      <p:grpSpPr>
        <a:xfrm>
          <a:off x="0" y="0"/>
          <a:ext cx="0" cy="0"/>
          <a:chOff x="0" y="0"/>
          <a:chExt cx="0" cy="0"/>
        </a:xfrm>
      </p:grpSpPr>
      <p:sp>
        <p:nvSpPr>
          <p:cNvPr id="860" name="Google Shape;860;p30"/>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Intuition</a:t>
            </a:r>
            <a:endParaRPr/>
          </a:p>
        </p:txBody>
      </p:sp>
      <p:sp>
        <p:nvSpPr>
          <p:cNvPr id="861" name="Google Shape;861;p30"/>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The math becomes complicated. I don’t expect you to know the equations off the top of your mind.</a:t>
            </a:r>
            <a:endParaRPr/>
          </a:p>
          <a:p>
            <a:pPr marL="417683" lvl="0" indent="-417683" algn="l" rtl="0">
              <a:lnSpc>
                <a:spcPct val="100000"/>
              </a:lnSpc>
              <a:spcBef>
                <a:spcPts val="2022"/>
              </a:spcBef>
              <a:spcAft>
                <a:spcPts val="0"/>
              </a:spcAft>
              <a:buSzPts val="3900"/>
              <a:buChar char="▸"/>
            </a:pPr>
            <a:r>
              <a:rPr lang="en-US"/>
              <a:t>But it’s important to understand the intuition.</a:t>
            </a:r>
            <a:endParaRPr/>
          </a:p>
          <a:p>
            <a:pPr marL="417683" lvl="0" indent="-164826" algn="l" rtl="0">
              <a:lnSpc>
                <a:spcPct val="100000"/>
              </a:lnSpc>
              <a:spcBef>
                <a:spcPts val="2022"/>
              </a:spcBef>
              <a:spcAft>
                <a:spcPts val="0"/>
              </a:spcAft>
              <a:buSzPts val="3982"/>
              <a:buNone/>
            </a:pPr>
            <a:endParaRPr/>
          </a:p>
          <a:p>
            <a:pPr marL="417683" lvl="0" indent="-417683" algn="l" rtl="0">
              <a:lnSpc>
                <a:spcPct val="100000"/>
              </a:lnSpc>
              <a:spcBef>
                <a:spcPts val="2022"/>
              </a:spcBef>
              <a:spcAft>
                <a:spcPts val="0"/>
              </a:spcAft>
              <a:buSzPts val="3900"/>
              <a:buChar char="▸"/>
            </a:pPr>
            <a:r>
              <a:rPr lang="en-US"/>
              <a:t>Lots of resources online: here’s a good one… </a:t>
            </a:r>
            <a:r>
              <a:rPr lang="en-US" u="sng">
                <a:solidFill>
                  <a:schemeClr val="hlink"/>
                </a:solidFill>
                <a:hlinkClick r:id="rId3"/>
              </a:rPr>
              <a:t>https://www.youtube.com/watch?v=Ilg3gGewQ5U</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31"/>
          <p:cNvSpPr/>
          <p:nvPr/>
        </p:nvSpPr>
        <p:spPr>
          <a:xfrm>
            <a:off x="5497056" y="7383140"/>
            <a:ext cx="455201" cy="1367271"/>
          </a:xfrm>
          <a:prstGeom prst="rect">
            <a:avLst/>
          </a:prstGeom>
          <a:solidFill>
            <a:srgbClr val="EDED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867" name="Google Shape;867;p31"/>
          <p:cNvSpPr/>
          <p:nvPr/>
        </p:nvSpPr>
        <p:spPr>
          <a:xfrm>
            <a:off x="5497056" y="5181393"/>
            <a:ext cx="455201" cy="1367271"/>
          </a:xfrm>
          <a:prstGeom prst="rect">
            <a:avLst/>
          </a:prstGeom>
          <a:solidFill>
            <a:srgbClr val="EDED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868" name="Google Shape;868;p31"/>
          <p:cNvSpPr/>
          <p:nvPr/>
        </p:nvSpPr>
        <p:spPr>
          <a:xfrm>
            <a:off x="1726858" y="5219085"/>
            <a:ext cx="1922517" cy="1367271"/>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869" name="Google Shape;869;p31"/>
          <p:cNvSpPr/>
          <p:nvPr/>
        </p:nvSpPr>
        <p:spPr>
          <a:xfrm>
            <a:off x="3925731" y="5196667"/>
            <a:ext cx="1569074" cy="1367271"/>
          </a:xfrm>
          <a:prstGeom prst="rect">
            <a:avLst/>
          </a:prstGeom>
          <a:solidFill>
            <a:srgbClr val="F7C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870" name="Google Shape;870;p31"/>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There is a structure here</a:t>
            </a:r>
            <a:endParaRPr/>
          </a:p>
        </p:txBody>
      </p:sp>
      <p:sp>
        <p:nvSpPr>
          <p:cNvPr id="871" name="Google Shape;871;p31"/>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72" name="Google Shape;872;p31"/>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73" name="Google Shape;873;p31"/>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74" name="Google Shape;874;p31"/>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75" name="Google Shape;875;p31"/>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876" name="Google Shape;876;p31"/>
          <p:cNvSpPr/>
          <p:nvPr/>
        </p:nvSpPr>
        <p:spPr>
          <a:xfrm>
            <a:off x="8055732" y="289115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877" name="Google Shape;877;p31"/>
          <p:cNvCxnSpPr>
            <a:endCxn id="874" idx="2"/>
          </p:cNvCxnSpPr>
          <p:nvPr/>
        </p:nvCxnSpPr>
        <p:spPr>
          <a:xfrm>
            <a:off x="4340254" y="2416717"/>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878" name="Google Shape;878;p31"/>
          <p:cNvCxnSpPr>
            <a:endCxn id="875" idx="2"/>
          </p:cNvCxnSpPr>
          <p:nvPr/>
        </p:nvCxnSpPr>
        <p:spPr>
          <a:xfrm>
            <a:off x="4340254" y="2416755"/>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879" name="Google Shape;879;p31"/>
          <p:cNvCxnSpPr>
            <a:stCxn id="872" idx="6"/>
            <a:endCxn id="874"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880" name="Google Shape;880;p31"/>
          <p:cNvCxnSpPr>
            <a:stCxn id="872" idx="6"/>
            <a:endCxn id="875"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881" name="Google Shape;881;p31"/>
          <p:cNvCxnSpPr>
            <a:stCxn id="873" idx="6"/>
            <a:endCxn id="874"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882" name="Google Shape;882;p31"/>
          <p:cNvCxnSpPr>
            <a:stCxn id="873" idx="6"/>
            <a:endCxn id="875"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883" name="Google Shape;883;p31"/>
          <p:cNvCxnSpPr>
            <a:stCxn id="874" idx="6"/>
          </p:cNvCxnSpPr>
          <p:nvPr/>
        </p:nvCxnSpPr>
        <p:spPr>
          <a:xfrm>
            <a:off x="6463045" y="2718817"/>
            <a:ext cx="1569000" cy="451200"/>
          </a:xfrm>
          <a:prstGeom prst="straightConnector1">
            <a:avLst/>
          </a:prstGeom>
          <a:noFill/>
          <a:ln w="19050" cap="flat" cmpd="sng">
            <a:solidFill>
              <a:srgbClr val="C00000"/>
            </a:solidFill>
            <a:prstDash val="solid"/>
            <a:miter lim="800000"/>
            <a:headEnd type="none" w="sm" len="sm"/>
            <a:tailEnd type="triangle" w="med" len="med"/>
          </a:ln>
        </p:spPr>
      </p:cxnSp>
      <p:cxnSp>
        <p:nvCxnSpPr>
          <p:cNvPr id="884" name="Google Shape;884;p31"/>
          <p:cNvCxnSpPr>
            <a:stCxn id="875" idx="6"/>
            <a:endCxn id="876" idx="2"/>
          </p:cNvCxnSpPr>
          <p:nvPr/>
        </p:nvCxnSpPr>
        <p:spPr>
          <a:xfrm rot="10800000" flipH="1">
            <a:off x="6463045" y="3161655"/>
            <a:ext cx="1592700" cy="356100"/>
          </a:xfrm>
          <a:prstGeom prst="straightConnector1">
            <a:avLst/>
          </a:prstGeom>
          <a:noFill/>
          <a:ln w="19050" cap="flat" cmpd="sng">
            <a:solidFill>
              <a:schemeClr val="dk1"/>
            </a:solidFill>
            <a:prstDash val="solid"/>
            <a:miter lim="800000"/>
            <a:headEnd type="none" w="sm" len="sm"/>
            <a:tailEnd type="triangle" w="med" len="med"/>
          </a:ln>
        </p:spPr>
      </p:cxnSp>
      <p:cxnSp>
        <p:nvCxnSpPr>
          <p:cNvPr id="885" name="Google Shape;885;p31"/>
          <p:cNvCxnSpPr>
            <a:stCxn id="876" idx="6"/>
          </p:cNvCxnSpPr>
          <p:nvPr/>
        </p:nvCxnSpPr>
        <p:spPr>
          <a:xfrm>
            <a:off x="8609523" y="3161609"/>
            <a:ext cx="682500" cy="8400"/>
          </a:xfrm>
          <a:prstGeom prst="straightConnector1">
            <a:avLst/>
          </a:prstGeom>
          <a:noFill/>
          <a:ln w="19050" cap="flat" cmpd="sng">
            <a:solidFill>
              <a:schemeClr val="dk1"/>
            </a:solidFill>
            <a:prstDash val="solid"/>
            <a:miter lim="800000"/>
            <a:headEnd type="none" w="sm" len="sm"/>
            <a:tailEnd type="triangle" w="med" len="med"/>
          </a:ln>
        </p:spPr>
      </p:cxnSp>
      <p:sp>
        <p:nvSpPr>
          <p:cNvPr id="886" name="Google Shape;886;p31"/>
          <p:cNvSpPr txBox="1"/>
          <p:nvPr/>
        </p:nvSpPr>
        <p:spPr>
          <a:xfrm>
            <a:off x="4848895" y="20846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887" name="Google Shape;887;p31"/>
          <p:cNvSpPr txBox="1"/>
          <p:nvPr/>
        </p:nvSpPr>
        <p:spPr>
          <a:xfrm>
            <a:off x="3856296" y="2147432"/>
            <a:ext cx="44114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25000">
                <a:solidFill>
                  <a:srgbClr val="000000"/>
                </a:solidFill>
                <a:latin typeface="Palatino Linotype"/>
                <a:ea typeface="Palatino Linotype"/>
                <a:cs typeface="Palatino Linotype"/>
                <a:sym typeface="Palatino Linotype"/>
              </a:rPr>
              <a:t>0</a:t>
            </a:r>
            <a:endParaRPr/>
          </a:p>
        </p:txBody>
      </p:sp>
      <p:sp>
        <p:nvSpPr>
          <p:cNvPr id="888" name="Google Shape;888;p31"/>
          <p:cNvSpPr txBox="1"/>
          <p:nvPr/>
        </p:nvSpPr>
        <p:spPr>
          <a:xfrm>
            <a:off x="3856296" y="2996346"/>
            <a:ext cx="44114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25000">
                <a:solidFill>
                  <a:srgbClr val="000000"/>
                </a:solidFill>
                <a:latin typeface="Palatino Linotype"/>
                <a:ea typeface="Palatino Linotype"/>
                <a:cs typeface="Palatino Linotype"/>
                <a:sym typeface="Palatino Linotype"/>
              </a:rPr>
              <a:t>1</a:t>
            </a:r>
            <a:endParaRPr/>
          </a:p>
        </p:txBody>
      </p:sp>
      <p:sp>
        <p:nvSpPr>
          <p:cNvPr id="889" name="Google Shape;889;p31"/>
          <p:cNvSpPr txBox="1"/>
          <p:nvPr/>
        </p:nvSpPr>
        <p:spPr>
          <a:xfrm>
            <a:off x="3842711" y="3828669"/>
            <a:ext cx="44114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25000">
                <a:solidFill>
                  <a:srgbClr val="000000"/>
                </a:solidFill>
                <a:latin typeface="Palatino Linotype"/>
                <a:ea typeface="Palatino Linotype"/>
                <a:cs typeface="Palatino Linotype"/>
                <a:sym typeface="Palatino Linotype"/>
              </a:rPr>
              <a:t>2</a:t>
            </a:r>
            <a:endParaRPr/>
          </a:p>
        </p:txBody>
      </p:sp>
      <p:sp>
        <p:nvSpPr>
          <p:cNvPr id="890" name="Google Shape;890;p31"/>
          <p:cNvSpPr txBox="1"/>
          <p:nvPr/>
        </p:nvSpPr>
        <p:spPr>
          <a:xfrm>
            <a:off x="6429080" y="2363598"/>
            <a:ext cx="39786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h</a:t>
            </a:r>
            <a:r>
              <a:rPr lang="en-US" sz="2000" b="0" i="1" u="none" strike="noStrike" cap="none" baseline="-25000">
                <a:solidFill>
                  <a:srgbClr val="000000"/>
                </a:solidFill>
                <a:latin typeface="Palatino Linotype"/>
                <a:ea typeface="Palatino Linotype"/>
                <a:cs typeface="Palatino Linotype"/>
                <a:sym typeface="Palatino Linotype"/>
              </a:rPr>
              <a:t>0</a:t>
            </a:r>
            <a:endParaRPr/>
          </a:p>
        </p:txBody>
      </p:sp>
      <p:sp>
        <p:nvSpPr>
          <p:cNvPr id="891" name="Google Shape;891;p31"/>
          <p:cNvSpPr txBox="1"/>
          <p:nvPr/>
        </p:nvSpPr>
        <p:spPr>
          <a:xfrm>
            <a:off x="6446638" y="3507547"/>
            <a:ext cx="39786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h</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892" name="Google Shape;892;p31"/>
          <p:cNvSpPr txBox="1"/>
          <p:nvPr/>
        </p:nvSpPr>
        <p:spPr>
          <a:xfrm>
            <a:off x="9292099" y="2947804"/>
            <a:ext cx="29848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o</a:t>
            </a:r>
            <a:endParaRPr sz="2000" b="0" i="1" u="none" strike="noStrike" cap="none" baseline="-25000">
              <a:solidFill>
                <a:srgbClr val="000000"/>
              </a:solidFill>
              <a:latin typeface="Palatino Linotype"/>
              <a:ea typeface="Palatino Linotype"/>
              <a:cs typeface="Palatino Linotype"/>
              <a:sym typeface="Palatino Linotype"/>
            </a:endParaRPr>
          </a:p>
        </p:txBody>
      </p:sp>
      <p:sp>
        <p:nvSpPr>
          <p:cNvPr id="893" name="Google Shape;893;p31"/>
          <p:cNvSpPr txBox="1"/>
          <p:nvPr/>
        </p:nvSpPr>
        <p:spPr>
          <a:xfrm>
            <a:off x="4860006" y="2536398"/>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894" name="Google Shape;894;p31"/>
          <p:cNvSpPr txBox="1"/>
          <p:nvPr/>
        </p:nvSpPr>
        <p:spPr>
          <a:xfrm>
            <a:off x="4631146" y="28471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895" name="Google Shape;895;p31"/>
          <p:cNvSpPr txBox="1"/>
          <p:nvPr/>
        </p:nvSpPr>
        <p:spPr>
          <a:xfrm>
            <a:off x="4657337" y="3147406"/>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896" name="Google Shape;896;p31"/>
          <p:cNvSpPr txBox="1"/>
          <p:nvPr/>
        </p:nvSpPr>
        <p:spPr>
          <a:xfrm>
            <a:off x="4603605" y="3414675"/>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5</a:t>
            </a:r>
            <a:endParaRPr/>
          </a:p>
        </p:txBody>
      </p:sp>
      <p:sp>
        <p:nvSpPr>
          <p:cNvPr id="897" name="Google Shape;897;p31"/>
          <p:cNvSpPr txBox="1"/>
          <p:nvPr/>
        </p:nvSpPr>
        <p:spPr>
          <a:xfrm>
            <a:off x="4652713" y="3722504"/>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6</a:t>
            </a:r>
            <a:endParaRPr/>
          </a:p>
        </p:txBody>
      </p:sp>
      <p:sp>
        <p:nvSpPr>
          <p:cNvPr id="898" name="Google Shape;898;p31"/>
          <p:cNvSpPr txBox="1"/>
          <p:nvPr/>
        </p:nvSpPr>
        <p:spPr>
          <a:xfrm>
            <a:off x="7078491" y="2571652"/>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7</a:t>
            </a:r>
            <a:endParaRPr/>
          </a:p>
        </p:txBody>
      </p:sp>
      <p:sp>
        <p:nvSpPr>
          <p:cNvPr id="899" name="Google Shape;899;p31"/>
          <p:cNvSpPr txBox="1"/>
          <p:nvPr/>
        </p:nvSpPr>
        <p:spPr>
          <a:xfrm>
            <a:off x="7071506" y="3313053"/>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8</a:t>
            </a:r>
            <a:endParaRPr/>
          </a:p>
        </p:txBody>
      </p:sp>
      <p:pic>
        <p:nvPicPr>
          <p:cNvPr id="900" name="Google Shape;900;p31"/>
          <p:cNvPicPr preferRelativeResize="0"/>
          <p:nvPr/>
        </p:nvPicPr>
        <p:blipFill rotWithShape="1">
          <a:blip r:embed="rId3">
            <a:alphaModFix/>
          </a:blip>
          <a:srcRect/>
          <a:stretch/>
        </p:blipFill>
        <p:spPr>
          <a:xfrm>
            <a:off x="351558" y="5365953"/>
            <a:ext cx="5600700" cy="1028700"/>
          </a:xfrm>
          <a:prstGeom prst="rect">
            <a:avLst/>
          </a:prstGeom>
          <a:noFill/>
          <a:ln>
            <a:noFill/>
          </a:ln>
        </p:spPr>
      </p:pic>
      <p:sp>
        <p:nvSpPr>
          <p:cNvPr id="901" name="Google Shape;901;p31"/>
          <p:cNvSpPr/>
          <p:nvPr/>
        </p:nvSpPr>
        <p:spPr>
          <a:xfrm>
            <a:off x="8361285" y="5219085"/>
            <a:ext cx="1922517" cy="1367271"/>
          </a:xfrm>
          <a:prstGeom prst="rect">
            <a:avLst/>
          </a:prstGeom>
          <a:solidFill>
            <a:srgbClr val="D8E2F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902" name="Google Shape;902;p31"/>
          <p:cNvSpPr/>
          <p:nvPr/>
        </p:nvSpPr>
        <p:spPr>
          <a:xfrm>
            <a:off x="10560158" y="5196667"/>
            <a:ext cx="1569074" cy="1367271"/>
          </a:xfrm>
          <a:prstGeom prst="rect">
            <a:avLst/>
          </a:prstGeom>
          <a:solidFill>
            <a:srgbClr val="F7CAA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903" name="Google Shape;903;p31"/>
          <p:cNvSpPr/>
          <p:nvPr/>
        </p:nvSpPr>
        <p:spPr>
          <a:xfrm>
            <a:off x="1711309" y="7405558"/>
            <a:ext cx="1922517" cy="1367271"/>
          </a:xfrm>
          <a:prstGeom prst="rect">
            <a:avLst/>
          </a:prstGeom>
          <a:solidFill>
            <a:srgbClr val="FFF2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904" name="Google Shape;904;p31"/>
          <p:cNvSpPr/>
          <p:nvPr/>
        </p:nvSpPr>
        <p:spPr>
          <a:xfrm>
            <a:off x="3910182" y="7383140"/>
            <a:ext cx="1569074" cy="1367271"/>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pic>
        <p:nvPicPr>
          <p:cNvPr id="905" name="Google Shape;905;p31"/>
          <p:cNvPicPr preferRelativeResize="0"/>
          <p:nvPr/>
        </p:nvPicPr>
        <p:blipFill rotWithShape="1">
          <a:blip r:embed="rId4">
            <a:alphaModFix/>
          </a:blip>
          <a:srcRect/>
          <a:stretch/>
        </p:blipFill>
        <p:spPr>
          <a:xfrm>
            <a:off x="7052544" y="5397066"/>
            <a:ext cx="5588000" cy="1028700"/>
          </a:xfrm>
          <a:prstGeom prst="rect">
            <a:avLst/>
          </a:prstGeom>
          <a:noFill/>
          <a:ln>
            <a:noFill/>
          </a:ln>
        </p:spPr>
      </p:pic>
      <p:pic>
        <p:nvPicPr>
          <p:cNvPr id="906" name="Google Shape;906;p31"/>
          <p:cNvPicPr preferRelativeResize="0"/>
          <p:nvPr/>
        </p:nvPicPr>
        <p:blipFill rotWithShape="1">
          <a:blip r:embed="rId5">
            <a:alphaModFix/>
          </a:blip>
          <a:srcRect/>
          <a:stretch/>
        </p:blipFill>
        <p:spPr>
          <a:xfrm>
            <a:off x="354360" y="7611960"/>
            <a:ext cx="5600700" cy="1028700"/>
          </a:xfrm>
          <a:prstGeom prst="rect">
            <a:avLst/>
          </a:prstGeom>
          <a:noFill/>
          <a:ln>
            <a:noFill/>
          </a:ln>
        </p:spPr>
      </p:pic>
      <p:sp>
        <p:nvSpPr>
          <p:cNvPr id="907" name="Google Shape;907;p31"/>
          <p:cNvSpPr/>
          <p:nvPr/>
        </p:nvSpPr>
        <p:spPr>
          <a:xfrm>
            <a:off x="8460060" y="7373850"/>
            <a:ext cx="1922517" cy="1367271"/>
          </a:xfrm>
          <a:prstGeom prst="rect">
            <a:avLst/>
          </a:prstGeom>
          <a:solidFill>
            <a:srgbClr val="FFF2C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908" name="Google Shape;908;p31"/>
          <p:cNvSpPr/>
          <p:nvPr/>
        </p:nvSpPr>
        <p:spPr>
          <a:xfrm>
            <a:off x="10658933" y="7351432"/>
            <a:ext cx="1569074" cy="1367271"/>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pic>
        <p:nvPicPr>
          <p:cNvPr id="909" name="Google Shape;909;p31"/>
          <p:cNvPicPr preferRelativeResize="0"/>
          <p:nvPr/>
        </p:nvPicPr>
        <p:blipFill rotWithShape="1">
          <a:blip r:embed="rId6">
            <a:alphaModFix/>
          </a:blip>
          <a:srcRect/>
          <a:stretch/>
        </p:blipFill>
        <p:spPr>
          <a:xfrm>
            <a:off x="7078491" y="7570640"/>
            <a:ext cx="5588000" cy="1028700"/>
          </a:xfrm>
          <a:prstGeom prst="rect">
            <a:avLst/>
          </a:prstGeom>
          <a:noFill/>
          <a:ln>
            <a:noFill/>
          </a:ln>
        </p:spPr>
      </p:pic>
      <p:sp>
        <p:nvSpPr>
          <p:cNvPr id="910" name="Google Shape;910;p31"/>
          <p:cNvSpPr/>
          <p:nvPr/>
        </p:nvSpPr>
        <p:spPr>
          <a:xfrm>
            <a:off x="12228007" y="7341368"/>
            <a:ext cx="455201" cy="1367271"/>
          </a:xfrm>
          <a:prstGeom prst="rect">
            <a:avLst/>
          </a:prstGeom>
          <a:solidFill>
            <a:srgbClr val="7030A0">
              <a:alpha val="2117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
        <p:nvSpPr>
          <p:cNvPr id="911" name="Google Shape;911;p31"/>
          <p:cNvSpPr/>
          <p:nvPr/>
        </p:nvSpPr>
        <p:spPr>
          <a:xfrm>
            <a:off x="12157287" y="5185890"/>
            <a:ext cx="455201" cy="1367271"/>
          </a:xfrm>
          <a:prstGeom prst="rect">
            <a:avLst/>
          </a:prstGeom>
          <a:solidFill>
            <a:srgbClr val="7030A0">
              <a:alpha val="2117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rgbClr val="D8E2F3"/>
              </a:solidFill>
              <a:latin typeface="Palatino Linotype"/>
              <a:ea typeface="Palatino Linotype"/>
              <a:cs typeface="Palatino Linotype"/>
              <a:sym typeface="Palatino Linotyp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32"/>
          <p:cNvSpPr/>
          <p:nvPr/>
        </p:nvSpPr>
        <p:spPr>
          <a:xfrm>
            <a:off x="7929843" y="1418438"/>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917" name="Google Shape;917;p32"/>
          <p:cNvSpPr/>
          <p:nvPr/>
        </p:nvSpPr>
        <p:spPr>
          <a:xfrm>
            <a:off x="3579567" y="1418438"/>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918" name="Google Shape;918;p32"/>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Structure</a:t>
            </a:r>
            <a:endParaRPr/>
          </a:p>
        </p:txBody>
      </p:sp>
      <p:sp>
        <p:nvSpPr>
          <p:cNvPr id="919" name="Google Shape;919;p32"/>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920" name="Google Shape;920;p32"/>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1" name="Google Shape;921;p32"/>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2" name="Google Shape;922;p32"/>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3" name="Google Shape;923;p32"/>
          <p:cNvSpPr/>
          <p:nvPr/>
        </p:nvSpPr>
        <p:spPr>
          <a:xfrm>
            <a:off x="5909254" y="1649423"/>
            <a:ext cx="553791" cy="540912"/>
          </a:xfrm>
          <a:prstGeom prst="ellipse">
            <a:avLst/>
          </a:prstGeom>
          <a:solidFill>
            <a:srgbClr val="7030A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4" name="Google Shape;924;p32"/>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5" name="Google Shape;925;p32"/>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6" name="Google Shape;926;p32"/>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7" name="Google Shape;927;p32"/>
          <p:cNvSpPr/>
          <p:nvPr/>
        </p:nvSpPr>
        <p:spPr>
          <a:xfrm>
            <a:off x="8032119" y="2448361"/>
            <a:ext cx="553791" cy="540912"/>
          </a:xfrm>
          <a:prstGeom prst="ellipse">
            <a:avLst/>
          </a:prstGeom>
          <a:solidFill>
            <a:schemeClr val="accent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28" name="Google Shape;928;p32"/>
          <p:cNvSpPr/>
          <p:nvPr/>
        </p:nvSpPr>
        <p:spPr>
          <a:xfrm>
            <a:off x="8032118"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929" name="Google Shape;929;p32"/>
          <p:cNvCxnSpPr>
            <a:stCxn id="920" idx="6"/>
            <a:endCxn id="924"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930" name="Google Shape;930;p32"/>
          <p:cNvCxnSpPr>
            <a:stCxn id="920" idx="6"/>
            <a:endCxn id="925"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931" name="Google Shape;931;p32"/>
          <p:cNvCxnSpPr>
            <a:endCxn id="926"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932" name="Google Shape;932;p32"/>
          <p:cNvCxnSpPr>
            <a:stCxn id="921" idx="6"/>
            <a:endCxn id="923"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933" name="Google Shape;933;p32"/>
          <p:cNvCxnSpPr>
            <a:stCxn id="921" idx="6"/>
            <a:endCxn id="924"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934" name="Google Shape;934;p32"/>
          <p:cNvCxnSpPr>
            <a:stCxn id="921" idx="6"/>
            <a:endCxn id="925"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935" name="Google Shape;935;p32"/>
          <p:cNvCxnSpPr>
            <a:stCxn id="921" idx="6"/>
            <a:endCxn id="926"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936" name="Google Shape;936;p32"/>
          <p:cNvCxnSpPr>
            <a:stCxn id="922" idx="6"/>
            <a:endCxn id="923"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937" name="Google Shape;937;p32"/>
          <p:cNvCxnSpPr>
            <a:stCxn id="922" idx="6"/>
            <a:endCxn id="924"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938" name="Google Shape;938;p32"/>
          <p:cNvCxnSpPr>
            <a:stCxn id="922" idx="6"/>
            <a:endCxn id="925"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939" name="Google Shape;939;p32"/>
          <p:cNvCxnSpPr>
            <a:stCxn id="922" idx="6"/>
            <a:endCxn id="926"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940" name="Google Shape;940;p32"/>
          <p:cNvCxnSpPr>
            <a:stCxn id="923" idx="6"/>
            <a:endCxn id="927" idx="2"/>
          </p:cNvCxnSpPr>
          <p:nvPr/>
        </p:nvCxnSpPr>
        <p:spPr>
          <a:xfrm>
            <a:off x="6463045" y="1919879"/>
            <a:ext cx="1569000" cy="798900"/>
          </a:xfrm>
          <a:prstGeom prst="straightConnector1">
            <a:avLst/>
          </a:prstGeom>
          <a:noFill/>
          <a:ln w="57150" cap="flat" cmpd="sng">
            <a:solidFill>
              <a:srgbClr val="00B050"/>
            </a:solidFill>
            <a:prstDash val="solid"/>
            <a:miter lim="800000"/>
            <a:headEnd type="none" w="sm" len="sm"/>
            <a:tailEnd type="triangle" w="med" len="med"/>
          </a:ln>
        </p:spPr>
      </p:cxnSp>
      <p:cxnSp>
        <p:nvCxnSpPr>
          <p:cNvPr id="941" name="Google Shape;941;p32"/>
          <p:cNvCxnSpPr>
            <a:stCxn id="923" idx="6"/>
            <a:endCxn id="928" idx="2"/>
          </p:cNvCxnSpPr>
          <p:nvPr/>
        </p:nvCxnSpPr>
        <p:spPr>
          <a:xfrm>
            <a:off x="6463045" y="1919879"/>
            <a:ext cx="1569000" cy="1597800"/>
          </a:xfrm>
          <a:prstGeom prst="straightConnector1">
            <a:avLst/>
          </a:prstGeom>
          <a:noFill/>
          <a:ln w="19050" cap="flat" cmpd="sng">
            <a:solidFill>
              <a:schemeClr val="dk1"/>
            </a:solidFill>
            <a:prstDash val="solid"/>
            <a:miter lim="800000"/>
            <a:headEnd type="none" w="sm" len="sm"/>
            <a:tailEnd type="triangle" w="med" len="med"/>
          </a:ln>
        </p:spPr>
      </p:cxnSp>
      <p:cxnSp>
        <p:nvCxnSpPr>
          <p:cNvPr id="942" name="Google Shape;942;p32"/>
          <p:cNvCxnSpPr>
            <a:stCxn id="924" idx="6"/>
          </p:cNvCxnSpPr>
          <p:nvPr/>
        </p:nvCxnSpPr>
        <p:spPr>
          <a:xfrm rot="10800000" flipH="1">
            <a:off x="6463045" y="2716417"/>
            <a:ext cx="1569000" cy="2400"/>
          </a:xfrm>
          <a:prstGeom prst="straightConnector1">
            <a:avLst/>
          </a:prstGeom>
          <a:noFill/>
          <a:ln w="19050" cap="flat" cmpd="sng">
            <a:solidFill>
              <a:schemeClr val="dk1"/>
            </a:solidFill>
            <a:prstDash val="solid"/>
            <a:miter lim="800000"/>
            <a:headEnd type="none" w="sm" len="sm"/>
            <a:tailEnd type="triangle" w="med" len="med"/>
          </a:ln>
        </p:spPr>
      </p:cxnSp>
      <p:cxnSp>
        <p:nvCxnSpPr>
          <p:cNvPr id="943" name="Google Shape;943;p32"/>
          <p:cNvCxnSpPr>
            <a:stCxn id="924" idx="6"/>
            <a:endCxn id="928" idx="2"/>
          </p:cNvCxnSpPr>
          <p:nvPr/>
        </p:nvCxnSpPr>
        <p:spPr>
          <a:xfrm>
            <a:off x="6463045" y="2718817"/>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944" name="Google Shape;944;p32"/>
          <p:cNvCxnSpPr>
            <a:stCxn id="925" idx="6"/>
            <a:endCxn id="928" idx="2"/>
          </p:cNvCxnSpPr>
          <p:nvPr/>
        </p:nvCxnSpPr>
        <p:spPr>
          <a:xfrm>
            <a:off x="6463045" y="3517755"/>
            <a:ext cx="1569000" cy="0"/>
          </a:xfrm>
          <a:prstGeom prst="straightConnector1">
            <a:avLst/>
          </a:prstGeom>
          <a:noFill/>
          <a:ln w="19050" cap="flat" cmpd="sng">
            <a:solidFill>
              <a:schemeClr val="dk1"/>
            </a:solidFill>
            <a:prstDash val="solid"/>
            <a:miter lim="800000"/>
            <a:headEnd type="none" w="sm" len="sm"/>
            <a:tailEnd type="triangle" w="med" len="med"/>
          </a:ln>
        </p:spPr>
      </p:cxnSp>
      <p:cxnSp>
        <p:nvCxnSpPr>
          <p:cNvPr id="945" name="Google Shape;945;p32"/>
          <p:cNvCxnSpPr>
            <a:stCxn id="925" idx="6"/>
            <a:endCxn id="927" idx="2"/>
          </p:cNvCxnSpPr>
          <p:nvPr/>
        </p:nvCxnSpPr>
        <p:spPr>
          <a:xfrm rot="10800000" flipH="1">
            <a:off x="6463045" y="2718855"/>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946" name="Google Shape;946;p32"/>
          <p:cNvCxnSpPr>
            <a:stCxn id="926" idx="6"/>
          </p:cNvCxnSpPr>
          <p:nvPr/>
        </p:nvCxnSpPr>
        <p:spPr>
          <a:xfrm rot="10800000" flipH="1">
            <a:off x="6463045" y="3550493"/>
            <a:ext cx="1569000" cy="766200"/>
          </a:xfrm>
          <a:prstGeom prst="straightConnector1">
            <a:avLst/>
          </a:prstGeom>
          <a:noFill/>
          <a:ln w="19050" cap="flat" cmpd="sng">
            <a:solidFill>
              <a:schemeClr val="dk1"/>
            </a:solidFill>
            <a:prstDash val="solid"/>
            <a:miter lim="800000"/>
            <a:headEnd type="none" w="sm" len="sm"/>
            <a:tailEnd type="triangle" w="med" len="med"/>
          </a:ln>
        </p:spPr>
      </p:cxnSp>
      <p:cxnSp>
        <p:nvCxnSpPr>
          <p:cNvPr id="947" name="Google Shape;947;p32"/>
          <p:cNvCxnSpPr>
            <a:stCxn id="926" idx="6"/>
            <a:endCxn id="927" idx="2"/>
          </p:cNvCxnSpPr>
          <p:nvPr/>
        </p:nvCxnSpPr>
        <p:spPr>
          <a:xfrm rot="10800000" flipH="1">
            <a:off x="6463045" y="2718893"/>
            <a:ext cx="1569000" cy="1597800"/>
          </a:xfrm>
          <a:prstGeom prst="straightConnector1">
            <a:avLst/>
          </a:prstGeom>
          <a:noFill/>
          <a:ln w="19050" cap="flat" cmpd="sng">
            <a:solidFill>
              <a:schemeClr val="dk1"/>
            </a:solidFill>
            <a:prstDash val="solid"/>
            <a:miter lim="800000"/>
            <a:headEnd type="none" w="sm" len="sm"/>
            <a:tailEnd type="triangle" w="med" len="med"/>
          </a:ln>
        </p:spPr>
      </p:cxnSp>
      <p:cxnSp>
        <p:nvCxnSpPr>
          <p:cNvPr id="948" name="Google Shape;948;p32"/>
          <p:cNvCxnSpPr>
            <a:stCxn id="927" idx="6"/>
          </p:cNvCxnSpPr>
          <p:nvPr/>
        </p:nvCxnSpPr>
        <p:spPr>
          <a:xfrm rot="10800000" flipH="1">
            <a:off x="8585910" y="2220817"/>
            <a:ext cx="2442900" cy="498000"/>
          </a:xfrm>
          <a:prstGeom prst="straightConnector1">
            <a:avLst/>
          </a:prstGeom>
          <a:noFill/>
          <a:ln w="19050" cap="flat" cmpd="sng">
            <a:solidFill>
              <a:schemeClr val="dk1"/>
            </a:solidFill>
            <a:prstDash val="solid"/>
            <a:miter lim="800000"/>
            <a:headEnd type="none" w="sm" len="sm"/>
            <a:tailEnd type="triangle" w="med" len="med"/>
          </a:ln>
        </p:spPr>
      </p:cxnSp>
      <p:cxnSp>
        <p:nvCxnSpPr>
          <p:cNvPr id="949" name="Google Shape;949;p32"/>
          <p:cNvCxnSpPr>
            <a:stCxn id="927" idx="6"/>
          </p:cNvCxnSpPr>
          <p:nvPr/>
        </p:nvCxnSpPr>
        <p:spPr>
          <a:xfrm>
            <a:off x="8585910" y="2718817"/>
            <a:ext cx="2442900" cy="984300"/>
          </a:xfrm>
          <a:prstGeom prst="straightConnector1">
            <a:avLst/>
          </a:prstGeom>
          <a:noFill/>
          <a:ln w="19050" cap="flat" cmpd="sng">
            <a:solidFill>
              <a:schemeClr val="dk1"/>
            </a:solidFill>
            <a:prstDash val="solid"/>
            <a:miter lim="800000"/>
            <a:headEnd type="none" w="sm" len="sm"/>
            <a:tailEnd type="triangle" w="med" len="med"/>
          </a:ln>
        </p:spPr>
      </p:cxnSp>
      <p:cxnSp>
        <p:nvCxnSpPr>
          <p:cNvPr id="950" name="Google Shape;950;p32"/>
          <p:cNvCxnSpPr>
            <a:stCxn id="928" idx="6"/>
          </p:cNvCxnSpPr>
          <p:nvPr/>
        </p:nvCxnSpPr>
        <p:spPr>
          <a:xfrm rot="10800000" flipH="1">
            <a:off x="8585909" y="2761455"/>
            <a:ext cx="2442900" cy="756300"/>
          </a:xfrm>
          <a:prstGeom prst="straightConnector1">
            <a:avLst/>
          </a:prstGeom>
          <a:noFill/>
          <a:ln w="19050" cap="flat" cmpd="sng">
            <a:solidFill>
              <a:schemeClr val="dk1"/>
            </a:solidFill>
            <a:prstDash val="solid"/>
            <a:miter lim="800000"/>
            <a:headEnd type="none" w="sm" len="sm"/>
            <a:tailEnd type="triangle" w="med" len="med"/>
          </a:ln>
        </p:spPr>
      </p:cxnSp>
      <p:cxnSp>
        <p:nvCxnSpPr>
          <p:cNvPr id="951" name="Google Shape;951;p32"/>
          <p:cNvCxnSpPr>
            <a:stCxn id="928" idx="6"/>
          </p:cNvCxnSpPr>
          <p:nvPr/>
        </p:nvCxnSpPr>
        <p:spPr>
          <a:xfrm>
            <a:off x="8585909" y="3517755"/>
            <a:ext cx="2442900" cy="656700"/>
          </a:xfrm>
          <a:prstGeom prst="straightConnector1">
            <a:avLst/>
          </a:prstGeom>
          <a:noFill/>
          <a:ln w="19050" cap="flat" cmpd="sng">
            <a:solidFill>
              <a:schemeClr val="dk1"/>
            </a:solidFill>
            <a:prstDash val="solid"/>
            <a:miter lim="800000"/>
            <a:headEnd type="none" w="sm" len="sm"/>
            <a:tailEnd type="triangle" w="med" len="med"/>
          </a:ln>
        </p:spPr>
      </p:cxnSp>
      <p:cxnSp>
        <p:nvCxnSpPr>
          <p:cNvPr id="952" name="Google Shape;952;p32"/>
          <p:cNvCxnSpPr>
            <a:endCxn id="921" idx="2"/>
          </p:cNvCxnSpPr>
          <p:nvPr/>
        </p:nvCxnSpPr>
        <p:spPr>
          <a:xfrm>
            <a:off x="1245089" y="2389129"/>
            <a:ext cx="2541300" cy="870600"/>
          </a:xfrm>
          <a:prstGeom prst="straightConnector1">
            <a:avLst/>
          </a:prstGeom>
          <a:noFill/>
          <a:ln w="19050" cap="flat" cmpd="sng">
            <a:solidFill>
              <a:schemeClr val="dk1"/>
            </a:solidFill>
            <a:prstDash val="solid"/>
            <a:miter lim="800000"/>
            <a:headEnd type="none" w="sm" len="sm"/>
            <a:tailEnd type="triangle" w="med" len="med"/>
          </a:ln>
        </p:spPr>
      </p:cxnSp>
      <p:cxnSp>
        <p:nvCxnSpPr>
          <p:cNvPr id="953" name="Google Shape;953;p32"/>
          <p:cNvCxnSpPr>
            <a:endCxn id="920" idx="2"/>
          </p:cNvCxnSpPr>
          <p:nvPr/>
        </p:nvCxnSpPr>
        <p:spPr>
          <a:xfrm>
            <a:off x="1245089" y="2349298"/>
            <a:ext cx="2541300" cy="67500"/>
          </a:xfrm>
          <a:prstGeom prst="straightConnector1">
            <a:avLst/>
          </a:prstGeom>
          <a:noFill/>
          <a:ln w="19050" cap="flat" cmpd="sng">
            <a:solidFill>
              <a:schemeClr val="dk1"/>
            </a:solidFill>
            <a:prstDash val="solid"/>
            <a:miter lim="800000"/>
            <a:headEnd type="none" w="sm" len="sm"/>
            <a:tailEnd type="triangle" w="med" len="med"/>
          </a:ln>
        </p:spPr>
      </p:cxnSp>
      <p:cxnSp>
        <p:nvCxnSpPr>
          <p:cNvPr id="954" name="Google Shape;954;p32"/>
          <p:cNvCxnSpPr/>
          <p:nvPr/>
        </p:nvCxnSpPr>
        <p:spPr>
          <a:xfrm rot="10800000" flipH="1">
            <a:off x="1083481" y="2448361"/>
            <a:ext cx="2702908" cy="1284473"/>
          </a:xfrm>
          <a:prstGeom prst="straightConnector1">
            <a:avLst/>
          </a:prstGeom>
          <a:noFill/>
          <a:ln w="19050" cap="flat" cmpd="sng">
            <a:solidFill>
              <a:schemeClr val="dk1"/>
            </a:solidFill>
            <a:prstDash val="solid"/>
            <a:miter lim="800000"/>
            <a:headEnd type="none" w="sm" len="sm"/>
            <a:tailEnd type="triangle" w="med" len="med"/>
          </a:ln>
        </p:spPr>
      </p:cxnSp>
      <p:cxnSp>
        <p:nvCxnSpPr>
          <p:cNvPr id="955" name="Google Shape;955;p32"/>
          <p:cNvCxnSpPr>
            <a:endCxn id="922" idx="2"/>
          </p:cNvCxnSpPr>
          <p:nvPr/>
        </p:nvCxnSpPr>
        <p:spPr>
          <a:xfrm>
            <a:off x="1083389" y="3732760"/>
            <a:ext cx="2703000" cy="369900"/>
          </a:xfrm>
          <a:prstGeom prst="straightConnector1">
            <a:avLst/>
          </a:prstGeom>
          <a:noFill/>
          <a:ln w="19050" cap="flat" cmpd="sng">
            <a:solidFill>
              <a:schemeClr val="dk1"/>
            </a:solidFill>
            <a:prstDash val="solid"/>
            <a:miter lim="800000"/>
            <a:headEnd type="none" w="sm" len="sm"/>
            <a:tailEnd type="triangle" w="med" len="med"/>
          </a:ln>
        </p:spPr>
      </p:cxnSp>
      <p:sp>
        <p:nvSpPr>
          <p:cNvPr id="956" name="Google Shape;956;p32"/>
          <p:cNvSpPr txBox="1"/>
          <p:nvPr/>
        </p:nvSpPr>
        <p:spPr>
          <a:xfrm>
            <a:off x="9962414" y="1400088"/>
            <a:ext cx="27366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more neurons</a:t>
            </a:r>
            <a:endParaRPr/>
          </a:p>
        </p:txBody>
      </p:sp>
      <p:sp>
        <p:nvSpPr>
          <p:cNvPr id="957" name="Google Shape;957;p32"/>
          <p:cNvSpPr txBox="1"/>
          <p:nvPr/>
        </p:nvSpPr>
        <p:spPr>
          <a:xfrm>
            <a:off x="507945" y="1644694"/>
            <a:ext cx="27366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more neurons</a:t>
            </a:r>
            <a:endParaRPr/>
          </a:p>
        </p:txBody>
      </p:sp>
      <p:sp>
        <p:nvSpPr>
          <p:cNvPr id="958" name="Google Shape;958;p32"/>
          <p:cNvSpPr txBox="1"/>
          <p:nvPr/>
        </p:nvSpPr>
        <p:spPr>
          <a:xfrm>
            <a:off x="867698" y="5387133"/>
            <a:ext cx="10636898" cy="39241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a:solidFill>
                  <a:srgbClr val="000000"/>
                </a:solidFill>
                <a:latin typeface="Palatino Linotype"/>
                <a:ea typeface="Palatino Linotype"/>
                <a:cs typeface="Palatino Linotype"/>
                <a:sym typeface="Palatino Linotype"/>
              </a:rPr>
              <a:t>Gradient of a weight </a:t>
            </a:r>
            <a:r>
              <a:rPr lang="en-US" sz="3600" b="0" i="1" u="none" strike="noStrike" cap="none">
                <a:solidFill>
                  <a:srgbClr val="FF0000"/>
                </a:solidFill>
                <a:latin typeface="Palatino Linotype"/>
                <a:ea typeface="Palatino Linotype"/>
                <a:cs typeface="Palatino Linotype"/>
                <a:sym typeface="Palatino Linotype"/>
              </a:rPr>
              <a:t>w</a:t>
            </a:r>
            <a:r>
              <a:rPr lang="en-US" sz="3600" b="0" i="0" u="none" strike="noStrike" cap="none">
                <a:solidFill>
                  <a:schemeClr val="dk1"/>
                </a:solidFill>
                <a:latin typeface="Palatino Linotype"/>
                <a:ea typeface="Palatino Linotype"/>
                <a:cs typeface="Palatino Linotype"/>
                <a:sym typeface="Palatino Linotype"/>
              </a:rPr>
              <a:t> depends only on </a:t>
            </a:r>
            <a:endParaRPr/>
          </a:p>
          <a:p>
            <a:pPr marL="571500" marR="0" lvl="0" indent="-571500" algn="l" rtl="0">
              <a:lnSpc>
                <a:spcPct val="100000"/>
              </a:lnSpc>
              <a:spcBef>
                <a:spcPts val="4200"/>
              </a:spcBef>
              <a:spcAft>
                <a:spcPts val="0"/>
              </a:spcAft>
              <a:buClr>
                <a:srgbClr val="7030A0"/>
              </a:buClr>
              <a:buSzPts val="3600"/>
              <a:buFont typeface="Arial"/>
              <a:buChar char="•"/>
            </a:pPr>
            <a:r>
              <a:rPr lang="en-US" sz="3600" b="0" i="0" u="none" strike="noStrike" cap="none">
                <a:solidFill>
                  <a:srgbClr val="7030A0"/>
                </a:solidFill>
                <a:latin typeface="Palatino Linotype"/>
                <a:ea typeface="Palatino Linotype"/>
                <a:cs typeface="Palatino Linotype"/>
                <a:sym typeface="Palatino Linotype"/>
              </a:rPr>
              <a:t>output of the neuron it is connected to </a:t>
            </a:r>
            <a:endParaRPr/>
          </a:p>
          <a:p>
            <a:pPr marL="571500" marR="0" lvl="0" indent="-571500" algn="l" rtl="0">
              <a:lnSpc>
                <a:spcPct val="100000"/>
              </a:lnSpc>
              <a:spcBef>
                <a:spcPts val="4200"/>
              </a:spcBef>
              <a:spcAft>
                <a:spcPts val="0"/>
              </a:spcAft>
              <a:buClr>
                <a:srgbClr val="0070C0"/>
              </a:buClr>
              <a:buSzPts val="3600"/>
              <a:buFont typeface="Arial"/>
              <a:buChar char="•"/>
            </a:pPr>
            <a:r>
              <a:rPr lang="en-US" sz="3600" b="0" i="0" u="none" strike="noStrike" cap="none">
                <a:solidFill>
                  <a:srgbClr val="0070C0"/>
                </a:solidFill>
                <a:latin typeface="Palatino Linotype"/>
                <a:ea typeface="Palatino Linotype"/>
                <a:cs typeface="Palatino Linotype"/>
                <a:sym typeface="Palatino Linotype"/>
              </a:rPr>
              <a:t>gradient from a neuron in the next layer </a:t>
            </a:r>
            <a:endParaRPr/>
          </a:p>
          <a:p>
            <a:pPr marL="571500" marR="0" lvl="0" indent="-571500" algn="l" rtl="0">
              <a:lnSpc>
                <a:spcPct val="100000"/>
              </a:lnSpc>
              <a:spcBef>
                <a:spcPts val="4200"/>
              </a:spcBef>
              <a:spcAft>
                <a:spcPts val="0"/>
              </a:spcAft>
              <a:buClr>
                <a:srgbClr val="00B050"/>
              </a:buClr>
              <a:buSzPts val="3600"/>
              <a:buFont typeface="Arial"/>
              <a:buChar char="•"/>
            </a:pPr>
            <a:r>
              <a:rPr lang="en-US" sz="3600" b="0" i="0" u="none" strike="noStrike" cap="none">
                <a:solidFill>
                  <a:srgbClr val="00B050"/>
                </a:solidFill>
                <a:latin typeface="Palatino Linotype"/>
                <a:ea typeface="Palatino Linotype"/>
                <a:cs typeface="Palatino Linotype"/>
                <a:sym typeface="Palatino Linotype"/>
              </a:rPr>
              <a:t>weight of the edge connected these two neurons</a:t>
            </a:r>
            <a:endParaRPr/>
          </a:p>
        </p:txBody>
      </p:sp>
      <p:cxnSp>
        <p:nvCxnSpPr>
          <p:cNvPr id="959" name="Google Shape;959;p32"/>
          <p:cNvCxnSpPr>
            <a:stCxn id="920" idx="6"/>
            <a:endCxn id="923" idx="2"/>
          </p:cNvCxnSpPr>
          <p:nvPr/>
        </p:nvCxnSpPr>
        <p:spPr>
          <a:xfrm rot="10800000" flipH="1">
            <a:off x="4340180" y="1919998"/>
            <a:ext cx="1569000" cy="496800"/>
          </a:xfrm>
          <a:prstGeom prst="straightConnector1">
            <a:avLst/>
          </a:prstGeom>
          <a:noFill/>
          <a:ln w="57150" cap="flat" cmpd="sng">
            <a:solidFill>
              <a:srgbClr val="FF0000"/>
            </a:solidFill>
            <a:prstDash val="solid"/>
            <a:miter lim="800000"/>
            <a:headEnd type="none" w="sm" len="sm"/>
            <a:tailEnd type="triangle" w="med" len="med"/>
          </a:ln>
        </p:spPr>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33"/>
          <p:cNvSpPr/>
          <p:nvPr/>
        </p:nvSpPr>
        <p:spPr>
          <a:xfrm>
            <a:off x="7929843" y="1418438"/>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965" name="Google Shape;965;p33"/>
          <p:cNvSpPr/>
          <p:nvPr/>
        </p:nvSpPr>
        <p:spPr>
          <a:xfrm>
            <a:off x="3579567" y="1418438"/>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966" name="Google Shape;966;p33"/>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967" name="Google Shape;967;p33"/>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68" name="Google Shape;968;p33"/>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69" name="Google Shape;969;p33"/>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70" name="Google Shape;970;p33"/>
          <p:cNvSpPr/>
          <p:nvPr/>
        </p:nvSpPr>
        <p:spPr>
          <a:xfrm>
            <a:off x="5909254" y="1649423"/>
            <a:ext cx="553791" cy="540912"/>
          </a:xfrm>
          <a:prstGeom prst="ellipse">
            <a:avLst/>
          </a:prstGeom>
          <a:solidFill>
            <a:srgbClr val="7030A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71" name="Google Shape;971;p33"/>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72" name="Google Shape;972;p33"/>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73" name="Google Shape;973;p33"/>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74" name="Google Shape;974;p33"/>
          <p:cNvSpPr/>
          <p:nvPr/>
        </p:nvSpPr>
        <p:spPr>
          <a:xfrm>
            <a:off x="8032119" y="2448361"/>
            <a:ext cx="553791" cy="540912"/>
          </a:xfrm>
          <a:prstGeom prst="ellipse">
            <a:avLst/>
          </a:prstGeom>
          <a:solidFill>
            <a:schemeClr val="accent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975" name="Google Shape;975;p33"/>
          <p:cNvSpPr/>
          <p:nvPr/>
        </p:nvSpPr>
        <p:spPr>
          <a:xfrm>
            <a:off x="8032118"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976" name="Google Shape;976;p33"/>
          <p:cNvCxnSpPr>
            <a:stCxn id="967" idx="6"/>
            <a:endCxn id="971"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977" name="Google Shape;977;p33"/>
          <p:cNvCxnSpPr>
            <a:stCxn id="967" idx="6"/>
            <a:endCxn id="972"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978" name="Google Shape;978;p33"/>
          <p:cNvCxnSpPr>
            <a:endCxn id="973"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979" name="Google Shape;979;p33"/>
          <p:cNvCxnSpPr>
            <a:stCxn id="968" idx="6"/>
            <a:endCxn id="970"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980" name="Google Shape;980;p33"/>
          <p:cNvCxnSpPr>
            <a:stCxn id="968" idx="6"/>
            <a:endCxn id="971"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981" name="Google Shape;981;p33"/>
          <p:cNvCxnSpPr>
            <a:stCxn id="968" idx="6"/>
            <a:endCxn id="972"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982" name="Google Shape;982;p33"/>
          <p:cNvCxnSpPr>
            <a:stCxn id="968" idx="6"/>
            <a:endCxn id="973"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983" name="Google Shape;983;p33"/>
          <p:cNvCxnSpPr>
            <a:stCxn id="969" idx="6"/>
            <a:endCxn id="970"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984" name="Google Shape;984;p33"/>
          <p:cNvCxnSpPr>
            <a:stCxn id="969" idx="6"/>
            <a:endCxn id="971"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985" name="Google Shape;985;p33"/>
          <p:cNvCxnSpPr>
            <a:stCxn id="969" idx="6"/>
            <a:endCxn id="972"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986" name="Google Shape;986;p33"/>
          <p:cNvCxnSpPr>
            <a:stCxn id="969" idx="6"/>
            <a:endCxn id="973"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987" name="Google Shape;987;p33"/>
          <p:cNvCxnSpPr>
            <a:stCxn id="970" idx="6"/>
            <a:endCxn id="974" idx="2"/>
          </p:cNvCxnSpPr>
          <p:nvPr/>
        </p:nvCxnSpPr>
        <p:spPr>
          <a:xfrm>
            <a:off x="6463045" y="1919879"/>
            <a:ext cx="1569000" cy="798900"/>
          </a:xfrm>
          <a:prstGeom prst="straightConnector1">
            <a:avLst/>
          </a:prstGeom>
          <a:noFill/>
          <a:ln w="57150" cap="flat" cmpd="sng">
            <a:solidFill>
              <a:srgbClr val="00B050"/>
            </a:solidFill>
            <a:prstDash val="solid"/>
            <a:miter lim="800000"/>
            <a:headEnd type="none" w="sm" len="sm"/>
            <a:tailEnd type="triangle" w="med" len="med"/>
          </a:ln>
        </p:spPr>
      </p:cxnSp>
      <p:cxnSp>
        <p:nvCxnSpPr>
          <p:cNvPr id="988" name="Google Shape;988;p33"/>
          <p:cNvCxnSpPr>
            <a:stCxn id="970" idx="6"/>
            <a:endCxn id="975" idx="2"/>
          </p:cNvCxnSpPr>
          <p:nvPr/>
        </p:nvCxnSpPr>
        <p:spPr>
          <a:xfrm>
            <a:off x="6463045" y="1919879"/>
            <a:ext cx="1569000" cy="1597800"/>
          </a:xfrm>
          <a:prstGeom prst="straightConnector1">
            <a:avLst/>
          </a:prstGeom>
          <a:noFill/>
          <a:ln w="19050" cap="flat" cmpd="sng">
            <a:solidFill>
              <a:schemeClr val="dk1"/>
            </a:solidFill>
            <a:prstDash val="solid"/>
            <a:miter lim="800000"/>
            <a:headEnd type="none" w="sm" len="sm"/>
            <a:tailEnd type="triangle" w="med" len="med"/>
          </a:ln>
        </p:spPr>
      </p:cxnSp>
      <p:cxnSp>
        <p:nvCxnSpPr>
          <p:cNvPr id="989" name="Google Shape;989;p33"/>
          <p:cNvCxnSpPr>
            <a:stCxn id="971" idx="6"/>
          </p:cNvCxnSpPr>
          <p:nvPr/>
        </p:nvCxnSpPr>
        <p:spPr>
          <a:xfrm rot="10800000" flipH="1">
            <a:off x="6463045" y="2716417"/>
            <a:ext cx="1569000" cy="2400"/>
          </a:xfrm>
          <a:prstGeom prst="straightConnector1">
            <a:avLst/>
          </a:prstGeom>
          <a:noFill/>
          <a:ln w="19050" cap="flat" cmpd="sng">
            <a:solidFill>
              <a:schemeClr val="dk1"/>
            </a:solidFill>
            <a:prstDash val="solid"/>
            <a:miter lim="800000"/>
            <a:headEnd type="none" w="sm" len="sm"/>
            <a:tailEnd type="triangle" w="med" len="med"/>
          </a:ln>
        </p:spPr>
      </p:cxnSp>
      <p:cxnSp>
        <p:nvCxnSpPr>
          <p:cNvPr id="990" name="Google Shape;990;p33"/>
          <p:cNvCxnSpPr>
            <a:stCxn id="971" idx="6"/>
            <a:endCxn id="975" idx="2"/>
          </p:cNvCxnSpPr>
          <p:nvPr/>
        </p:nvCxnSpPr>
        <p:spPr>
          <a:xfrm>
            <a:off x="6463045" y="2718817"/>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991" name="Google Shape;991;p33"/>
          <p:cNvCxnSpPr>
            <a:stCxn id="972" idx="6"/>
            <a:endCxn id="975" idx="2"/>
          </p:cNvCxnSpPr>
          <p:nvPr/>
        </p:nvCxnSpPr>
        <p:spPr>
          <a:xfrm>
            <a:off x="6463045" y="3517755"/>
            <a:ext cx="1569000" cy="0"/>
          </a:xfrm>
          <a:prstGeom prst="straightConnector1">
            <a:avLst/>
          </a:prstGeom>
          <a:noFill/>
          <a:ln w="19050" cap="flat" cmpd="sng">
            <a:solidFill>
              <a:schemeClr val="dk1"/>
            </a:solidFill>
            <a:prstDash val="solid"/>
            <a:miter lim="800000"/>
            <a:headEnd type="none" w="sm" len="sm"/>
            <a:tailEnd type="triangle" w="med" len="med"/>
          </a:ln>
        </p:spPr>
      </p:cxnSp>
      <p:cxnSp>
        <p:nvCxnSpPr>
          <p:cNvPr id="992" name="Google Shape;992;p33"/>
          <p:cNvCxnSpPr>
            <a:stCxn id="972" idx="6"/>
            <a:endCxn id="974" idx="2"/>
          </p:cNvCxnSpPr>
          <p:nvPr/>
        </p:nvCxnSpPr>
        <p:spPr>
          <a:xfrm rot="10800000" flipH="1">
            <a:off x="6463045" y="2718855"/>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993" name="Google Shape;993;p33"/>
          <p:cNvCxnSpPr>
            <a:stCxn id="973" idx="6"/>
          </p:cNvCxnSpPr>
          <p:nvPr/>
        </p:nvCxnSpPr>
        <p:spPr>
          <a:xfrm rot="10800000" flipH="1">
            <a:off x="6463045" y="3550493"/>
            <a:ext cx="1569000" cy="766200"/>
          </a:xfrm>
          <a:prstGeom prst="straightConnector1">
            <a:avLst/>
          </a:prstGeom>
          <a:noFill/>
          <a:ln w="19050" cap="flat" cmpd="sng">
            <a:solidFill>
              <a:schemeClr val="dk1"/>
            </a:solidFill>
            <a:prstDash val="solid"/>
            <a:miter lim="800000"/>
            <a:headEnd type="none" w="sm" len="sm"/>
            <a:tailEnd type="triangle" w="med" len="med"/>
          </a:ln>
        </p:spPr>
      </p:cxnSp>
      <p:cxnSp>
        <p:nvCxnSpPr>
          <p:cNvPr id="994" name="Google Shape;994;p33"/>
          <p:cNvCxnSpPr>
            <a:stCxn id="973" idx="6"/>
            <a:endCxn id="974" idx="2"/>
          </p:cNvCxnSpPr>
          <p:nvPr/>
        </p:nvCxnSpPr>
        <p:spPr>
          <a:xfrm rot="10800000" flipH="1">
            <a:off x="6463045" y="2718893"/>
            <a:ext cx="1569000" cy="1597800"/>
          </a:xfrm>
          <a:prstGeom prst="straightConnector1">
            <a:avLst/>
          </a:prstGeom>
          <a:noFill/>
          <a:ln w="19050" cap="flat" cmpd="sng">
            <a:solidFill>
              <a:schemeClr val="dk1"/>
            </a:solidFill>
            <a:prstDash val="solid"/>
            <a:miter lim="800000"/>
            <a:headEnd type="none" w="sm" len="sm"/>
            <a:tailEnd type="triangle" w="med" len="med"/>
          </a:ln>
        </p:spPr>
      </p:cxnSp>
      <p:cxnSp>
        <p:nvCxnSpPr>
          <p:cNvPr id="995" name="Google Shape;995;p33"/>
          <p:cNvCxnSpPr>
            <a:stCxn id="974" idx="6"/>
          </p:cNvCxnSpPr>
          <p:nvPr/>
        </p:nvCxnSpPr>
        <p:spPr>
          <a:xfrm rot="10800000" flipH="1">
            <a:off x="8585910" y="2220817"/>
            <a:ext cx="2442900" cy="498000"/>
          </a:xfrm>
          <a:prstGeom prst="straightConnector1">
            <a:avLst/>
          </a:prstGeom>
          <a:noFill/>
          <a:ln w="19050" cap="flat" cmpd="sng">
            <a:solidFill>
              <a:schemeClr val="dk1"/>
            </a:solidFill>
            <a:prstDash val="solid"/>
            <a:miter lim="800000"/>
            <a:headEnd type="none" w="sm" len="sm"/>
            <a:tailEnd type="triangle" w="med" len="med"/>
          </a:ln>
        </p:spPr>
      </p:cxnSp>
      <p:cxnSp>
        <p:nvCxnSpPr>
          <p:cNvPr id="996" name="Google Shape;996;p33"/>
          <p:cNvCxnSpPr>
            <a:stCxn id="974" idx="6"/>
          </p:cNvCxnSpPr>
          <p:nvPr/>
        </p:nvCxnSpPr>
        <p:spPr>
          <a:xfrm>
            <a:off x="8585910" y="2718817"/>
            <a:ext cx="2442900" cy="984300"/>
          </a:xfrm>
          <a:prstGeom prst="straightConnector1">
            <a:avLst/>
          </a:prstGeom>
          <a:noFill/>
          <a:ln w="19050" cap="flat" cmpd="sng">
            <a:solidFill>
              <a:schemeClr val="dk1"/>
            </a:solidFill>
            <a:prstDash val="solid"/>
            <a:miter lim="800000"/>
            <a:headEnd type="none" w="sm" len="sm"/>
            <a:tailEnd type="triangle" w="med" len="med"/>
          </a:ln>
        </p:spPr>
      </p:cxnSp>
      <p:cxnSp>
        <p:nvCxnSpPr>
          <p:cNvPr id="997" name="Google Shape;997;p33"/>
          <p:cNvCxnSpPr>
            <a:stCxn id="975" idx="6"/>
          </p:cNvCxnSpPr>
          <p:nvPr/>
        </p:nvCxnSpPr>
        <p:spPr>
          <a:xfrm rot="10800000" flipH="1">
            <a:off x="8585909" y="2761455"/>
            <a:ext cx="2442900" cy="756300"/>
          </a:xfrm>
          <a:prstGeom prst="straightConnector1">
            <a:avLst/>
          </a:prstGeom>
          <a:noFill/>
          <a:ln w="19050" cap="flat" cmpd="sng">
            <a:solidFill>
              <a:schemeClr val="dk1"/>
            </a:solidFill>
            <a:prstDash val="solid"/>
            <a:miter lim="800000"/>
            <a:headEnd type="none" w="sm" len="sm"/>
            <a:tailEnd type="triangle" w="med" len="med"/>
          </a:ln>
        </p:spPr>
      </p:cxnSp>
      <p:cxnSp>
        <p:nvCxnSpPr>
          <p:cNvPr id="998" name="Google Shape;998;p33"/>
          <p:cNvCxnSpPr>
            <a:stCxn id="975" idx="6"/>
          </p:cNvCxnSpPr>
          <p:nvPr/>
        </p:nvCxnSpPr>
        <p:spPr>
          <a:xfrm>
            <a:off x="8585909" y="3517755"/>
            <a:ext cx="2442900" cy="656700"/>
          </a:xfrm>
          <a:prstGeom prst="straightConnector1">
            <a:avLst/>
          </a:prstGeom>
          <a:noFill/>
          <a:ln w="19050" cap="flat" cmpd="sng">
            <a:solidFill>
              <a:schemeClr val="dk1"/>
            </a:solidFill>
            <a:prstDash val="solid"/>
            <a:miter lim="800000"/>
            <a:headEnd type="none" w="sm" len="sm"/>
            <a:tailEnd type="triangle" w="med" len="med"/>
          </a:ln>
        </p:spPr>
      </p:cxnSp>
      <p:cxnSp>
        <p:nvCxnSpPr>
          <p:cNvPr id="999" name="Google Shape;999;p33"/>
          <p:cNvCxnSpPr>
            <a:endCxn id="968" idx="2"/>
          </p:cNvCxnSpPr>
          <p:nvPr/>
        </p:nvCxnSpPr>
        <p:spPr>
          <a:xfrm>
            <a:off x="1245089" y="2389129"/>
            <a:ext cx="2541300" cy="870600"/>
          </a:xfrm>
          <a:prstGeom prst="straightConnector1">
            <a:avLst/>
          </a:prstGeom>
          <a:noFill/>
          <a:ln w="19050" cap="flat" cmpd="sng">
            <a:solidFill>
              <a:schemeClr val="dk1"/>
            </a:solidFill>
            <a:prstDash val="solid"/>
            <a:miter lim="800000"/>
            <a:headEnd type="none" w="sm" len="sm"/>
            <a:tailEnd type="triangle" w="med" len="med"/>
          </a:ln>
        </p:spPr>
      </p:cxnSp>
      <p:cxnSp>
        <p:nvCxnSpPr>
          <p:cNvPr id="1000" name="Google Shape;1000;p33"/>
          <p:cNvCxnSpPr>
            <a:endCxn id="967" idx="2"/>
          </p:cNvCxnSpPr>
          <p:nvPr/>
        </p:nvCxnSpPr>
        <p:spPr>
          <a:xfrm>
            <a:off x="1245089" y="2349298"/>
            <a:ext cx="2541300" cy="67500"/>
          </a:xfrm>
          <a:prstGeom prst="straightConnector1">
            <a:avLst/>
          </a:prstGeom>
          <a:noFill/>
          <a:ln w="19050" cap="flat" cmpd="sng">
            <a:solidFill>
              <a:schemeClr val="dk1"/>
            </a:solidFill>
            <a:prstDash val="solid"/>
            <a:miter lim="800000"/>
            <a:headEnd type="none" w="sm" len="sm"/>
            <a:tailEnd type="triangle" w="med" len="med"/>
          </a:ln>
        </p:spPr>
      </p:cxnSp>
      <p:cxnSp>
        <p:nvCxnSpPr>
          <p:cNvPr id="1001" name="Google Shape;1001;p33"/>
          <p:cNvCxnSpPr/>
          <p:nvPr/>
        </p:nvCxnSpPr>
        <p:spPr>
          <a:xfrm rot="10800000" flipH="1">
            <a:off x="1083481" y="2448361"/>
            <a:ext cx="2702908" cy="1284473"/>
          </a:xfrm>
          <a:prstGeom prst="straightConnector1">
            <a:avLst/>
          </a:prstGeom>
          <a:noFill/>
          <a:ln w="19050" cap="flat" cmpd="sng">
            <a:solidFill>
              <a:schemeClr val="dk1"/>
            </a:solidFill>
            <a:prstDash val="solid"/>
            <a:miter lim="800000"/>
            <a:headEnd type="none" w="sm" len="sm"/>
            <a:tailEnd type="triangle" w="med" len="med"/>
          </a:ln>
        </p:spPr>
      </p:cxnSp>
      <p:cxnSp>
        <p:nvCxnSpPr>
          <p:cNvPr id="1002" name="Google Shape;1002;p33"/>
          <p:cNvCxnSpPr>
            <a:endCxn id="969" idx="2"/>
          </p:cNvCxnSpPr>
          <p:nvPr/>
        </p:nvCxnSpPr>
        <p:spPr>
          <a:xfrm>
            <a:off x="1083389" y="3732760"/>
            <a:ext cx="2703000" cy="369900"/>
          </a:xfrm>
          <a:prstGeom prst="straightConnector1">
            <a:avLst/>
          </a:prstGeom>
          <a:noFill/>
          <a:ln w="19050" cap="flat" cmpd="sng">
            <a:solidFill>
              <a:schemeClr val="dk1"/>
            </a:solidFill>
            <a:prstDash val="solid"/>
            <a:miter lim="800000"/>
            <a:headEnd type="none" w="sm" len="sm"/>
            <a:tailEnd type="triangle" w="med" len="med"/>
          </a:ln>
        </p:spPr>
      </p:cxnSp>
      <p:sp>
        <p:nvSpPr>
          <p:cNvPr id="1003" name="Google Shape;1003;p33"/>
          <p:cNvSpPr txBox="1"/>
          <p:nvPr/>
        </p:nvSpPr>
        <p:spPr>
          <a:xfrm>
            <a:off x="9962414" y="1400088"/>
            <a:ext cx="27366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more neurons</a:t>
            </a:r>
            <a:endParaRPr/>
          </a:p>
        </p:txBody>
      </p:sp>
      <p:sp>
        <p:nvSpPr>
          <p:cNvPr id="1004" name="Google Shape;1004;p33"/>
          <p:cNvSpPr txBox="1"/>
          <p:nvPr/>
        </p:nvSpPr>
        <p:spPr>
          <a:xfrm>
            <a:off x="507945" y="1644694"/>
            <a:ext cx="27366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more neurons</a:t>
            </a:r>
            <a:endParaRPr/>
          </a:p>
        </p:txBody>
      </p:sp>
      <p:sp>
        <p:nvSpPr>
          <p:cNvPr id="1005" name="Google Shape;1005;p33"/>
          <p:cNvSpPr txBox="1"/>
          <p:nvPr/>
        </p:nvSpPr>
        <p:spPr>
          <a:xfrm>
            <a:off x="867698" y="5387133"/>
            <a:ext cx="10636898" cy="39241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a:solidFill>
                  <a:srgbClr val="000000"/>
                </a:solidFill>
                <a:latin typeface="Palatino Linotype"/>
                <a:ea typeface="Palatino Linotype"/>
                <a:cs typeface="Palatino Linotype"/>
                <a:sym typeface="Palatino Linotype"/>
              </a:rPr>
              <a:t>Gradient of a weight </a:t>
            </a:r>
            <a:r>
              <a:rPr lang="en-US" sz="3600" b="0" i="1" u="none" strike="noStrike" cap="none">
                <a:solidFill>
                  <a:srgbClr val="FF0000"/>
                </a:solidFill>
                <a:latin typeface="Palatino Linotype"/>
                <a:ea typeface="Palatino Linotype"/>
                <a:cs typeface="Palatino Linotype"/>
                <a:sym typeface="Palatino Linotype"/>
              </a:rPr>
              <a:t>w</a:t>
            </a:r>
            <a:r>
              <a:rPr lang="en-US" sz="3600" b="0" i="0" u="none" strike="noStrike" cap="none">
                <a:solidFill>
                  <a:schemeClr val="dk1"/>
                </a:solidFill>
                <a:latin typeface="Palatino Linotype"/>
                <a:ea typeface="Palatino Linotype"/>
                <a:cs typeface="Palatino Linotype"/>
                <a:sym typeface="Palatino Linotype"/>
              </a:rPr>
              <a:t> depends only on </a:t>
            </a:r>
            <a:endParaRPr/>
          </a:p>
          <a:p>
            <a:pPr marL="571500" marR="0" lvl="0" indent="-571500" algn="l" rtl="0">
              <a:lnSpc>
                <a:spcPct val="100000"/>
              </a:lnSpc>
              <a:spcBef>
                <a:spcPts val="4200"/>
              </a:spcBef>
              <a:spcAft>
                <a:spcPts val="0"/>
              </a:spcAft>
              <a:buClr>
                <a:srgbClr val="7030A0"/>
              </a:buClr>
              <a:buSzPts val="3600"/>
              <a:buFont typeface="Arial"/>
              <a:buChar char="•"/>
            </a:pPr>
            <a:r>
              <a:rPr lang="en-US" sz="3600" b="0" i="0" u="none" strike="sngStrike" cap="none">
                <a:solidFill>
                  <a:srgbClr val="7030A0"/>
                </a:solidFill>
                <a:latin typeface="Palatino Linotype"/>
                <a:ea typeface="Palatino Linotype"/>
                <a:cs typeface="Palatino Linotype"/>
                <a:sym typeface="Palatino Linotype"/>
              </a:rPr>
              <a:t>output of the neuron it is connected to </a:t>
            </a:r>
            <a:endParaRPr/>
          </a:p>
          <a:p>
            <a:pPr marL="571500" marR="0" lvl="0" indent="-571500" algn="l" rtl="0">
              <a:lnSpc>
                <a:spcPct val="100000"/>
              </a:lnSpc>
              <a:spcBef>
                <a:spcPts val="4200"/>
              </a:spcBef>
              <a:spcAft>
                <a:spcPts val="0"/>
              </a:spcAft>
              <a:buClr>
                <a:srgbClr val="0070C0"/>
              </a:buClr>
              <a:buSzPts val="3600"/>
              <a:buFont typeface="Arial"/>
              <a:buChar char="•"/>
            </a:pPr>
            <a:r>
              <a:rPr lang="en-US" sz="3600" b="0" i="0" u="none" strike="noStrike" cap="none">
                <a:solidFill>
                  <a:srgbClr val="0070C0"/>
                </a:solidFill>
                <a:latin typeface="Palatino Linotype"/>
                <a:ea typeface="Palatino Linotype"/>
                <a:cs typeface="Palatino Linotype"/>
                <a:sym typeface="Palatino Linotype"/>
              </a:rPr>
              <a:t>gradient from a neuron in the next layer </a:t>
            </a:r>
            <a:endParaRPr/>
          </a:p>
          <a:p>
            <a:pPr marL="571500" marR="0" lvl="0" indent="-571500" algn="l" rtl="0">
              <a:lnSpc>
                <a:spcPct val="100000"/>
              </a:lnSpc>
              <a:spcBef>
                <a:spcPts val="4200"/>
              </a:spcBef>
              <a:spcAft>
                <a:spcPts val="0"/>
              </a:spcAft>
              <a:buClr>
                <a:srgbClr val="00B050"/>
              </a:buClr>
              <a:buSzPts val="3600"/>
              <a:buFont typeface="Arial"/>
              <a:buChar char="•"/>
            </a:pPr>
            <a:r>
              <a:rPr lang="en-US" sz="3600" b="0" i="0" u="none" strike="noStrike" cap="none">
                <a:solidFill>
                  <a:srgbClr val="00B050"/>
                </a:solidFill>
                <a:latin typeface="Palatino Linotype"/>
                <a:ea typeface="Palatino Linotype"/>
                <a:cs typeface="Palatino Linotype"/>
                <a:sym typeface="Palatino Linotype"/>
              </a:rPr>
              <a:t>weight of the edge connected these two neurons</a:t>
            </a:r>
            <a:endParaRPr/>
          </a:p>
        </p:txBody>
      </p:sp>
      <p:cxnSp>
        <p:nvCxnSpPr>
          <p:cNvPr id="1006" name="Google Shape;1006;p33"/>
          <p:cNvCxnSpPr>
            <a:stCxn id="967" idx="6"/>
            <a:endCxn id="970" idx="2"/>
          </p:cNvCxnSpPr>
          <p:nvPr/>
        </p:nvCxnSpPr>
        <p:spPr>
          <a:xfrm rot="10800000" flipH="1">
            <a:off x="4340180" y="1919998"/>
            <a:ext cx="1569000" cy="496800"/>
          </a:xfrm>
          <a:prstGeom prst="straightConnector1">
            <a:avLst/>
          </a:prstGeom>
          <a:noFill/>
          <a:ln w="57150" cap="flat" cmpd="sng">
            <a:solidFill>
              <a:srgbClr val="FF0000"/>
            </a:solidFill>
            <a:prstDash val="solid"/>
            <a:miter lim="800000"/>
            <a:headEnd type="none" w="sm" len="sm"/>
            <a:tailEnd type="triangle" w="med" len="med"/>
          </a:ln>
        </p:spPr>
      </p:cxnSp>
      <p:sp>
        <p:nvSpPr>
          <p:cNvPr id="1007" name="Google Shape;1007;p33"/>
          <p:cNvSpPr txBox="1"/>
          <p:nvPr/>
        </p:nvSpPr>
        <p:spPr>
          <a:xfrm>
            <a:off x="305739" y="205888"/>
            <a:ext cx="12886368"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0" u="none" strike="noStrike" cap="none">
                <a:solidFill>
                  <a:srgbClr val="FF0000"/>
                </a:solidFill>
                <a:latin typeface="Palatino Linotype"/>
                <a:ea typeface="Palatino Linotype"/>
                <a:cs typeface="Palatino Linotype"/>
                <a:sym typeface="Palatino Linotype"/>
              </a:rPr>
              <a:t>Forward pass</a:t>
            </a:r>
            <a:r>
              <a:rPr lang="en-US" sz="3600" b="0" i="0" u="none" strike="noStrike" cap="none">
                <a:solidFill>
                  <a:srgbClr val="FF0000"/>
                </a:solidFill>
                <a:latin typeface="Palatino Linotype"/>
                <a:ea typeface="Palatino Linotype"/>
                <a:cs typeface="Palatino Linotype"/>
                <a:sym typeface="Palatino Linotype"/>
              </a:rPr>
              <a:t>: use current weights to compute outputs of all neurons from left to right</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34"/>
          <p:cNvSpPr/>
          <p:nvPr/>
        </p:nvSpPr>
        <p:spPr>
          <a:xfrm>
            <a:off x="7929843" y="1418438"/>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013" name="Google Shape;1013;p34"/>
          <p:cNvSpPr/>
          <p:nvPr/>
        </p:nvSpPr>
        <p:spPr>
          <a:xfrm>
            <a:off x="3579567" y="1418438"/>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014" name="Google Shape;1014;p34"/>
          <p:cNvSpPr/>
          <p:nvPr/>
        </p:nvSpPr>
        <p:spPr>
          <a:xfrm>
            <a:off x="5754705" y="1412432"/>
            <a:ext cx="862884" cy="3507298"/>
          </a:xfrm>
          <a:prstGeom prst="rect">
            <a:avLst/>
          </a:prstGeom>
          <a:solidFill>
            <a:srgbClr val="E1EF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sp>
        <p:nvSpPr>
          <p:cNvPr id="1015" name="Google Shape;1015;p34"/>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16" name="Google Shape;1016;p34"/>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17" name="Google Shape;1017;p34"/>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18" name="Google Shape;1018;p34"/>
          <p:cNvSpPr/>
          <p:nvPr/>
        </p:nvSpPr>
        <p:spPr>
          <a:xfrm>
            <a:off x="5909254" y="1649423"/>
            <a:ext cx="553791" cy="540912"/>
          </a:xfrm>
          <a:prstGeom prst="ellipse">
            <a:avLst/>
          </a:prstGeom>
          <a:solidFill>
            <a:srgbClr val="7030A0"/>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19" name="Google Shape;1019;p34"/>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20" name="Google Shape;1020;p34"/>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21" name="Google Shape;1021;p34"/>
          <p:cNvSpPr/>
          <p:nvPr/>
        </p:nvSpPr>
        <p:spPr>
          <a:xfrm>
            <a:off x="5909254" y="4046237"/>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22" name="Google Shape;1022;p34"/>
          <p:cNvSpPr/>
          <p:nvPr/>
        </p:nvSpPr>
        <p:spPr>
          <a:xfrm>
            <a:off x="8032119" y="2448361"/>
            <a:ext cx="553791" cy="540912"/>
          </a:xfrm>
          <a:prstGeom prst="ellipse">
            <a:avLst/>
          </a:prstGeom>
          <a:solidFill>
            <a:schemeClr val="accent5"/>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23" name="Google Shape;1023;p34"/>
          <p:cNvSpPr/>
          <p:nvPr/>
        </p:nvSpPr>
        <p:spPr>
          <a:xfrm>
            <a:off x="8032118"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1024" name="Google Shape;1024;p34"/>
          <p:cNvCxnSpPr>
            <a:stCxn id="1015" idx="6"/>
            <a:endCxn id="1019" idx="2"/>
          </p:cNvCxnSpPr>
          <p:nvPr/>
        </p:nvCxnSpPr>
        <p:spPr>
          <a:xfrm>
            <a:off x="4340180" y="2416798"/>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1025" name="Google Shape;1025;p34"/>
          <p:cNvCxnSpPr>
            <a:stCxn id="1015" idx="6"/>
            <a:endCxn id="1020" idx="2"/>
          </p:cNvCxnSpPr>
          <p:nvPr/>
        </p:nvCxnSpPr>
        <p:spPr>
          <a:xfrm>
            <a:off x="4340180" y="2416798"/>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1026" name="Google Shape;1026;p34"/>
          <p:cNvCxnSpPr>
            <a:endCxn id="1021" idx="2"/>
          </p:cNvCxnSpPr>
          <p:nvPr/>
        </p:nvCxnSpPr>
        <p:spPr>
          <a:xfrm>
            <a:off x="4340254" y="2416793"/>
            <a:ext cx="1569000" cy="1899900"/>
          </a:xfrm>
          <a:prstGeom prst="straightConnector1">
            <a:avLst/>
          </a:prstGeom>
          <a:noFill/>
          <a:ln w="19050" cap="flat" cmpd="sng">
            <a:solidFill>
              <a:schemeClr val="dk1"/>
            </a:solidFill>
            <a:prstDash val="solid"/>
            <a:miter lim="800000"/>
            <a:headEnd type="none" w="sm" len="sm"/>
            <a:tailEnd type="triangle" w="med" len="med"/>
          </a:ln>
        </p:spPr>
      </p:cxnSp>
      <p:cxnSp>
        <p:nvCxnSpPr>
          <p:cNvPr id="1027" name="Google Shape;1027;p34"/>
          <p:cNvCxnSpPr>
            <a:stCxn id="1016" idx="6"/>
            <a:endCxn id="1018" idx="2"/>
          </p:cNvCxnSpPr>
          <p:nvPr/>
        </p:nvCxnSpPr>
        <p:spPr>
          <a:xfrm rot="10800000" flipH="1">
            <a:off x="4340180" y="1919929"/>
            <a:ext cx="1569000" cy="1339800"/>
          </a:xfrm>
          <a:prstGeom prst="straightConnector1">
            <a:avLst/>
          </a:prstGeom>
          <a:noFill/>
          <a:ln w="19050" cap="flat" cmpd="sng">
            <a:solidFill>
              <a:schemeClr val="dk1"/>
            </a:solidFill>
            <a:prstDash val="solid"/>
            <a:miter lim="800000"/>
            <a:headEnd type="none" w="sm" len="sm"/>
            <a:tailEnd type="triangle" w="med" len="med"/>
          </a:ln>
        </p:spPr>
      </p:cxnSp>
      <p:cxnSp>
        <p:nvCxnSpPr>
          <p:cNvPr id="1028" name="Google Shape;1028;p34"/>
          <p:cNvCxnSpPr>
            <a:stCxn id="1016" idx="6"/>
            <a:endCxn id="1019"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1029" name="Google Shape;1029;p34"/>
          <p:cNvCxnSpPr>
            <a:stCxn id="1016" idx="6"/>
            <a:endCxn id="1020"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1030" name="Google Shape;1030;p34"/>
          <p:cNvCxnSpPr>
            <a:stCxn id="1016" idx="6"/>
            <a:endCxn id="1021" idx="2"/>
          </p:cNvCxnSpPr>
          <p:nvPr/>
        </p:nvCxnSpPr>
        <p:spPr>
          <a:xfrm>
            <a:off x="4340180" y="3259729"/>
            <a:ext cx="1569000" cy="1056900"/>
          </a:xfrm>
          <a:prstGeom prst="straightConnector1">
            <a:avLst/>
          </a:prstGeom>
          <a:noFill/>
          <a:ln w="19050" cap="flat" cmpd="sng">
            <a:solidFill>
              <a:schemeClr val="dk1"/>
            </a:solidFill>
            <a:prstDash val="solid"/>
            <a:miter lim="800000"/>
            <a:headEnd type="none" w="sm" len="sm"/>
            <a:tailEnd type="triangle" w="med" len="med"/>
          </a:ln>
        </p:spPr>
      </p:cxnSp>
      <p:cxnSp>
        <p:nvCxnSpPr>
          <p:cNvPr id="1031" name="Google Shape;1031;p34"/>
          <p:cNvCxnSpPr>
            <a:stCxn id="1017" idx="6"/>
            <a:endCxn id="1018" idx="2"/>
          </p:cNvCxnSpPr>
          <p:nvPr/>
        </p:nvCxnSpPr>
        <p:spPr>
          <a:xfrm rot="10800000" flipH="1">
            <a:off x="4340180" y="1919860"/>
            <a:ext cx="1569000" cy="2182800"/>
          </a:xfrm>
          <a:prstGeom prst="straightConnector1">
            <a:avLst/>
          </a:prstGeom>
          <a:noFill/>
          <a:ln w="19050" cap="flat" cmpd="sng">
            <a:solidFill>
              <a:schemeClr val="dk1"/>
            </a:solidFill>
            <a:prstDash val="solid"/>
            <a:miter lim="800000"/>
            <a:headEnd type="none" w="sm" len="sm"/>
            <a:tailEnd type="triangle" w="med" len="med"/>
          </a:ln>
        </p:spPr>
      </p:cxnSp>
      <p:cxnSp>
        <p:nvCxnSpPr>
          <p:cNvPr id="1032" name="Google Shape;1032;p34"/>
          <p:cNvCxnSpPr>
            <a:stCxn id="1017" idx="6"/>
            <a:endCxn id="1019"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1033" name="Google Shape;1033;p34"/>
          <p:cNvCxnSpPr>
            <a:stCxn id="1017" idx="6"/>
            <a:endCxn id="1020"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1034" name="Google Shape;1034;p34"/>
          <p:cNvCxnSpPr>
            <a:stCxn id="1017" idx="6"/>
            <a:endCxn id="1021" idx="2"/>
          </p:cNvCxnSpPr>
          <p:nvPr/>
        </p:nvCxnSpPr>
        <p:spPr>
          <a:xfrm>
            <a:off x="4340180" y="4102660"/>
            <a:ext cx="1569000" cy="213900"/>
          </a:xfrm>
          <a:prstGeom prst="straightConnector1">
            <a:avLst/>
          </a:prstGeom>
          <a:noFill/>
          <a:ln w="19050" cap="flat" cmpd="sng">
            <a:solidFill>
              <a:schemeClr val="dk1"/>
            </a:solidFill>
            <a:prstDash val="solid"/>
            <a:miter lim="800000"/>
            <a:headEnd type="none" w="sm" len="sm"/>
            <a:tailEnd type="triangle" w="med" len="med"/>
          </a:ln>
        </p:spPr>
      </p:cxnSp>
      <p:cxnSp>
        <p:nvCxnSpPr>
          <p:cNvPr id="1035" name="Google Shape;1035;p34"/>
          <p:cNvCxnSpPr>
            <a:stCxn id="1018" idx="6"/>
            <a:endCxn id="1022" idx="2"/>
          </p:cNvCxnSpPr>
          <p:nvPr/>
        </p:nvCxnSpPr>
        <p:spPr>
          <a:xfrm>
            <a:off x="6463045" y="1919879"/>
            <a:ext cx="1569000" cy="798900"/>
          </a:xfrm>
          <a:prstGeom prst="straightConnector1">
            <a:avLst/>
          </a:prstGeom>
          <a:noFill/>
          <a:ln w="57150" cap="flat" cmpd="sng">
            <a:solidFill>
              <a:srgbClr val="00B050"/>
            </a:solidFill>
            <a:prstDash val="solid"/>
            <a:miter lim="800000"/>
            <a:headEnd type="none" w="sm" len="sm"/>
            <a:tailEnd type="triangle" w="med" len="med"/>
          </a:ln>
        </p:spPr>
      </p:cxnSp>
      <p:cxnSp>
        <p:nvCxnSpPr>
          <p:cNvPr id="1036" name="Google Shape;1036;p34"/>
          <p:cNvCxnSpPr>
            <a:stCxn id="1018" idx="6"/>
            <a:endCxn id="1023" idx="2"/>
          </p:cNvCxnSpPr>
          <p:nvPr/>
        </p:nvCxnSpPr>
        <p:spPr>
          <a:xfrm>
            <a:off x="6463045" y="1919879"/>
            <a:ext cx="1569000" cy="1597800"/>
          </a:xfrm>
          <a:prstGeom prst="straightConnector1">
            <a:avLst/>
          </a:prstGeom>
          <a:noFill/>
          <a:ln w="19050" cap="flat" cmpd="sng">
            <a:solidFill>
              <a:schemeClr val="dk1"/>
            </a:solidFill>
            <a:prstDash val="solid"/>
            <a:miter lim="800000"/>
            <a:headEnd type="none" w="sm" len="sm"/>
            <a:tailEnd type="triangle" w="med" len="med"/>
          </a:ln>
        </p:spPr>
      </p:cxnSp>
      <p:cxnSp>
        <p:nvCxnSpPr>
          <p:cNvPr id="1037" name="Google Shape;1037;p34"/>
          <p:cNvCxnSpPr>
            <a:stCxn id="1019" idx="6"/>
          </p:cNvCxnSpPr>
          <p:nvPr/>
        </p:nvCxnSpPr>
        <p:spPr>
          <a:xfrm rot="10800000" flipH="1">
            <a:off x="6463045" y="2716417"/>
            <a:ext cx="1569000" cy="2400"/>
          </a:xfrm>
          <a:prstGeom prst="straightConnector1">
            <a:avLst/>
          </a:prstGeom>
          <a:noFill/>
          <a:ln w="19050" cap="flat" cmpd="sng">
            <a:solidFill>
              <a:schemeClr val="dk1"/>
            </a:solidFill>
            <a:prstDash val="solid"/>
            <a:miter lim="800000"/>
            <a:headEnd type="none" w="sm" len="sm"/>
            <a:tailEnd type="triangle" w="med" len="med"/>
          </a:ln>
        </p:spPr>
      </p:cxnSp>
      <p:cxnSp>
        <p:nvCxnSpPr>
          <p:cNvPr id="1038" name="Google Shape;1038;p34"/>
          <p:cNvCxnSpPr>
            <a:stCxn id="1019" idx="6"/>
            <a:endCxn id="1023" idx="2"/>
          </p:cNvCxnSpPr>
          <p:nvPr/>
        </p:nvCxnSpPr>
        <p:spPr>
          <a:xfrm>
            <a:off x="6463045" y="2718817"/>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1039" name="Google Shape;1039;p34"/>
          <p:cNvCxnSpPr>
            <a:stCxn id="1020" idx="6"/>
            <a:endCxn id="1023" idx="2"/>
          </p:cNvCxnSpPr>
          <p:nvPr/>
        </p:nvCxnSpPr>
        <p:spPr>
          <a:xfrm>
            <a:off x="6463045" y="3517755"/>
            <a:ext cx="1569000" cy="0"/>
          </a:xfrm>
          <a:prstGeom prst="straightConnector1">
            <a:avLst/>
          </a:prstGeom>
          <a:noFill/>
          <a:ln w="19050" cap="flat" cmpd="sng">
            <a:solidFill>
              <a:schemeClr val="dk1"/>
            </a:solidFill>
            <a:prstDash val="solid"/>
            <a:miter lim="800000"/>
            <a:headEnd type="none" w="sm" len="sm"/>
            <a:tailEnd type="triangle" w="med" len="med"/>
          </a:ln>
        </p:spPr>
      </p:cxnSp>
      <p:cxnSp>
        <p:nvCxnSpPr>
          <p:cNvPr id="1040" name="Google Shape;1040;p34"/>
          <p:cNvCxnSpPr>
            <a:stCxn id="1020" idx="6"/>
            <a:endCxn id="1022" idx="2"/>
          </p:cNvCxnSpPr>
          <p:nvPr/>
        </p:nvCxnSpPr>
        <p:spPr>
          <a:xfrm rot="10800000" flipH="1">
            <a:off x="6463045" y="2718855"/>
            <a:ext cx="1569000" cy="798900"/>
          </a:xfrm>
          <a:prstGeom prst="straightConnector1">
            <a:avLst/>
          </a:prstGeom>
          <a:noFill/>
          <a:ln w="19050" cap="flat" cmpd="sng">
            <a:solidFill>
              <a:schemeClr val="dk1"/>
            </a:solidFill>
            <a:prstDash val="solid"/>
            <a:miter lim="800000"/>
            <a:headEnd type="none" w="sm" len="sm"/>
            <a:tailEnd type="triangle" w="med" len="med"/>
          </a:ln>
        </p:spPr>
      </p:cxnSp>
      <p:cxnSp>
        <p:nvCxnSpPr>
          <p:cNvPr id="1041" name="Google Shape;1041;p34"/>
          <p:cNvCxnSpPr>
            <a:stCxn id="1021" idx="6"/>
          </p:cNvCxnSpPr>
          <p:nvPr/>
        </p:nvCxnSpPr>
        <p:spPr>
          <a:xfrm rot="10800000" flipH="1">
            <a:off x="6463045" y="3550493"/>
            <a:ext cx="1569000" cy="766200"/>
          </a:xfrm>
          <a:prstGeom prst="straightConnector1">
            <a:avLst/>
          </a:prstGeom>
          <a:noFill/>
          <a:ln w="19050" cap="flat" cmpd="sng">
            <a:solidFill>
              <a:schemeClr val="dk1"/>
            </a:solidFill>
            <a:prstDash val="solid"/>
            <a:miter lim="800000"/>
            <a:headEnd type="none" w="sm" len="sm"/>
            <a:tailEnd type="triangle" w="med" len="med"/>
          </a:ln>
        </p:spPr>
      </p:cxnSp>
      <p:cxnSp>
        <p:nvCxnSpPr>
          <p:cNvPr id="1042" name="Google Shape;1042;p34"/>
          <p:cNvCxnSpPr>
            <a:stCxn id="1021" idx="6"/>
            <a:endCxn id="1022" idx="2"/>
          </p:cNvCxnSpPr>
          <p:nvPr/>
        </p:nvCxnSpPr>
        <p:spPr>
          <a:xfrm rot="10800000" flipH="1">
            <a:off x="6463045" y="2718893"/>
            <a:ext cx="1569000" cy="1597800"/>
          </a:xfrm>
          <a:prstGeom prst="straightConnector1">
            <a:avLst/>
          </a:prstGeom>
          <a:noFill/>
          <a:ln w="19050" cap="flat" cmpd="sng">
            <a:solidFill>
              <a:schemeClr val="dk1"/>
            </a:solidFill>
            <a:prstDash val="solid"/>
            <a:miter lim="800000"/>
            <a:headEnd type="none" w="sm" len="sm"/>
            <a:tailEnd type="triangle" w="med" len="med"/>
          </a:ln>
        </p:spPr>
      </p:cxnSp>
      <p:cxnSp>
        <p:nvCxnSpPr>
          <p:cNvPr id="1043" name="Google Shape;1043;p34"/>
          <p:cNvCxnSpPr>
            <a:stCxn id="1022" idx="6"/>
          </p:cNvCxnSpPr>
          <p:nvPr/>
        </p:nvCxnSpPr>
        <p:spPr>
          <a:xfrm rot="10800000" flipH="1">
            <a:off x="8585910" y="2220817"/>
            <a:ext cx="2442900" cy="498000"/>
          </a:xfrm>
          <a:prstGeom prst="straightConnector1">
            <a:avLst/>
          </a:prstGeom>
          <a:noFill/>
          <a:ln w="19050" cap="flat" cmpd="sng">
            <a:solidFill>
              <a:schemeClr val="dk1"/>
            </a:solidFill>
            <a:prstDash val="solid"/>
            <a:miter lim="800000"/>
            <a:headEnd type="none" w="sm" len="sm"/>
            <a:tailEnd type="triangle" w="med" len="med"/>
          </a:ln>
        </p:spPr>
      </p:cxnSp>
      <p:cxnSp>
        <p:nvCxnSpPr>
          <p:cNvPr id="1044" name="Google Shape;1044;p34"/>
          <p:cNvCxnSpPr>
            <a:stCxn id="1022" idx="6"/>
          </p:cNvCxnSpPr>
          <p:nvPr/>
        </p:nvCxnSpPr>
        <p:spPr>
          <a:xfrm>
            <a:off x="8585910" y="2718817"/>
            <a:ext cx="2442900" cy="984300"/>
          </a:xfrm>
          <a:prstGeom prst="straightConnector1">
            <a:avLst/>
          </a:prstGeom>
          <a:noFill/>
          <a:ln w="19050" cap="flat" cmpd="sng">
            <a:solidFill>
              <a:schemeClr val="dk1"/>
            </a:solidFill>
            <a:prstDash val="solid"/>
            <a:miter lim="800000"/>
            <a:headEnd type="none" w="sm" len="sm"/>
            <a:tailEnd type="triangle" w="med" len="med"/>
          </a:ln>
        </p:spPr>
      </p:cxnSp>
      <p:cxnSp>
        <p:nvCxnSpPr>
          <p:cNvPr id="1045" name="Google Shape;1045;p34"/>
          <p:cNvCxnSpPr>
            <a:stCxn id="1023" idx="6"/>
          </p:cNvCxnSpPr>
          <p:nvPr/>
        </p:nvCxnSpPr>
        <p:spPr>
          <a:xfrm rot="10800000" flipH="1">
            <a:off x="8585909" y="2761455"/>
            <a:ext cx="2442900" cy="756300"/>
          </a:xfrm>
          <a:prstGeom prst="straightConnector1">
            <a:avLst/>
          </a:prstGeom>
          <a:noFill/>
          <a:ln w="19050" cap="flat" cmpd="sng">
            <a:solidFill>
              <a:schemeClr val="dk1"/>
            </a:solidFill>
            <a:prstDash val="solid"/>
            <a:miter lim="800000"/>
            <a:headEnd type="none" w="sm" len="sm"/>
            <a:tailEnd type="triangle" w="med" len="med"/>
          </a:ln>
        </p:spPr>
      </p:cxnSp>
      <p:cxnSp>
        <p:nvCxnSpPr>
          <p:cNvPr id="1046" name="Google Shape;1046;p34"/>
          <p:cNvCxnSpPr>
            <a:stCxn id="1023" idx="6"/>
          </p:cNvCxnSpPr>
          <p:nvPr/>
        </p:nvCxnSpPr>
        <p:spPr>
          <a:xfrm>
            <a:off x="8585909" y="3517755"/>
            <a:ext cx="2442900" cy="656700"/>
          </a:xfrm>
          <a:prstGeom prst="straightConnector1">
            <a:avLst/>
          </a:prstGeom>
          <a:noFill/>
          <a:ln w="19050" cap="flat" cmpd="sng">
            <a:solidFill>
              <a:schemeClr val="dk1"/>
            </a:solidFill>
            <a:prstDash val="solid"/>
            <a:miter lim="800000"/>
            <a:headEnd type="none" w="sm" len="sm"/>
            <a:tailEnd type="triangle" w="med" len="med"/>
          </a:ln>
        </p:spPr>
      </p:cxnSp>
      <p:cxnSp>
        <p:nvCxnSpPr>
          <p:cNvPr id="1047" name="Google Shape;1047;p34"/>
          <p:cNvCxnSpPr>
            <a:endCxn id="1016" idx="2"/>
          </p:cNvCxnSpPr>
          <p:nvPr/>
        </p:nvCxnSpPr>
        <p:spPr>
          <a:xfrm>
            <a:off x="1245089" y="2389129"/>
            <a:ext cx="2541300" cy="870600"/>
          </a:xfrm>
          <a:prstGeom prst="straightConnector1">
            <a:avLst/>
          </a:prstGeom>
          <a:noFill/>
          <a:ln w="19050" cap="flat" cmpd="sng">
            <a:solidFill>
              <a:schemeClr val="dk1"/>
            </a:solidFill>
            <a:prstDash val="solid"/>
            <a:miter lim="800000"/>
            <a:headEnd type="none" w="sm" len="sm"/>
            <a:tailEnd type="triangle" w="med" len="med"/>
          </a:ln>
        </p:spPr>
      </p:cxnSp>
      <p:cxnSp>
        <p:nvCxnSpPr>
          <p:cNvPr id="1048" name="Google Shape;1048;p34"/>
          <p:cNvCxnSpPr>
            <a:endCxn id="1015" idx="2"/>
          </p:cNvCxnSpPr>
          <p:nvPr/>
        </p:nvCxnSpPr>
        <p:spPr>
          <a:xfrm>
            <a:off x="1245089" y="2349298"/>
            <a:ext cx="2541300" cy="67500"/>
          </a:xfrm>
          <a:prstGeom prst="straightConnector1">
            <a:avLst/>
          </a:prstGeom>
          <a:noFill/>
          <a:ln w="19050" cap="flat" cmpd="sng">
            <a:solidFill>
              <a:schemeClr val="dk1"/>
            </a:solidFill>
            <a:prstDash val="solid"/>
            <a:miter lim="800000"/>
            <a:headEnd type="none" w="sm" len="sm"/>
            <a:tailEnd type="triangle" w="med" len="med"/>
          </a:ln>
        </p:spPr>
      </p:cxnSp>
      <p:cxnSp>
        <p:nvCxnSpPr>
          <p:cNvPr id="1049" name="Google Shape;1049;p34"/>
          <p:cNvCxnSpPr/>
          <p:nvPr/>
        </p:nvCxnSpPr>
        <p:spPr>
          <a:xfrm rot="10800000" flipH="1">
            <a:off x="1083481" y="2448361"/>
            <a:ext cx="2702908" cy="1284473"/>
          </a:xfrm>
          <a:prstGeom prst="straightConnector1">
            <a:avLst/>
          </a:prstGeom>
          <a:noFill/>
          <a:ln w="19050" cap="flat" cmpd="sng">
            <a:solidFill>
              <a:schemeClr val="dk1"/>
            </a:solidFill>
            <a:prstDash val="solid"/>
            <a:miter lim="800000"/>
            <a:headEnd type="none" w="sm" len="sm"/>
            <a:tailEnd type="triangle" w="med" len="med"/>
          </a:ln>
        </p:spPr>
      </p:cxnSp>
      <p:cxnSp>
        <p:nvCxnSpPr>
          <p:cNvPr id="1050" name="Google Shape;1050;p34"/>
          <p:cNvCxnSpPr>
            <a:endCxn id="1017" idx="2"/>
          </p:cNvCxnSpPr>
          <p:nvPr/>
        </p:nvCxnSpPr>
        <p:spPr>
          <a:xfrm>
            <a:off x="1083389" y="3732760"/>
            <a:ext cx="2703000" cy="369900"/>
          </a:xfrm>
          <a:prstGeom prst="straightConnector1">
            <a:avLst/>
          </a:prstGeom>
          <a:noFill/>
          <a:ln w="19050" cap="flat" cmpd="sng">
            <a:solidFill>
              <a:schemeClr val="dk1"/>
            </a:solidFill>
            <a:prstDash val="solid"/>
            <a:miter lim="800000"/>
            <a:headEnd type="none" w="sm" len="sm"/>
            <a:tailEnd type="triangle" w="med" len="med"/>
          </a:ln>
        </p:spPr>
      </p:cxnSp>
      <p:sp>
        <p:nvSpPr>
          <p:cNvPr id="1051" name="Google Shape;1051;p34"/>
          <p:cNvSpPr txBox="1"/>
          <p:nvPr/>
        </p:nvSpPr>
        <p:spPr>
          <a:xfrm>
            <a:off x="9962414" y="1400088"/>
            <a:ext cx="27366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more neurons</a:t>
            </a:r>
            <a:endParaRPr/>
          </a:p>
        </p:txBody>
      </p:sp>
      <p:sp>
        <p:nvSpPr>
          <p:cNvPr id="1052" name="Google Shape;1052;p34"/>
          <p:cNvSpPr txBox="1"/>
          <p:nvPr/>
        </p:nvSpPr>
        <p:spPr>
          <a:xfrm>
            <a:off x="507945" y="1644694"/>
            <a:ext cx="273664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more neurons</a:t>
            </a:r>
            <a:endParaRPr/>
          </a:p>
        </p:txBody>
      </p:sp>
      <p:sp>
        <p:nvSpPr>
          <p:cNvPr id="1053" name="Google Shape;1053;p34"/>
          <p:cNvSpPr txBox="1"/>
          <p:nvPr/>
        </p:nvSpPr>
        <p:spPr>
          <a:xfrm>
            <a:off x="867698" y="5387133"/>
            <a:ext cx="10636898" cy="392415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a:solidFill>
                  <a:srgbClr val="000000"/>
                </a:solidFill>
                <a:latin typeface="Palatino Linotype"/>
                <a:ea typeface="Palatino Linotype"/>
                <a:cs typeface="Palatino Linotype"/>
                <a:sym typeface="Palatino Linotype"/>
              </a:rPr>
              <a:t>Gradient of a weight </a:t>
            </a:r>
            <a:r>
              <a:rPr lang="en-US" sz="3600" b="0" i="1" u="none" strike="noStrike" cap="none">
                <a:solidFill>
                  <a:srgbClr val="FF0000"/>
                </a:solidFill>
                <a:latin typeface="Palatino Linotype"/>
                <a:ea typeface="Palatino Linotype"/>
                <a:cs typeface="Palatino Linotype"/>
                <a:sym typeface="Palatino Linotype"/>
              </a:rPr>
              <a:t>w</a:t>
            </a:r>
            <a:r>
              <a:rPr lang="en-US" sz="3600" b="0" i="0" u="none" strike="noStrike" cap="none">
                <a:solidFill>
                  <a:schemeClr val="dk1"/>
                </a:solidFill>
                <a:latin typeface="Palatino Linotype"/>
                <a:ea typeface="Palatino Linotype"/>
                <a:cs typeface="Palatino Linotype"/>
                <a:sym typeface="Palatino Linotype"/>
              </a:rPr>
              <a:t> depends only on </a:t>
            </a:r>
            <a:endParaRPr/>
          </a:p>
          <a:p>
            <a:pPr marL="571500" marR="0" lvl="0" indent="-571500" algn="l" rtl="0">
              <a:lnSpc>
                <a:spcPct val="100000"/>
              </a:lnSpc>
              <a:spcBef>
                <a:spcPts val="4200"/>
              </a:spcBef>
              <a:spcAft>
                <a:spcPts val="0"/>
              </a:spcAft>
              <a:buClr>
                <a:srgbClr val="7030A0"/>
              </a:buClr>
              <a:buSzPts val="3600"/>
              <a:buFont typeface="Arial"/>
              <a:buChar char="•"/>
            </a:pPr>
            <a:r>
              <a:rPr lang="en-US" sz="3600" b="0" i="0" u="none" strike="sngStrike" cap="none">
                <a:solidFill>
                  <a:srgbClr val="7030A0"/>
                </a:solidFill>
                <a:latin typeface="Palatino Linotype"/>
                <a:ea typeface="Palatino Linotype"/>
                <a:cs typeface="Palatino Linotype"/>
                <a:sym typeface="Palatino Linotype"/>
              </a:rPr>
              <a:t>output of the neuron it is connected to </a:t>
            </a:r>
            <a:endParaRPr/>
          </a:p>
          <a:p>
            <a:pPr marL="571500" marR="0" lvl="0" indent="-571500" algn="l" rtl="0">
              <a:lnSpc>
                <a:spcPct val="100000"/>
              </a:lnSpc>
              <a:spcBef>
                <a:spcPts val="4200"/>
              </a:spcBef>
              <a:spcAft>
                <a:spcPts val="0"/>
              </a:spcAft>
              <a:buClr>
                <a:srgbClr val="0070C0"/>
              </a:buClr>
              <a:buSzPts val="3600"/>
              <a:buFont typeface="Arial"/>
              <a:buChar char="•"/>
            </a:pPr>
            <a:r>
              <a:rPr lang="en-US" sz="3600" b="0" i="0" u="none" strike="sngStrike" cap="none">
                <a:solidFill>
                  <a:srgbClr val="0070C0"/>
                </a:solidFill>
                <a:latin typeface="Palatino Linotype"/>
                <a:ea typeface="Palatino Linotype"/>
                <a:cs typeface="Palatino Linotype"/>
                <a:sym typeface="Palatino Linotype"/>
              </a:rPr>
              <a:t>gradient from a neuron in the next layer </a:t>
            </a:r>
            <a:endParaRPr/>
          </a:p>
          <a:p>
            <a:pPr marL="571500" marR="0" lvl="0" indent="-571500" algn="l" rtl="0">
              <a:lnSpc>
                <a:spcPct val="100000"/>
              </a:lnSpc>
              <a:spcBef>
                <a:spcPts val="4200"/>
              </a:spcBef>
              <a:spcAft>
                <a:spcPts val="0"/>
              </a:spcAft>
              <a:buClr>
                <a:srgbClr val="00B050"/>
              </a:buClr>
              <a:buSzPts val="3600"/>
              <a:buFont typeface="Arial"/>
              <a:buChar char="•"/>
            </a:pPr>
            <a:r>
              <a:rPr lang="en-US" sz="3600" b="0" i="0" u="none" strike="noStrike" cap="none">
                <a:solidFill>
                  <a:srgbClr val="00B050"/>
                </a:solidFill>
                <a:latin typeface="Palatino Linotype"/>
                <a:ea typeface="Palatino Linotype"/>
                <a:cs typeface="Palatino Linotype"/>
                <a:sym typeface="Palatino Linotype"/>
              </a:rPr>
              <a:t>weight of the edge connected these two neurons</a:t>
            </a:r>
            <a:endParaRPr/>
          </a:p>
        </p:txBody>
      </p:sp>
      <p:cxnSp>
        <p:nvCxnSpPr>
          <p:cNvPr id="1054" name="Google Shape;1054;p34"/>
          <p:cNvCxnSpPr>
            <a:stCxn id="1015" idx="6"/>
            <a:endCxn id="1018" idx="2"/>
          </p:cNvCxnSpPr>
          <p:nvPr/>
        </p:nvCxnSpPr>
        <p:spPr>
          <a:xfrm rot="10800000" flipH="1">
            <a:off x="4340180" y="1919998"/>
            <a:ext cx="1569000" cy="496800"/>
          </a:xfrm>
          <a:prstGeom prst="straightConnector1">
            <a:avLst/>
          </a:prstGeom>
          <a:noFill/>
          <a:ln w="57150" cap="flat" cmpd="sng">
            <a:solidFill>
              <a:srgbClr val="FF0000"/>
            </a:solidFill>
            <a:prstDash val="solid"/>
            <a:miter lim="800000"/>
            <a:headEnd type="none" w="sm" len="sm"/>
            <a:tailEnd type="triangle" w="med" len="med"/>
          </a:ln>
        </p:spPr>
      </p:cxnSp>
      <p:sp>
        <p:nvSpPr>
          <p:cNvPr id="1055" name="Google Shape;1055;p34"/>
          <p:cNvSpPr txBox="1"/>
          <p:nvPr/>
        </p:nvSpPr>
        <p:spPr>
          <a:xfrm>
            <a:off x="305739" y="205888"/>
            <a:ext cx="12886368"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1" i="0" u="none" strike="noStrike" cap="none">
                <a:solidFill>
                  <a:srgbClr val="FF0000"/>
                </a:solidFill>
                <a:latin typeface="Palatino Linotype"/>
                <a:ea typeface="Palatino Linotype"/>
                <a:cs typeface="Palatino Linotype"/>
                <a:sym typeface="Palatino Linotype"/>
              </a:rPr>
              <a:t>Backward pass</a:t>
            </a:r>
            <a:r>
              <a:rPr lang="en-US" sz="3600" b="0" i="0" u="none" strike="noStrike" cap="none">
                <a:solidFill>
                  <a:srgbClr val="FF0000"/>
                </a:solidFill>
                <a:latin typeface="Palatino Linotype"/>
                <a:ea typeface="Palatino Linotype"/>
                <a:cs typeface="Palatino Linotype"/>
                <a:sym typeface="Palatino Linotype"/>
              </a:rPr>
              <a:t>: use gradient of the last layer to compute the gradient of the previous layer, repeat right to left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p35"/>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Backpropagation</a:t>
            </a:r>
            <a:endParaRPr/>
          </a:p>
        </p:txBody>
      </p:sp>
      <p:sp>
        <p:nvSpPr>
          <p:cNvPr id="1061" name="Google Shape;1061;p35"/>
          <p:cNvSpPr txBox="1">
            <a:spLocks noGrp="1"/>
          </p:cNvSpPr>
          <p:nvPr>
            <p:ph type="body" idx="1"/>
          </p:nvPr>
        </p:nvSpPr>
        <p:spPr>
          <a:xfrm>
            <a:off x="894080" y="4706594"/>
            <a:ext cx="11216640" cy="4078419"/>
          </a:xfrm>
          <a:prstGeom prst="rect">
            <a:avLst/>
          </a:prstGeom>
          <a:noFill/>
          <a:ln>
            <a:noFill/>
          </a:ln>
        </p:spPr>
        <p:txBody>
          <a:bodyPr spcFirstLastPara="1" wrap="square" lIns="91425" tIns="45700" rIns="91425" bIns="45700" anchor="t" anchorCtr="0">
            <a:normAutofit fontScale="85000" lnSpcReduction="20000"/>
          </a:bodyPr>
          <a:lstStyle/>
          <a:p>
            <a:pPr marL="742950" lvl="0" indent="-742950" algn="l" rtl="0">
              <a:lnSpc>
                <a:spcPct val="100000"/>
              </a:lnSpc>
              <a:spcBef>
                <a:spcPts val="0"/>
              </a:spcBef>
              <a:spcAft>
                <a:spcPts val="0"/>
              </a:spcAft>
              <a:buSzPct val="97941"/>
              <a:buFont typeface="Century Gothic"/>
              <a:buAutoNum type="arabicPeriod"/>
            </a:pPr>
            <a:r>
              <a:rPr lang="en-US"/>
              <a:t>Use current weights to do a forward pass. That is, based on the current weights, compute the outputs (</a:t>
            </a:r>
            <a:r>
              <a:rPr lang="en-US" i="1"/>
              <a:t>h</a:t>
            </a:r>
            <a:r>
              <a:rPr lang="en-US" i="1" baseline="-25000"/>
              <a:t>i</a:t>
            </a:r>
            <a:r>
              <a:rPr lang="en-US"/>
              <a:t>) of all neurons.</a:t>
            </a:r>
            <a:endParaRPr/>
          </a:p>
          <a:p>
            <a:pPr marL="742950" lvl="0" indent="-742950" algn="l" rtl="0">
              <a:lnSpc>
                <a:spcPct val="100000"/>
              </a:lnSpc>
              <a:spcBef>
                <a:spcPts val="2022"/>
              </a:spcBef>
              <a:spcAft>
                <a:spcPts val="0"/>
              </a:spcAft>
              <a:buSzPct val="97941"/>
              <a:buFont typeface="Century Gothic"/>
              <a:buAutoNum type="arabicPeriod"/>
            </a:pPr>
            <a:r>
              <a:rPr lang="en-US"/>
              <a:t>Compute the gradient wrt weights of the last layer.</a:t>
            </a:r>
            <a:endParaRPr/>
          </a:p>
          <a:p>
            <a:pPr marL="742950" lvl="0" indent="-742950" algn="l" rtl="0">
              <a:lnSpc>
                <a:spcPct val="100000"/>
              </a:lnSpc>
              <a:spcBef>
                <a:spcPts val="2022"/>
              </a:spcBef>
              <a:spcAft>
                <a:spcPts val="0"/>
              </a:spcAft>
              <a:buSzPct val="97941"/>
              <a:buFont typeface="Century Gothic"/>
              <a:buAutoNum type="arabicPeriod"/>
            </a:pPr>
            <a:r>
              <a:rPr lang="en-US"/>
              <a:t>Use that gradient to compute the gradient wrt weights of the second-last layer.</a:t>
            </a:r>
            <a:endParaRPr/>
          </a:p>
          <a:p>
            <a:pPr marL="742950" lvl="0" indent="-742950" algn="l" rtl="0">
              <a:lnSpc>
                <a:spcPct val="100000"/>
              </a:lnSpc>
              <a:spcBef>
                <a:spcPts val="2022"/>
              </a:spcBef>
              <a:spcAft>
                <a:spcPts val="0"/>
              </a:spcAft>
              <a:buSzPct val="97941"/>
              <a:buFont typeface="Century Gothic"/>
              <a:buAutoNum type="arabicPeriod"/>
            </a:pPr>
            <a:r>
              <a:rPr lang="en-US"/>
              <a:t>Use that gradient to compute the gradient wrt to …</a:t>
            </a:r>
            <a:endParaRPr/>
          </a:p>
        </p:txBody>
      </p:sp>
      <p:sp>
        <p:nvSpPr>
          <p:cNvPr id="1062" name="Google Shape;1062;p35"/>
          <p:cNvSpPr/>
          <p:nvPr/>
        </p:nvSpPr>
        <p:spPr>
          <a:xfrm>
            <a:off x="3786389" y="2146342"/>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63" name="Google Shape;1063;p35"/>
          <p:cNvSpPr/>
          <p:nvPr/>
        </p:nvSpPr>
        <p:spPr>
          <a:xfrm>
            <a:off x="3786389" y="298927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64" name="Google Shape;1064;p35"/>
          <p:cNvSpPr/>
          <p:nvPr/>
        </p:nvSpPr>
        <p:spPr>
          <a:xfrm>
            <a:off x="3786389" y="3832204"/>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65" name="Google Shape;1065;p35"/>
          <p:cNvSpPr/>
          <p:nvPr/>
        </p:nvSpPr>
        <p:spPr>
          <a:xfrm>
            <a:off x="5909254" y="2448361"/>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66" name="Google Shape;1066;p35"/>
          <p:cNvSpPr/>
          <p:nvPr/>
        </p:nvSpPr>
        <p:spPr>
          <a:xfrm>
            <a:off x="5909254" y="3247299"/>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sp>
        <p:nvSpPr>
          <p:cNvPr id="1067" name="Google Shape;1067;p35"/>
          <p:cNvSpPr/>
          <p:nvPr/>
        </p:nvSpPr>
        <p:spPr>
          <a:xfrm>
            <a:off x="8055732" y="2891153"/>
            <a:ext cx="553791" cy="540912"/>
          </a:xfrm>
          <a:prstGeom prst="ellipse">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dk1"/>
              </a:solidFill>
              <a:latin typeface="Palatino Linotype"/>
              <a:ea typeface="Palatino Linotype"/>
              <a:cs typeface="Palatino Linotype"/>
              <a:sym typeface="Palatino Linotype"/>
            </a:endParaRPr>
          </a:p>
        </p:txBody>
      </p:sp>
      <p:cxnSp>
        <p:nvCxnSpPr>
          <p:cNvPr id="1068" name="Google Shape;1068;p35"/>
          <p:cNvCxnSpPr>
            <a:endCxn id="1065" idx="2"/>
          </p:cNvCxnSpPr>
          <p:nvPr/>
        </p:nvCxnSpPr>
        <p:spPr>
          <a:xfrm>
            <a:off x="4340254" y="2416717"/>
            <a:ext cx="1569000" cy="302100"/>
          </a:xfrm>
          <a:prstGeom prst="straightConnector1">
            <a:avLst/>
          </a:prstGeom>
          <a:noFill/>
          <a:ln w="19050" cap="flat" cmpd="sng">
            <a:solidFill>
              <a:schemeClr val="dk1"/>
            </a:solidFill>
            <a:prstDash val="solid"/>
            <a:miter lim="800000"/>
            <a:headEnd type="none" w="sm" len="sm"/>
            <a:tailEnd type="triangle" w="med" len="med"/>
          </a:ln>
        </p:spPr>
      </p:cxnSp>
      <p:cxnSp>
        <p:nvCxnSpPr>
          <p:cNvPr id="1069" name="Google Shape;1069;p35"/>
          <p:cNvCxnSpPr>
            <a:endCxn id="1066" idx="2"/>
          </p:cNvCxnSpPr>
          <p:nvPr/>
        </p:nvCxnSpPr>
        <p:spPr>
          <a:xfrm>
            <a:off x="4340254" y="2416755"/>
            <a:ext cx="1569000" cy="1101000"/>
          </a:xfrm>
          <a:prstGeom prst="straightConnector1">
            <a:avLst/>
          </a:prstGeom>
          <a:noFill/>
          <a:ln w="19050" cap="flat" cmpd="sng">
            <a:solidFill>
              <a:schemeClr val="dk1"/>
            </a:solidFill>
            <a:prstDash val="solid"/>
            <a:miter lim="800000"/>
            <a:headEnd type="none" w="sm" len="sm"/>
            <a:tailEnd type="triangle" w="med" len="med"/>
          </a:ln>
        </p:spPr>
      </p:cxnSp>
      <p:cxnSp>
        <p:nvCxnSpPr>
          <p:cNvPr id="1070" name="Google Shape;1070;p35"/>
          <p:cNvCxnSpPr>
            <a:stCxn id="1063" idx="6"/>
            <a:endCxn id="1065" idx="2"/>
          </p:cNvCxnSpPr>
          <p:nvPr/>
        </p:nvCxnSpPr>
        <p:spPr>
          <a:xfrm rot="10800000" flipH="1">
            <a:off x="4340180" y="2718829"/>
            <a:ext cx="1569000" cy="540900"/>
          </a:xfrm>
          <a:prstGeom prst="straightConnector1">
            <a:avLst/>
          </a:prstGeom>
          <a:noFill/>
          <a:ln w="19050" cap="flat" cmpd="sng">
            <a:solidFill>
              <a:schemeClr val="dk1"/>
            </a:solidFill>
            <a:prstDash val="solid"/>
            <a:miter lim="800000"/>
            <a:headEnd type="none" w="sm" len="sm"/>
            <a:tailEnd type="triangle" w="med" len="med"/>
          </a:ln>
        </p:spPr>
      </p:cxnSp>
      <p:cxnSp>
        <p:nvCxnSpPr>
          <p:cNvPr id="1071" name="Google Shape;1071;p35"/>
          <p:cNvCxnSpPr>
            <a:stCxn id="1063" idx="6"/>
            <a:endCxn id="1066" idx="2"/>
          </p:cNvCxnSpPr>
          <p:nvPr/>
        </p:nvCxnSpPr>
        <p:spPr>
          <a:xfrm>
            <a:off x="4340180" y="3259729"/>
            <a:ext cx="1569000" cy="258000"/>
          </a:xfrm>
          <a:prstGeom prst="straightConnector1">
            <a:avLst/>
          </a:prstGeom>
          <a:noFill/>
          <a:ln w="19050" cap="flat" cmpd="sng">
            <a:solidFill>
              <a:schemeClr val="dk1"/>
            </a:solidFill>
            <a:prstDash val="solid"/>
            <a:miter lim="800000"/>
            <a:headEnd type="none" w="sm" len="sm"/>
            <a:tailEnd type="triangle" w="med" len="med"/>
          </a:ln>
        </p:spPr>
      </p:cxnSp>
      <p:cxnSp>
        <p:nvCxnSpPr>
          <p:cNvPr id="1072" name="Google Shape;1072;p35"/>
          <p:cNvCxnSpPr>
            <a:stCxn id="1064" idx="6"/>
            <a:endCxn id="1065" idx="2"/>
          </p:cNvCxnSpPr>
          <p:nvPr/>
        </p:nvCxnSpPr>
        <p:spPr>
          <a:xfrm rot="10800000" flipH="1">
            <a:off x="4340180" y="2718760"/>
            <a:ext cx="1569000" cy="1383900"/>
          </a:xfrm>
          <a:prstGeom prst="straightConnector1">
            <a:avLst/>
          </a:prstGeom>
          <a:noFill/>
          <a:ln w="19050" cap="flat" cmpd="sng">
            <a:solidFill>
              <a:schemeClr val="dk1"/>
            </a:solidFill>
            <a:prstDash val="solid"/>
            <a:miter lim="800000"/>
            <a:headEnd type="none" w="sm" len="sm"/>
            <a:tailEnd type="triangle" w="med" len="med"/>
          </a:ln>
        </p:spPr>
      </p:cxnSp>
      <p:cxnSp>
        <p:nvCxnSpPr>
          <p:cNvPr id="1073" name="Google Shape;1073;p35"/>
          <p:cNvCxnSpPr>
            <a:stCxn id="1064" idx="6"/>
            <a:endCxn id="1066" idx="2"/>
          </p:cNvCxnSpPr>
          <p:nvPr/>
        </p:nvCxnSpPr>
        <p:spPr>
          <a:xfrm rot="10800000" flipH="1">
            <a:off x="4340180" y="3517660"/>
            <a:ext cx="1569000" cy="585000"/>
          </a:xfrm>
          <a:prstGeom prst="straightConnector1">
            <a:avLst/>
          </a:prstGeom>
          <a:noFill/>
          <a:ln w="19050" cap="flat" cmpd="sng">
            <a:solidFill>
              <a:schemeClr val="dk1"/>
            </a:solidFill>
            <a:prstDash val="solid"/>
            <a:miter lim="800000"/>
            <a:headEnd type="none" w="sm" len="sm"/>
            <a:tailEnd type="triangle" w="med" len="med"/>
          </a:ln>
        </p:spPr>
      </p:cxnSp>
      <p:cxnSp>
        <p:nvCxnSpPr>
          <p:cNvPr id="1074" name="Google Shape;1074;p35"/>
          <p:cNvCxnSpPr>
            <a:stCxn id="1065" idx="6"/>
          </p:cNvCxnSpPr>
          <p:nvPr/>
        </p:nvCxnSpPr>
        <p:spPr>
          <a:xfrm>
            <a:off x="6463045" y="2718817"/>
            <a:ext cx="1569000" cy="451200"/>
          </a:xfrm>
          <a:prstGeom prst="straightConnector1">
            <a:avLst/>
          </a:prstGeom>
          <a:noFill/>
          <a:ln w="19050" cap="flat" cmpd="sng">
            <a:solidFill>
              <a:srgbClr val="C00000"/>
            </a:solidFill>
            <a:prstDash val="solid"/>
            <a:miter lim="800000"/>
            <a:headEnd type="none" w="sm" len="sm"/>
            <a:tailEnd type="triangle" w="med" len="med"/>
          </a:ln>
        </p:spPr>
      </p:cxnSp>
      <p:cxnSp>
        <p:nvCxnSpPr>
          <p:cNvPr id="1075" name="Google Shape;1075;p35"/>
          <p:cNvCxnSpPr>
            <a:stCxn id="1066" idx="6"/>
            <a:endCxn id="1067" idx="2"/>
          </p:cNvCxnSpPr>
          <p:nvPr/>
        </p:nvCxnSpPr>
        <p:spPr>
          <a:xfrm rot="10800000" flipH="1">
            <a:off x="6463045" y="3161655"/>
            <a:ext cx="1592700" cy="356100"/>
          </a:xfrm>
          <a:prstGeom prst="straightConnector1">
            <a:avLst/>
          </a:prstGeom>
          <a:noFill/>
          <a:ln w="19050" cap="flat" cmpd="sng">
            <a:solidFill>
              <a:schemeClr val="dk1"/>
            </a:solidFill>
            <a:prstDash val="solid"/>
            <a:miter lim="800000"/>
            <a:headEnd type="none" w="sm" len="sm"/>
            <a:tailEnd type="triangle" w="med" len="med"/>
          </a:ln>
        </p:spPr>
      </p:cxnSp>
      <p:cxnSp>
        <p:nvCxnSpPr>
          <p:cNvPr id="1076" name="Google Shape;1076;p35"/>
          <p:cNvCxnSpPr>
            <a:stCxn id="1067" idx="6"/>
          </p:cNvCxnSpPr>
          <p:nvPr/>
        </p:nvCxnSpPr>
        <p:spPr>
          <a:xfrm>
            <a:off x="8609523" y="3161609"/>
            <a:ext cx="682500" cy="8400"/>
          </a:xfrm>
          <a:prstGeom prst="straightConnector1">
            <a:avLst/>
          </a:prstGeom>
          <a:noFill/>
          <a:ln w="19050" cap="flat" cmpd="sng">
            <a:solidFill>
              <a:schemeClr val="dk1"/>
            </a:solidFill>
            <a:prstDash val="solid"/>
            <a:miter lim="800000"/>
            <a:headEnd type="none" w="sm" len="sm"/>
            <a:tailEnd type="triangle" w="med" len="med"/>
          </a:ln>
        </p:spPr>
      </p:cxnSp>
      <p:sp>
        <p:nvSpPr>
          <p:cNvPr id="1077" name="Google Shape;1077;p35"/>
          <p:cNvSpPr txBox="1"/>
          <p:nvPr/>
        </p:nvSpPr>
        <p:spPr>
          <a:xfrm>
            <a:off x="4848895" y="208469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1078" name="Google Shape;1078;p35"/>
          <p:cNvSpPr txBox="1"/>
          <p:nvPr/>
        </p:nvSpPr>
        <p:spPr>
          <a:xfrm>
            <a:off x="3856296" y="2147432"/>
            <a:ext cx="44114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25000">
                <a:solidFill>
                  <a:srgbClr val="000000"/>
                </a:solidFill>
                <a:latin typeface="Palatino Linotype"/>
                <a:ea typeface="Palatino Linotype"/>
                <a:cs typeface="Palatino Linotype"/>
                <a:sym typeface="Palatino Linotype"/>
              </a:rPr>
              <a:t>0</a:t>
            </a:r>
            <a:endParaRPr/>
          </a:p>
        </p:txBody>
      </p:sp>
      <p:sp>
        <p:nvSpPr>
          <p:cNvPr id="1079" name="Google Shape;1079;p35"/>
          <p:cNvSpPr txBox="1"/>
          <p:nvPr/>
        </p:nvSpPr>
        <p:spPr>
          <a:xfrm>
            <a:off x="3856296" y="2996346"/>
            <a:ext cx="44114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25000">
                <a:solidFill>
                  <a:srgbClr val="000000"/>
                </a:solidFill>
                <a:latin typeface="Palatino Linotype"/>
                <a:ea typeface="Palatino Linotype"/>
                <a:cs typeface="Palatino Linotype"/>
                <a:sym typeface="Palatino Linotype"/>
              </a:rPr>
              <a:t>1</a:t>
            </a:r>
            <a:endParaRPr/>
          </a:p>
        </p:txBody>
      </p:sp>
      <p:sp>
        <p:nvSpPr>
          <p:cNvPr id="1080" name="Google Shape;1080;p35"/>
          <p:cNvSpPr txBox="1"/>
          <p:nvPr/>
        </p:nvSpPr>
        <p:spPr>
          <a:xfrm>
            <a:off x="3842711" y="3828669"/>
            <a:ext cx="44114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1" u="none" strike="noStrike" cap="none">
                <a:solidFill>
                  <a:srgbClr val="000000"/>
                </a:solidFill>
                <a:latin typeface="Palatino Linotype"/>
                <a:ea typeface="Palatino Linotype"/>
                <a:cs typeface="Palatino Linotype"/>
                <a:sym typeface="Palatino Linotype"/>
              </a:rPr>
              <a:t>x</a:t>
            </a:r>
            <a:r>
              <a:rPr lang="en-US" sz="2400" b="0" i="1" u="none" strike="noStrike" cap="none" baseline="-25000">
                <a:solidFill>
                  <a:srgbClr val="000000"/>
                </a:solidFill>
                <a:latin typeface="Palatino Linotype"/>
                <a:ea typeface="Palatino Linotype"/>
                <a:cs typeface="Palatino Linotype"/>
                <a:sym typeface="Palatino Linotype"/>
              </a:rPr>
              <a:t>2</a:t>
            </a:r>
            <a:endParaRPr/>
          </a:p>
        </p:txBody>
      </p:sp>
      <p:sp>
        <p:nvSpPr>
          <p:cNvPr id="1081" name="Google Shape;1081;p35"/>
          <p:cNvSpPr txBox="1"/>
          <p:nvPr/>
        </p:nvSpPr>
        <p:spPr>
          <a:xfrm>
            <a:off x="6429080" y="2363598"/>
            <a:ext cx="39786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h</a:t>
            </a:r>
            <a:r>
              <a:rPr lang="en-US" sz="2000" b="0" i="1" u="none" strike="noStrike" cap="none" baseline="-25000">
                <a:solidFill>
                  <a:srgbClr val="000000"/>
                </a:solidFill>
                <a:latin typeface="Palatino Linotype"/>
                <a:ea typeface="Palatino Linotype"/>
                <a:cs typeface="Palatino Linotype"/>
                <a:sym typeface="Palatino Linotype"/>
              </a:rPr>
              <a:t>0</a:t>
            </a:r>
            <a:endParaRPr/>
          </a:p>
        </p:txBody>
      </p:sp>
      <p:sp>
        <p:nvSpPr>
          <p:cNvPr id="1082" name="Google Shape;1082;p35"/>
          <p:cNvSpPr txBox="1"/>
          <p:nvPr/>
        </p:nvSpPr>
        <p:spPr>
          <a:xfrm>
            <a:off x="6446638" y="3507547"/>
            <a:ext cx="397866"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h</a:t>
            </a:r>
            <a:r>
              <a:rPr lang="en-US" sz="2000" b="0" i="1" u="none" strike="noStrike" cap="none" baseline="-25000">
                <a:solidFill>
                  <a:srgbClr val="000000"/>
                </a:solidFill>
                <a:latin typeface="Palatino Linotype"/>
                <a:ea typeface="Palatino Linotype"/>
                <a:cs typeface="Palatino Linotype"/>
                <a:sym typeface="Palatino Linotype"/>
              </a:rPr>
              <a:t>1</a:t>
            </a:r>
            <a:endParaRPr/>
          </a:p>
        </p:txBody>
      </p:sp>
      <p:sp>
        <p:nvSpPr>
          <p:cNvPr id="1083" name="Google Shape;1083;p35"/>
          <p:cNvSpPr txBox="1"/>
          <p:nvPr/>
        </p:nvSpPr>
        <p:spPr>
          <a:xfrm>
            <a:off x="9292099" y="2947804"/>
            <a:ext cx="29848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o</a:t>
            </a:r>
            <a:endParaRPr sz="2000" b="0" i="1" u="none" strike="noStrike" cap="none" baseline="-25000">
              <a:solidFill>
                <a:srgbClr val="000000"/>
              </a:solidFill>
              <a:latin typeface="Palatino Linotype"/>
              <a:ea typeface="Palatino Linotype"/>
              <a:cs typeface="Palatino Linotype"/>
              <a:sym typeface="Palatino Linotype"/>
            </a:endParaRPr>
          </a:p>
        </p:txBody>
      </p:sp>
      <p:sp>
        <p:nvSpPr>
          <p:cNvPr id="1084" name="Google Shape;1084;p35"/>
          <p:cNvSpPr txBox="1"/>
          <p:nvPr/>
        </p:nvSpPr>
        <p:spPr>
          <a:xfrm>
            <a:off x="4860006" y="2536398"/>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2</a:t>
            </a:r>
            <a:endParaRPr/>
          </a:p>
        </p:txBody>
      </p:sp>
      <p:sp>
        <p:nvSpPr>
          <p:cNvPr id="1085" name="Google Shape;1085;p35"/>
          <p:cNvSpPr txBox="1"/>
          <p:nvPr/>
        </p:nvSpPr>
        <p:spPr>
          <a:xfrm>
            <a:off x="4631146" y="2847189"/>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3</a:t>
            </a:r>
            <a:endParaRPr/>
          </a:p>
        </p:txBody>
      </p:sp>
      <p:sp>
        <p:nvSpPr>
          <p:cNvPr id="1086" name="Google Shape;1086;p35"/>
          <p:cNvSpPr txBox="1"/>
          <p:nvPr/>
        </p:nvSpPr>
        <p:spPr>
          <a:xfrm>
            <a:off x="4657337" y="3147406"/>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4</a:t>
            </a:r>
            <a:endParaRPr/>
          </a:p>
        </p:txBody>
      </p:sp>
      <p:sp>
        <p:nvSpPr>
          <p:cNvPr id="1087" name="Google Shape;1087;p35"/>
          <p:cNvSpPr txBox="1"/>
          <p:nvPr/>
        </p:nvSpPr>
        <p:spPr>
          <a:xfrm>
            <a:off x="4603605" y="3414675"/>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5</a:t>
            </a:r>
            <a:endParaRPr/>
          </a:p>
        </p:txBody>
      </p:sp>
      <p:sp>
        <p:nvSpPr>
          <p:cNvPr id="1088" name="Google Shape;1088;p35"/>
          <p:cNvSpPr txBox="1"/>
          <p:nvPr/>
        </p:nvSpPr>
        <p:spPr>
          <a:xfrm>
            <a:off x="4652713" y="3722504"/>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6</a:t>
            </a:r>
            <a:endParaRPr/>
          </a:p>
        </p:txBody>
      </p:sp>
      <p:sp>
        <p:nvSpPr>
          <p:cNvPr id="1089" name="Google Shape;1089;p35"/>
          <p:cNvSpPr txBox="1"/>
          <p:nvPr/>
        </p:nvSpPr>
        <p:spPr>
          <a:xfrm>
            <a:off x="7078491" y="2571652"/>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7</a:t>
            </a:r>
            <a:endParaRPr/>
          </a:p>
        </p:txBody>
      </p:sp>
      <p:sp>
        <p:nvSpPr>
          <p:cNvPr id="1090" name="Google Shape;1090;p35"/>
          <p:cNvSpPr txBox="1"/>
          <p:nvPr/>
        </p:nvSpPr>
        <p:spPr>
          <a:xfrm>
            <a:off x="7071506" y="3313053"/>
            <a:ext cx="455574"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Palatino Linotype"/>
              <a:buNone/>
            </a:pPr>
            <a:r>
              <a:rPr lang="en-US" sz="2000" b="0" i="1" u="none" strike="noStrike" cap="none">
                <a:solidFill>
                  <a:srgbClr val="000000"/>
                </a:solidFill>
                <a:latin typeface="Palatino Linotype"/>
                <a:ea typeface="Palatino Linotype"/>
                <a:cs typeface="Palatino Linotype"/>
                <a:sym typeface="Palatino Linotype"/>
              </a:rPr>
              <a:t>w</a:t>
            </a:r>
            <a:r>
              <a:rPr lang="en-US" sz="2000" b="0" i="1" u="none" strike="noStrike" cap="none" baseline="-25000">
                <a:solidFill>
                  <a:srgbClr val="000000"/>
                </a:solidFill>
                <a:latin typeface="Palatino Linotype"/>
                <a:ea typeface="Palatino Linotype"/>
                <a:cs typeface="Palatino Linotype"/>
                <a:sym typeface="Palatino Linotype"/>
              </a:rPr>
              <a:t>8</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sp>
        <p:nvSpPr>
          <p:cNvPr id="1095" name="Google Shape;1095;p36"/>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660000"/>
              </a:buClr>
              <a:buSzPct val="99609"/>
              <a:buFont typeface="Century Gothic"/>
              <a:buNone/>
            </a:pPr>
            <a:r>
              <a:rPr lang="en-US"/>
              <a:t>Neural Network w/ Backpropagation</a:t>
            </a:r>
            <a:endParaRPr/>
          </a:p>
        </p:txBody>
      </p:sp>
      <p:sp>
        <p:nvSpPr>
          <p:cNvPr id="1096" name="Google Shape;1096;p36"/>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Start with some initial weights </a:t>
            </a:r>
            <a:r>
              <a:rPr lang="en-US" i="1"/>
              <a:t>w = [w</a:t>
            </a:r>
            <a:r>
              <a:rPr lang="en-US" i="1" baseline="-25000"/>
              <a:t>0</a:t>
            </a:r>
            <a:r>
              <a:rPr lang="en-US" i="1"/>
              <a:t>, w</a:t>
            </a:r>
            <a:r>
              <a:rPr lang="en-US" i="1" baseline="-25000"/>
              <a:t>1</a:t>
            </a:r>
            <a:r>
              <a:rPr lang="en-US" i="1"/>
              <a:t>, …]</a:t>
            </a:r>
            <a:endParaRPr/>
          </a:p>
          <a:p>
            <a:pPr marL="417683" lvl="0" indent="-417683" algn="l" rtl="0">
              <a:lnSpc>
                <a:spcPct val="100000"/>
              </a:lnSpc>
              <a:spcBef>
                <a:spcPts val="2022"/>
              </a:spcBef>
              <a:spcAft>
                <a:spcPts val="0"/>
              </a:spcAft>
              <a:buSzPts val="3900"/>
              <a:buChar char="▸"/>
            </a:pPr>
            <a:r>
              <a:rPr lang="en-US" i="1"/>
              <a:t>Repeat until convergence</a:t>
            </a:r>
            <a:endParaRPr/>
          </a:p>
          <a:p>
            <a:pPr marL="975345" lvl="1" indent="-325115" algn="l" rtl="0">
              <a:lnSpc>
                <a:spcPct val="100000"/>
              </a:lnSpc>
              <a:spcBef>
                <a:spcPts val="711"/>
              </a:spcBef>
              <a:spcAft>
                <a:spcPts val="0"/>
              </a:spcAft>
              <a:buSzPts val="3400"/>
              <a:buChar char="▪"/>
            </a:pPr>
            <a:r>
              <a:rPr lang="en-US"/>
              <a:t>For each input </a:t>
            </a:r>
            <a:r>
              <a:rPr lang="en-US" i="1"/>
              <a:t>x</a:t>
            </a:r>
            <a:r>
              <a:rPr lang="en-US" i="1" baseline="30000"/>
              <a:t>j</a:t>
            </a:r>
            <a:r>
              <a:rPr lang="en-US"/>
              <a:t>, use the current weights </a:t>
            </a:r>
            <a:r>
              <a:rPr lang="en-US" i="1"/>
              <a:t>w</a:t>
            </a:r>
            <a:r>
              <a:rPr lang="en-US"/>
              <a:t> to compute the output of all the neurons and the final output </a:t>
            </a:r>
            <a:r>
              <a:rPr lang="en-US" i="1"/>
              <a:t>f</a:t>
            </a:r>
            <a:r>
              <a:rPr lang="en-US" i="1" baseline="-25000"/>
              <a:t>w</a:t>
            </a:r>
            <a:r>
              <a:rPr lang="en-US" i="1"/>
              <a:t>(x</a:t>
            </a:r>
            <a:r>
              <a:rPr lang="en-US" i="1" baseline="30000"/>
              <a:t>j</a:t>
            </a:r>
            <a:r>
              <a:rPr lang="en-US" i="1"/>
              <a:t>)</a:t>
            </a:r>
            <a:r>
              <a:rPr lang="en-US"/>
              <a:t> </a:t>
            </a:r>
            <a:endParaRPr/>
          </a:p>
          <a:p>
            <a:pPr marL="975345" lvl="1" indent="-325115" algn="l" rtl="0">
              <a:lnSpc>
                <a:spcPct val="100000"/>
              </a:lnSpc>
              <a:spcBef>
                <a:spcPts val="711"/>
              </a:spcBef>
              <a:spcAft>
                <a:spcPts val="0"/>
              </a:spcAft>
              <a:buSzPts val="3400"/>
              <a:buChar char="▪"/>
            </a:pPr>
            <a:r>
              <a:rPr lang="en-US"/>
              <a:t>Compute the loss </a:t>
            </a:r>
            <a:r>
              <a:rPr lang="en-US" i="1"/>
              <a:t>E(w)</a:t>
            </a:r>
            <a:r>
              <a:rPr lang="en-US"/>
              <a:t> between </a:t>
            </a:r>
            <a:r>
              <a:rPr lang="en-US" i="1"/>
              <a:t>f</a:t>
            </a:r>
            <a:r>
              <a:rPr lang="en-US" i="1" baseline="-25000"/>
              <a:t>w</a:t>
            </a:r>
            <a:r>
              <a:rPr lang="en-US" i="1"/>
              <a:t>(x</a:t>
            </a:r>
            <a:r>
              <a:rPr lang="en-US" i="1" baseline="30000"/>
              <a:t>j</a:t>
            </a:r>
            <a:r>
              <a:rPr lang="en-US" i="1"/>
              <a:t>)</a:t>
            </a:r>
            <a:r>
              <a:rPr lang="en-US"/>
              <a:t> and </a:t>
            </a:r>
            <a:r>
              <a:rPr lang="en-US" i="1"/>
              <a:t>y</a:t>
            </a:r>
            <a:r>
              <a:rPr lang="en-US" i="1" baseline="30000"/>
              <a:t>j</a:t>
            </a:r>
            <a:endParaRPr i="1"/>
          </a:p>
          <a:p>
            <a:pPr marL="975345" lvl="1" indent="-325115" algn="l" rtl="0">
              <a:lnSpc>
                <a:spcPct val="100000"/>
              </a:lnSpc>
              <a:spcBef>
                <a:spcPts val="711"/>
              </a:spcBef>
              <a:spcAft>
                <a:spcPts val="0"/>
              </a:spcAft>
              <a:buSzPts val="3400"/>
              <a:buChar char="▪"/>
            </a:pPr>
            <a:r>
              <a:rPr lang="en-US"/>
              <a:t>Compute the gradient of the loss at the output layer</a:t>
            </a:r>
            <a:endParaRPr/>
          </a:p>
          <a:p>
            <a:pPr marL="975345" lvl="1" indent="-325115" algn="l" rtl="0">
              <a:lnSpc>
                <a:spcPct val="100000"/>
              </a:lnSpc>
              <a:spcBef>
                <a:spcPts val="711"/>
              </a:spcBef>
              <a:spcAft>
                <a:spcPts val="0"/>
              </a:spcAft>
              <a:buSzPts val="3400"/>
              <a:buChar char="▪"/>
            </a:pPr>
            <a:r>
              <a:rPr lang="en-US"/>
              <a:t>Use that to compute the gradient of the loss at the last-but-one layer</a:t>
            </a:r>
            <a:endParaRPr/>
          </a:p>
          <a:p>
            <a:pPr marL="975345" lvl="1" indent="-325115" algn="l" rtl="0">
              <a:lnSpc>
                <a:spcPct val="100000"/>
              </a:lnSpc>
              <a:spcBef>
                <a:spcPts val="711"/>
              </a:spcBef>
              <a:spcAft>
                <a:spcPts val="0"/>
              </a:spcAft>
              <a:buSzPts val="3400"/>
              <a:buChar char="▪"/>
            </a:pPr>
            <a:r>
              <a:rPr lang="en-US" i="1" baseline="-25000"/>
              <a:t>…</a:t>
            </a:r>
            <a:endParaRPr/>
          </a:p>
          <a:p>
            <a:pPr marL="975345" lvl="1" indent="-325115" algn="l" rtl="0">
              <a:lnSpc>
                <a:spcPct val="100000"/>
              </a:lnSpc>
              <a:spcBef>
                <a:spcPts val="711"/>
              </a:spcBef>
              <a:spcAft>
                <a:spcPts val="0"/>
              </a:spcAft>
              <a:buSzPts val="3400"/>
              <a:buChar char="▪"/>
            </a:pPr>
            <a:r>
              <a:rPr lang="en-US"/>
              <a:t>Update each weight </a:t>
            </a:r>
            <a:r>
              <a:rPr lang="en-US" i="1"/>
              <a:t>w</a:t>
            </a:r>
            <a:r>
              <a:rPr lang="en-US" i="1" baseline="-25000"/>
              <a:t>i</a:t>
            </a:r>
            <a:r>
              <a:rPr lang="en-US"/>
              <a:t> based on the gradient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3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Convergence</a:t>
            </a:r>
            <a:endParaRPr/>
          </a:p>
        </p:txBody>
      </p:sp>
      <p:sp>
        <p:nvSpPr>
          <p:cNvPr id="1102" name="Google Shape;1102;p37"/>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dirty="0"/>
              <a:t>Depends on the loss function</a:t>
            </a:r>
            <a:endParaRPr dirty="0"/>
          </a:p>
          <a:p>
            <a:pPr marL="417683" lvl="0" indent="-417683" algn="l" rtl="0">
              <a:lnSpc>
                <a:spcPct val="100000"/>
              </a:lnSpc>
              <a:spcBef>
                <a:spcPts val="2022"/>
              </a:spcBef>
              <a:spcAft>
                <a:spcPts val="0"/>
              </a:spcAft>
              <a:buSzPts val="3900"/>
              <a:buChar char="▸"/>
            </a:pPr>
            <a:r>
              <a:rPr lang="en-US" dirty="0"/>
              <a:t>Convex loss function 🡪 eventually converges to the optimal weights</a:t>
            </a:r>
            <a:endParaRPr dirty="0"/>
          </a:p>
          <a:p>
            <a:pPr marL="417683" lvl="0" indent="-417683" algn="l" rtl="0">
              <a:lnSpc>
                <a:spcPct val="100000"/>
              </a:lnSpc>
              <a:spcBef>
                <a:spcPts val="2022"/>
              </a:spcBef>
              <a:spcAft>
                <a:spcPts val="0"/>
              </a:spcAft>
              <a:buSzPts val="3900"/>
              <a:buChar char="▸"/>
            </a:pPr>
            <a:r>
              <a:rPr lang="en-US" dirty="0"/>
              <a:t>Loss function is rarely, if ever, convex</a:t>
            </a:r>
            <a:endParaRPr dirty="0"/>
          </a:p>
          <a:p>
            <a:pPr marL="417683" lvl="0" indent="-417683" algn="l" rtl="0">
              <a:lnSpc>
                <a:spcPct val="100000"/>
              </a:lnSpc>
              <a:spcBef>
                <a:spcPts val="2022"/>
              </a:spcBef>
              <a:spcAft>
                <a:spcPts val="0"/>
              </a:spcAft>
              <a:buSzPts val="3900"/>
              <a:buChar char="▸"/>
            </a:pPr>
            <a:r>
              <a:rPr lang="en-US" dirty="0"/>
              <a:t>Converges to </a:t>
            </a:r>
            <a:r>
              <a:rPr lang="en-US" i="1" dirty="0"/>
              <a:t>local minima</a:t>
            </a:r>
            <a:r>
              <a:rPr lang="en-US" dirty="0"/>
              <a:t> instead of global one</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38"/>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Demo</a:t>
            </a:r>
            <a:endParaRPr/>
          </a:p>
        </p:txBody>
      </p:sp>
      <p:sp>
        <p:nvSpPr>
          <p:cNvPr id="1108" name="Google Shape;1108;p38"/>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u="sng" dirty="0">
                <a:solidFill>
                  <a:schemeClr val="hlink"/>
                </a:solidFill>
                <a:hlinkClick r:id="rId3"/>
              </a:rPr>
              <a:t>https://playground.tensorflow.org</a:t>
            </a:r>
            <a:endParaRPr dirty="0"/>
          </a:p>
          <a:p>
            <a:pPr marL="417683" lvl="0" indent="-417683" algn="l" rtl="0">
              <a:lnSpc>
                <a:spcPct val="100000"/>
              </a:lnSpc>
              <a:spcBef>
                <a:spcPts val="2022"/>
              </a:spcBef>
              <a:spcAft>
                <a:spcPts val="0"/>
              </a:spcAft>
              <a:buSzPts val="3900"/>
              <a:buChar char="▸"/>
            </a:pPr>
            <a:r>
              <a:rPr lang="en-US" u="sng" dirty="0">
                <a:solidFill>
                  <a:schemeClr val="hlink"/>
                </a:solidFill>
                <a:hlinkClick r:id="rId4"/>
              </a:rPr>
              <a:t>http://www.ccom.ucsd.edu/~cdeotte/programs/neuralnetwork.html</a:t>
            </a:r>
            <a:r>
              <a:rPr lang="en-US" dirty="0"/>
              <a:t> </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39"/>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660000"/>
              </a:buClr>
              <a:buSzPts val="4000"/>
              <a:buFont typeface="Century Gothic"/>
              <a:buNone/>
            </a:pPr>
            <a:r>
              <a:rPr lang="en-US" sz="4000"/>
              <a:t>Neural networks are function approximators</a:t>
            </a:r>
            <a:endParaRPr/>
          </a:p>
        </p:txBody>
      </p:sp>
      <p:sp>
        <p:nvSpPr>
          <p:cNvPr id="1114" name="Google Shape;1114;p39"/>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Use supervised data to learn </a:t>
            </a:r>
            <a:r>
              <a:rPr lang="en-US" i="1"/>
              <a:t>f(x)</a:t>
            </a:r>
            <a:endParaRPr/>
          </a:p>
        </p:txBody>
      </p:sp>
      <p:sp>
        <p:nvSpPr>
          <p:cNvPr id="1115" name="Google Shape;1115;p39"/>
          <p:cNvSpPr txBox="1"/>
          <p:nvPr/>
        </p:nvSpPr>
        <p:spPr>
          <a:xfrm>
            <a:off x="317240" y="3184029"/>
            <a:ext cx="6185159" cy="5016758"/>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Palatino Linotype"/>
              <a:buNone/>
            </a:pPr>
            <a:r>
              <a:rPr lang="en-US" sz="3600" b="1" i="0" u="none" strike="noStrike" cap="none">
                <a:solidFill>
                  <a:srgbClr val="000000"/>
                </a:solidFill>
                <a:latin typeface="Palatino Linotype"/>
                <a:ea typeface="Palatino Linotype"/>
                <a:cs typeface="Palatino Linotype"/>
                <a:sym typeface="Palatino Linotype"/>
              </a:rPr>
              <a:t>Prediction/Regression</a:t>
            </a:r>
            <a:endParaRPr/>
          </a:p>
          <a:p>
            <a:pPr marL="0" marR="0" lvl="0" indent="0" algn="l" rtl="0">
              <a:lnSpc>
                <a:spcPct val="100000"/>
              </a:lnSpc>
              <a:spcBef>
                <a:spcPts val="420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output is a continuous variable</a:t>
            </a:r>
            <a:endParaRPr/>
          </a:p>
        </p:txBody>
      </p:sp>
      <p:sp>
        <p:nvSpPr>
          <p:cNvPr id="1116" name="Google Shape;1116;p39"/>
          <p:cNvSpPr txBox="1"/>
          <p:nvPr/>
        </p:nvSpPr>
        <p:spPr>
          <a:xfrm>
            <a:off x="7109927" y="3184029"/>
            <a:ext cx="5577633" cy="5016758"/>
          </a:xfrm>
          <a:prstGeom prst="rect">
            <a:avLst/>
          </a:prstGeom>
          <a:solidFill>
            <a:srgbClr val="D8E2F3"/>
          </a:solid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3600"/>
              <a:buFont typeface="Palatino Linotype"/>
              <a:buNone/>
            </a:pPr>
            <a:r>
              <a:rPr lang="en-US" sz="3600" b="1" i="0" u="none" strike="noStrike" cap="none">
                <a:solidFill>
                  <a:srgbClr val="000000"/>
                </a:solidFill>
                <a:latin typeface="Palatino Linotype"/>
                <a:ea typeface="Palatino Linotype"/>
                <a:cs typeface="Palatino Linotype"/>
                <a:sym typeface="Palatino Linotype"/>
              </a:rPr>
              <a:t>Classification</a:t>
            </a:r>
            <a:r>
              <a:rPr lang="en-US" sz="3600" b="0" i="1" u="none" strike="noStrike" cap="none">
                <a:solidFill>
                  <a:srgbClr val="000000"/>
                </a:solidFill>
                <a:latin typeface="Palatino Linotype"/>
                <a:ea typeface="Palatino Linotype"/>
                <a:cs typeface="Palatino Linotype"/>
                <a:sym typeface="Palatino Linotype"/>
              </a:rPr>
              <a:t> </a:t>
            </a:r>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endParaRPr sz="3600" b="0" i="1" u="none" strike="noStrike" cap="none">
              <a:solidFill>
                <a:srgbClr val="000000"/>
              </a:solidFill>
              <a:latin typeface="Palatino Linotype"/>
              <a:ea typeface="Palatino Linotype"/>
              <a:cs typeface="Palatino Linotype"/>
              <a:sym typeface="Palatino Linotype"/>
            </a:endParaRPr>
          </a:p>
          <a:p>
            <a:pPr marL="0" marR="0" lvl="0" indent="0" algn="l" rtl="0">
              <a:lnSpc>
                <a:spcPct val="100000"/>
              </a:lnSpc>
              <a:spcBef>
                <a:spcPts val="420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output is a discrete label</a:t>
            </a:r>
            <a:endParaRPr sz="3600" b="0" i="1" u="none" strike="noStrike" cap="none">
              <a:solidFill>
                <a:srgbClr val="000000"/>
              </a:solidFill>
              <a:latin typeface="Palatino Linotype"/>
              <a:ea typeface="Palatino Linotype"/>
              <a:cs typeface="Palatino Linotype"/>
              <a:sym typeface="Palatino Linotype"/>
            </a:endParaRPr>
          </a:p>
        </p:txBody>
      </p:sp>
      <p:pic>
        <p:nvPicPr>
          <p:cNvPr id="1117" name="Google Shape;1117;p39"/>
          <p:cNvPicPr preferRelativeResize="0"/>
          <p:nvPr/>
        </p:nvPicPr>
        <p:blipFill rotWithShape="1">
          <a:blip r:embed="rId3">
            <a:alphaModFix/>
          </a:blip>
          <a:srcRect/>
          <a:stretch/>
        </p:blipFill>
        <p:spPr>
          <a:xfrm>
            <a:off x="453180" y="4375048"/>
            <a:ext cx="5959248" cy="2432763"/>
          </a:xfrm>
          <a:prstGeom prst="rect">
            <a:avLst/>
          </a:prstGeom>
          <a:noFill/>
          <a:ln>
            <a:noFill/>
          </a:ln>
        </p:spPr>
      </p:pic>
      <p:pic>
        <p:nvPicPr>
          <p:cNvPr id="1118" name="Google Shape;1118;p39"/>
          <p:cNvPicPr preferRelativeResize="0"/>
          <p:nvPr/>
        </p:nvPicPr>
        <p:blipFill rotWithShape="1">
          <a:blip r:embed="rId4">
            <a:alphaModFix/>
          </a:blip>
          <a:srcRect/>
          <a:stretch/>
        </p:blipFill>
        <p:spPr>
          <a:xfrm>
            <a:off x="7263112" y="4188687"/>
            <a:ext cx="5271262" cy="2619124"/>
          </a:xfrm>
          <a:prstGeom prst="rect">
            <a:avLst/>
          </a:prstGeom>
          <a:noFill/>
          <a:ln>
            <a:noFill/>
          </a:ln>
        </p:spPr>
      </p:pic>
      <p:pic>
        <p:nvPicPr>
          <p:cNvPr id="1119" name="Google Shape;1119;p39"/>
          <p:cNvPicPr preferRelativeResize="0"/>
          <p:nvPr/>
        </p:nvPicPr>
        <p:blipFill rotWithShape="1">
          <a:blip r:embed="rId5">
            <a:alphaModFix/>
          </a:blip>
          <a:srcRect/>
          <a:stretch/>
        </p:blipFill>
        <p:spPr>
          <a:xfrm>
            <a:off x="7895772" y="4188687"/>
            <a:ext cx="2619124" cy="2619124"/>
          </a:xfrm>
          <a:prstGeom prst="rect">
            <a:avLst/>
          </a:prstGeom>
          <a:noFill/>
          <a:ln>
            <a:noFill/>
          </a:ln>
        </p:spPr>
      </p:pic>
      <p:sp>
        <p:nvSpPr>
          <p:cNvPr id="1120" name="Google Shape;1120;p39"/>
          <p:cNvSpPr txBox="1"/>
          <p:nvPr/>
        </p:nvSpPr>
        <p:spPr>
          <a:xfrm>
            <a:off x="1432742" y="8921637"/>
            <a:ext cx="1013931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3600"/>
              <a:buFont typeface="Palatino Linotype"/>
              <a:buNone/>
            </a:pPr>
            <a:r>
              <a:rPr lang="en-US" sz="3600" b="0" i="0" u="none" strike="noStrike" cap="none">
                <a:solidFill>
                  <a:srgbClr val="FF0000"/>
                </a:solidFill>
                <a:latin typeface="Palatino Linotype"/>
                <a:ea typeface="Palatino Linotype"/>
                <a:cs typeface="Palatino Linotype"/>
                <a:sym typeface="Palatino Linotype"/>
              </a:rPr>
              <a:t>In RL, we use NN for regression </a:t>
            </a:r>
            <a:r>
              <a:rPr lang="en-US" sz="3600" b="0" i="1" u="none" strike="noStrike" cap="none">
                <a:solidFill>
                  <a:srgbClr val="FF0000"/>
                </a:solidFill>
                <a:latin typeface="Palatino Linotype"/>
                <a:ea typeface="Palatino Linotype"/>
                <a:cs typeface="Palatino Linotype"/>
                <a:sym typeface="Palatino Linotype"/>
              </a:rPr>
              <a:t>f(x) 🡨 Q( [s,a] )</a:t>
            </a:r>
            <a:endParaRPr sz="3600" b="0" i="1" u="none" strike="noStrike" cap="none">
              <a:solidFill>
                <a:srgbClr val="FF0000"/>
              </a:solidFill>
              <a:latin typeface="Palatino Linotype"/>
              <a:ea typeface="Palatino Linotype"/>
              <a:cs typeface="Palatino Linotype"/>
              <a:sym typeface="Palatino Linotype"/>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sp>
        <p:nvSpPr>
          <p:cNvPr id="1125" name="Google Shape;1125;p40"/>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Training a NN</a:t>
            </a:r>
            <a:endParaRPr/>
          </a:p>
        </p:txBody>
      </p:sp>
      <p:sp>
        <p:nvSpPr>
          <p:cNvPr id="1126" name="Google Shape;1126;p40"/>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Gradient descent requires training data</a:t>
            </a:r>
            <a:endParaRPr/>
          </a:p>
          <a:p>
            <a:pPr marL="975345" lvl="1" indent="-325115" algn="l" rtl="0">
              <a:lnSpc>
                <a:spcPct val="100000"/>
              </a:lnSpc>
              <a:spcBef>
                <a:spcPts val="711"/>
              </a:spcBef>
              <a:spcAft>
                <a:spcPts val="0"/>
              </a:spcAft>
              <a:buSzPts val="3400"/>
              <a:buChar char="▪"/>
            </a:pPr>
            <a:r>
              <a:rPr lang="en-US" b="1"/>
              <a:t>input</a:t>
            </a:r>
            <a:r>
              <a:rPr lang="en-US"/>
              <a:t>: </a:t>
            </a:r>
            <a:r>
              <a:rPr lang="en-US" i="1"/>
              <a:t>x		</a:t>
            </a:r>
            <a:r>
              <a:rPr lang="en-US" b="1"/>
              <a:t>output (aka target values)</a:t>
            </a:r>
            <a:r>
              <a:rPr lang="en-US"/>
              <a:t>: </a:t>
            </a:r>
            <a:r>
              <a:rPr lang="en-US" i="1"/>
              <a:t>y</a:t>
            </a:r>
            <a:endParaRPr/>
          </a:p>
          <a:p>
            <a:pPr marL="975345" lvl="1" indent="-108390" algn="l" rtl="0">
              <a:lnSpc>
                <a:spcPct val="100000"/>
              </a:lnSpc>
              <a:spcBef>
                <a:spcPts val="711"/>
              </a:spcBef>
              <a:spcAft>
                <a:spcPts val="0"/>
              </a:spcAft>
              <a:buSzPts val="3413"/>
              <a:buNone/>
            </a:pPr>
            <a:endParaRPr i="1"/>
          </a:p>
          <a:p>
            <a:pPr marL="417683" lvl="0" indent="-417683" algn="l" rtl="0">
              <a:lnSpc>
                <a:spcPct val="100000"/>
              </a:lnSpc>
              <a:spcBef>
                <a:spcPts val="2022"/>
              </a:spcBef>
              <a:spcAft>
                <a:spcPts val="0"/>
              </a:spcAft>
              <a:buSzPts val="3900"/>
              <a:buChar char="▸"/>
            </a:pPr>
            <a:r>
              <a:rPr lang="en-US"/>
              <a:t>Often need </a:t>
            </a:r>
            <a:r>
              <a:rPr lang="en-US" i="1"/>
              <a:t>lots</a:t>
            </a:r>
            <a:r>
              <a:rPr lang="en-US"/>
              <a:t> of data (if you want to learn a complex function)</a:t>
            </a:r>
            <a:endParaRPr/>
          </a:p>
          <a:p>
            <a:pPr marL="417683" lvl="0" indent="-164826" algn="l" rtl="0">
              <a:lnSpc>
                <a:spcPct val="100000"/>
              </a:lnSpc>
              <a:spcBef>
                <a:spcPts val="2022"/>
              </a:spcBef>
              <a:spcAft>
                <a:spcPts val="0"/>
              </a:spcAft>
              <a:buSzPts val="3982"/>
              <a:buNone/>
            </a:pPr>
            <a:endParaRPr/>
          </a:p>
          <a:p>
            <a:pPr marL="417683" lvl="0" indent="-417683" algn="l" rtl="0">
              <a:lnSpc>
                <a:spcPct val="100000"/>
              </a:lnSpc>
              <a:spcBef>
                <a:spcPts val="2022"/>
              </a:spcBef>
              <a:spcAft>
                <a:spcPts val="0"/>
              </a:spcAft>
              <a:buSzPts val="3900"/>
              <a:buChar char="▸"/>
            </a:pPr>
            <a:r>
              <a:rPr lang="en-US"/>
              <a:t>Available in many cases</a:t>
            </a:r>
            <a:endParaRPr/>
          </a:p>
          <a:p>
            <a:pPr marL="975345" lvl="1" indent="-325115" algn="l" rtl="0">
              <a:lnSpc>
                <a:spcPct val="100000"/>
              </a:lnSpc>
              <a:spcBef>
                <a:spcPts val="711"/>
              </a:spcBef>
              <a:spcAft>
                <a:spcPts val="0"/>
              </a:spcAft>
              <a:buSzPts val="3400"/>
              <a:buChar char="▪"/>
            </a:pPr>
            <a:r>
              <a:rPr lang="en-US"/>
              <a:t>image classification: get training data by human annotation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sp>
        <p:nvSpPr>
          <p:cNvPr id="1131" name="Google Shape;1131;p41"/>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u="sng"/>
              <a:t>You</a:t>
            </a:r>
            <a:r>
              <a:rPr lang="en-US"/>
              <a:t> have helped train a NN before</a:t>
            </a:r>
            <a:endParaRPr/>
          </a:p>
        </p:txBody>
      </p:sp>
      <p:pic>
        <p:nvPicPr>
          <p:cNvPr id="1132" name="Google Shape;1132;p41"/>
          <p:cNvPicPr preferRelativeResize="0">
            <a:picLocks noGrp="1"/>
          </p:cNvPicPr>
          <p:nvPr>
            <p:ph type="body" idx="1"/>
          </p:nvPr>
        </p:nvPicPr>
        <p:blipFill rotWithShape="1">
          <a:blip r:embed="rId3">
            <a:alphaModFix/>
          </a:blip>
          <a:srcRect/>
          <a:stretch/>
        </p:blipFill>
        <p:spPr>
          <a:xfrm>
            <a:off x="4094664" y="1816100"/>
            <a:ext cx="4815471" cy="6969125"/>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30">
          <a:extLst>
            <a:ext uri="{FF2B5EF4-FFF2-40B4-BE49-F238E27FC236}">
              <a16:creationId xmlns:a16="http://schemas.microsoft.com/office/drawing/2014/main" id="{C8A57CE7-57DA-26D7-0F07-9C9A177C08BC}"/>
            </a:ext>
          </a:extLst>
        </p:cNvPr>
        <p:cNvGrpSpPr/>
        <p:nvPr/>
      </p:nvGrpSpPr>
      <p:grpSpPr>
        <a:xfrm>
          <a:off x="0" y="0"/>
          <a:ext cx="0" cy="0"/>
          <a:chOff x="0" y="0"/>
          <a:chExt cx="0" cy="0"/>
        </a:xfrm>
      </p:grpSpPr>
      <p:sp>
        <p:nvSpPr>
          <p:cNvPr id="1131" name="Google Shape;1131;p41">
            <a:extLst>
              <a:ext uri="{FF2B5EF4-FFF2-40B4-BE49-F238E27FC236}">
                <a16:creationId xmlns:a16="http://schemas.microsoft.com/office/drawing/2014/main" id="{03FF4332-0913-FF6B-5BCF-587B3D3F2256}"/>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u="sng"/>
              <a:t>You</a:t>
            </a:r>
            <a:r>
              <a:rPr lang="en-US"/>
              <a:t> have helped train a NN before</a:t>
            </a:r>
            <a:endParaRPr/>
          </a:p>
        </p:txBody>
      </p:sp>
      <p:pic>
        <p:nvPicPr>
          <p:cNvPr id="1132" name="Google Shape;1132;p41">
            <a:extLst>
              <a:ext uri="{FF2B5EF4-FFF2-40B4-BE49-F238E27FC236}">
                <a16:creationId xmlns:a16="http://schemas.microsoft.com/office/drawing/2014/main" id="{2BB1B9A8-FD91-E093-5E7A-360DAA8944F6}"/>
              </a:ext>
            </a:extLst>
          </p:cNvPr>
          <p:cNvPicPr preferRelativeResize="0">
            <a:picLocks noGrp="1"/>
          </p:cNvPicPr>
          <p:nvPr>
            <p:ph type="body" idx="1"/>
          </p:nvPr>
        </p:nvPicPr>
        <p:blipFill rotWithShape="1">
          <a:blip r:embed="rId3">
            <a:alphaModFix/>
          </a:blip>
          <a:srcRect/>
          <a:stretch/>
        </p:blipFill>
        <p:spPr>
          <a:xfrm>
            <a:off x="894080" y="1722794"/>
            <a:ext cx="4815471" cy="6969125"/>
          </a:xfrm>
          <a:prstGeom prst="rect">
            <a:avLst/>
          </a:prstGeom>
          <a:noFill/>
          <a:ln>
            <a:noFill/>
          </a:ln>
        </p:spPr>
      </p:pic>
      <p:sp>
        <p:nvSpPr>
          <p:cNvPr id="2" name="Google Shape;1102;p37">
            <a:extLst>
              <a:ext uri="{FF2B5EF4-FFF2-40B4-BE49-F238E27FC236}">
                <a16:creationId xmlns:a16="http://schemas.microsoft.com/office/drawing/2014/main" id="{D550FCB9-FD4B-78F5-A537-2BB0995E56CB}"/>
              </a:ext>
            </a:extLst>
          </p:cNvPr>
          <p:cNvSpPr txBox="1">
            <a:spLocks/>
          </p:cNvSpPr>
          <p:nvPr/>
        </p:nvSpPr>
        <p:spPr>
          <a:xfrm>
            <a:off x="5896946" y="1816848"/>
            <a:ext cx="6213773" cy="4807887"/>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81457" algn="l" rtl="0">
              <a:lnSpc>
                <a:spcPct val="100000"/>
              </a:lnSpc>
              <a:spcBef>
                <a:spcPts val="2022"/>
              </a:spcBef>
              <a:spcAft>
                <a:spcPts val="0"/>
              </a:spcAft>
              <a:buClr>
                <a:srgbClr val="FF6600"/>
              </a:buClr>
              <a:buSzPts val="3982"/>
              <a:buFont typeface="Merriweather Sans"/>
              <a:buChar char="▸"/>
              <a:defRPr sz="3982" b="0" i="0" u="none" strike="noStrike" cap="none">
                <a:solidFill>
                  <a:schemeClr val="dk1"/>
                </a:solidFill>
                <a:latin typeface="Palatino Linotype"/>
                <a:ea typeface="Palatino Linotype"/>
                <a:cs typeface="Palatino Linotype"/>
                <a:sym typeface="Palatino Linotype"/>
              </a:defRPr>
            </a:lvl1pPr>
            <a:lvl2pPr marL="914400" marR="0" lvl="1" indent="-445326" algn="l" rtl="0">
              <a:lnSpc>
                <a:spcPct val="100000"/>
              </a:lnSpc>
              <a:spcBef>
                <a:spcPts val="711"/>
              </a:spcBef>
              <a:spcAft>
                <a:spcPts val="0"/>
              </a:spcAft>
              <a:buClr>
                <a:srgbClr val="FF6600"/>
              </a:buClr>
              <a:buSzPts val="3413"/>
              <a:buFont typeface="Noto Sans Symbols"/>
              <a:buChar char="▪"/>
              <a:defRPr sz="3413" b="0" i="0" u="none" strike="noStrike" cap="none">
                <a:solidFill>
                  <a:schemeClr val="dk1"/>
                </a:solidFill>
                <a:latin typeface="Palatino Linotype"/>
                <a:ea typeface="Palatino Linotype"/>
                <a:cs typeface="Palatino Linotype"/>
                <a:sym typeface="Palatino Linotype"/>
              </a:defRPr>
            </a:lvl2pPr>
            <a:lvl3pPr marL="1371600" marR="0" lvl="2" indent="-409194" algn="l" rtl="0">
              <a:lnSpc>
                <a:spcPct val="100000"/>
              </a:lnSpc>
              <a:spcBef>
                <a:spcPts val="711"/>
              </a:spcBef>
              <a:spcAft>
                <a:spcPts val="0"/>
              </a:spcAft>
              <a:buClr>
                <a:srgbClr val="FF6600"/>
              </a:buClr>
              <a:buSzPts val="2844"/>
              <a:buFont typeface="Arial"/>
              <a:buChar char="•"/>
              <a:defRPr sz="2844" b="0" i="0" u="none" strike="noStrike" cap="none">
                <a:solidFill>
                  <a:schemeClr val="dk1"/>
                </a:solidFill>
                <a:latin typeface="Palatino Linotype"/>
                <a:ea typeface="Palatino Linotype"/>
                <a:cs typeface="Palatino Linotype"/>
                <a:sym typeface="Palatino Linotype"/>
              </a:defRPr>
            </a:lvl3pPr>
            <a:lvl4pPr marL="1828800" marR="0" lvl="3" indent="-391160" algn="l" rtl="0">
              <a:lnSpc>
                <a:spcPct val="10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4pPr>
            <a:lvl5pPr marL="2286000" marR="0" lvl="4" indent="-391160" algn="l" rtl="0">
              <a:lnSpc>
                <a:spcPct val="10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5pPr>
            <a:lvl6pPr marL="2743200" marR="0" lvl="5"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6pPr>
            <a:lvl7pPr marL="3200400" marR="0" lvl="6"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7pPr>
            <a:lvl8pPr marL="3657600" marR="0" lvl="7"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8pPr>
            <a:lvl9pPr marL="4114800" marR="0" lvl="8"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9pPr>
          </a:lstStyle>
          <a:p>
            <a:pPr marL="417683" indent="-417683">
              <a:spcBef>
                <a:spcPts val="0"/>
              </a:spcBef>
              <a:buSzPts val="3900"/>
            </a:pPr>
            <a:r>
              <a:rPr lang="en-US" dirty="0"/>
              <a:t>But how???</a:t>
            </a:r>
          </a:p>
        </p:txBody>
      </p:sp>
    </p:spTree>
    <p:extLst>
      <p:ext uri="{BB962C8B-B14F-4D97-AF65-F5344CB8AC3E}">
        <p14:creationId xmlns:p14="http://schemas.microsoft.com/office/powerpoint/2010/main" val="39477688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30">
          <a:extLst>
            <a:ext uri="{FF2B5EF4-FFF2-40B4-BE49-F238E27FC236}">
              <a16:creationId xmlns:a16="http://schemas.microsoft.com/office/drawing/2014/main" id="{8E08D663-7C40-39A3-C838-5DD4F0301914}"/>
            </a:ext>
          </a:extLst>
        </p:cNvPr>
        <p:cNvGrpSpPr/>
        <p:nvPr/>
      </p:nvGrpSpPr>
      <p:grpSpPr>
        <a:xfrm>
          <a:off x="0" y="0"/>
          <a:ext cx="0" cy="0"/>
          <a:chOff x="0" y="0"/>
          <a:chExt cx="0" cy="0"/>
        </a:xfrm>
      </p:grpSpPr>
      <p:sp>
        <p:nvSpPr>
          <p:cNvPr id="1131" name="Google Shape;1131;p41">
            <a:extLst>
              <a:ext uri="{FF2B5EF4-FFF2-40B4-BE49-F238E27FC236}">
                <a16:creationId xmlns:a16="http://schemas.microsoft.com/office/drawing/2014/main" id="{EE5287B5-FC8C-87C9-6CAA-EF41E9DD9E45}"/>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u="sng"/>
              <a:t>You</a:t>
            </a:r>
            <a:r>
              <a:rPr lang="en-US"/>
              <a:t> have helped train a NN before</a:t>
            </a:r>
            <a:endParaRPr/>
          </a:p>
        </p:txBody>
      </p:sp>
      <p:pic>
        <p:nvPicPr>
          <p:cNvPr id="1132" name="Google Shape;1132;p41">
            <a:extLst>
              <a:ext uri="{FF2B5EF4-FFF2-40B4-BE49-F238E27FC236}">
                <a16:creationId xmlns:a16="http://schemas.microsoft.com/office/drawing/2014/main" id="{C0327BB4-C537-8A5F-CE7C-EC574040D238}"/>
              </a:ext>
            </a:extLst>
          </p:cNvPr>
          <p:cNvPicPr preferRelativeResize="0">
            <a:picLocks noGrp="1"/>
          </p:cNvPicPr>
          <p:nvPr>
            <p:ph type="body" idx="1"/>
          </p:nvPr>
        </p:nvPicPr>
        <p:blipFill rotWithShape="1">
          <a:blip r:embed="rId3">
            <a:alphaModFix/>
          </a:blip>
          <a:srcRect/>
          <a:stretch/>
        </p:blipFill>
        <p:spPr>
          <a:xfrm>
            <a:off x="894080" y="1722794"/>
            <a:ext cx="4815471" cy="6969125"/>
          </a:xfrm>
          <a:prstGeom prst="rect">
            <a:avLst/>
          </a:prstGeom>
          <a:noFill/>
          <a:ln>
            <a:noFill/>
          </a:ln>
        </p:spPr>
      </p:pic>
      <p:sp>
        <p:nvSpPr>
          <p:cNvPr id="2" name="Google Shape;1102;p37">
            <a:extLst>
              <a:ext uri="{FF2B5EF4-FFF2-40B4-BE49-F238E27FC236}">
                <a16:creationId xmlns:a16="http://schemas.microsoft.com/office/drawing/2014/main" id="{8477C7D6-E522-E991-FFE6-FA1523F7575D}"/>
              </a:ext>
            </a:extLst>
          </p:cNvPr>
          <p:cNvSpPr txBox="1">
            <a:spLocks/>
          </p:cNvSpPr>
          <p:nvPr/>
        </p:nvSpPr>
        <p:spPr>
          <a:xfrm>
            <a:off x="5896946" y="1816848"/>
            <a:ext cx="6213773" cy="687507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81457" algn="l" rtl="0">
              <a:lnSpc>
                <a:spcPct val="100000"/>
              </a:lnSpc>
              <a:spcBef>
                <a:spcPts val="2022"/>
              </a:spcBef>
              <a:spcAft>
                <a:spcPts val="0"/>
              </a:spcAft>
              <a:buClr>
                <a:srgbClr val="FF6600"/>
              </a:buClr>
              <a:buSzPts val="3982"/>
              <a:buFont typeface="Merriweather Sans"/>
              <a:buChar char="▸"/>
              <a:defRPr sz="3982" b="0" i="0" u="none" strike="noStrike" cap="none">
                <a:solidFill>
                  <a:schemeClr val="dk1"/>
                </a:solidFill>
                <a:latin typeface="Palatino Linotype"/>
                <a:ea typeface="Palatino Linotype"/>
                <a:cs typeface="Palatino Linotype"/>
                <a:sym typeface="Palatino Linotype"/>
              </a:defRPr>
            </a:lvl1pPr>
            <a:lvl2pPr marL="914400" marR="0" lvl="1" indent="-445326" algn="l" rtl="0">
              <a:lnSpc>
                <a:spcPct val="100000"/>
              </a:lnSpc>
              <a:spcBef>
                <a:spcPts val="711"/>
              </a:spcBef>
              <a:spcAft>
                <a:spcPts val="0"/>
              </a:spcAft>
              <a:buClr>
                <a:srgbClr val="FF6600"/>
              </a:buClr>
              <a:buSzPts val="3413"/>
              <a:buFont typeface="Noto Sans Symbols"/>
              <a:buChar char="▪"/>
              <a:defRPr sz="3413" b="0" i="0" u="none" strike="noStrike" cap="none">
                <a:solidFill>
                  <a:schemeClr val="dk1"/>
                </a:solidFill>
                <a:latin typeface="Palatino Linotype"/>
                <a:ea typeface="Palatino Linotype"/>
                <a:cs typeface="Palatino Linotype"/>
                <a:sym typeface="Palatino Linotype"/>
              </a:defRPr>
            </a:lvl2pPr>
            <a:lvl3pPr marL="1371600" marR="0" lvl="2" indent="-409194" algn="l" rtl="0">
              <a:lnSpc>
                <a:spcPct val="100000"/>
              </a:lnSpc>
              <a:spcBef>
                <a:spcPts val="711"/>
              </a:spcBef>
              <a:spcAft>
                <a:spcPts val="0"/>
              </a:spcAft>
              <a:buClr>
                <a:srgbClr val="FF6600"/>
              </a:buClr>
              <a:buSzPts val="2844"/>
              <a:buFont typeface="Arial"/>
              <a:buChar char="•"/>
              <a:defRPr sz="2844" b="0" i="0" u="none" strike="noStrike" cap="none">
                <a:solidFill>
                  <a:schemeClr val="dk1"/>
                </a:solidFill>
                <a:latin typeface="Palatino Linotype"/>
                <a:ea typeface="Palatino Linotype"/>
                <a:cs typeface="Palatino Linotype"/>
                <a:sym typeface="Palatino Linotype"/>
              </a:defRPr>
            </a:lvl3pPr>
            <a:lvl4pPr marL="1828800" marR="0" lvl="3" indent="-391160" algn="l" rtl="0">
              <a:lnSpc>
                <a:spcPct val="10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4pPr>
            <a:lvl5pPr marL="2286000" marR="0" lvl="4" indent="-391160" algn="l" rtl="0">
              <a:lnSpc>
                <a:spcPct val="10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5pPr>
            <a:lvl6pPr marL="2743200" marR="0" lvl="5"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6pPr>
            <a:lvl7pPr marL="3200400" marR="0" lvl="6"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7pPr>
            <a:lvl8pPr marL="3657600" marR="0" lvl="7"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8pPr>
            <a:lvl9pPr marL="4114800" marR="0" lvl="8"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9pPr>
          </a:lstStyle>
          <a:p>
            <a:pPr marL="417683" indent="-417683">
              <a:spcBef>
                <a:spcPts val="0"/>
              </a:spcBef>
              <a:buSzPts val="3900"/>
            </a:pPr>
            <a:r>
              <a:rPr lang="en-US" dirty="0"/>
              <a:t>Using ground truth and consensus!</a:t>
            </a:r>
          </a:p>
        </p:txBody>
      </p:sp>
    </p:spTree>
    <p:extLst>
      <p:ext uri="{BB962C8B-B14F-4D97-AF65-F5344CB8AC3E}">
        <p14:creationId xmlns:p14="http://schemas.microsoft.com/office/powerpoint/2010/main" val="28559218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30">
          <a:extLst>
            <a:ext uri="{FF2B5EF4-FFF2-40B4-BE49-F238E27FC236}">
              <a16:creationId xmlns:a16="http://schemas.microsoft.com/office/drawing/2014/main" id="{3AC2929B-D8F1-2DD8-6156-F97FDC3AAAB5}"/>
            </a:ext>
          </a:extLst>
        </p:cNvPr>
        <p:cNvGrpSpPr/>
        <p:nvPr/>
      </p:nvGrpSpPr>
      <p:grpSpPr>
        <a:xfrm>
          <a:off x="0" y="0"/>
          <a:ext cx="0" cy="0"/>
          <a:chOff x="0" y="0"/>
          <a:chExt cx="0" cy="0"/>
        </a:xfrm>
      </p:grpSpPr>
      <p:sp>
        <p:nvSpPr>
          <p:cNvPr id="1131" name="Google Shape;1131;p41">
            <a:extLst>
              <a:ext uri="{FF2B5EF4-FFF2-40B4-BE49-F238E27FC236}">
                <a16:creationId xmlns:a16="http://schemas.microsoft.com/office/drawing/2014/main" id="{D35B8CDD-7962-6910-26A0-3BB955F1D955}"/>
              </a:ext>
            </a:extLst>
          </p:cNvPr>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u="sng"/>
              <a:t>You</a:t>
            </a:r>
            <a:r>
              <a:rPr lang="en-US"/>
              <a:t> have helped train a NN before</a:t>
            </a:r>
            <a:endParaRPr/>
          </a:p>
        </p:txBody>
      </p:sp>
      <p:pic>
        <p:nvPicPr>
          <p:cNvPr id="1132" name="Google Shape;1132;p41">
            <a:extLst>
              <a:ext uri="{FF2B5EF4-FFF2-40B4-BE49-F238E27FC236}">
                <a16:creationId xmlns:a16="http://schemas.microsoft.com/office/drawing/2014/main" id="{44FE583D-264E-6F6B-1A5C-26CF35C19591}"/>
              </a:ext>
            </a:extLst>
          </p:cNvPr>
          <p:cNvPicPr preferRelativeResize="0">
            <a:picLocks noGrp="1"/>
          </p:cNvPicPr>
          <p:nvPr>
            <p:ph type="body" idx="1"/>
          </p:nvPr>
        </p:nvPicPr>
        <p:blipFill rotWithShape="1">
          <a:blip r:embed="rId3">
            <a:alphaModFix/>
          </a:blip>
          <a:srcRect/>
          <a:stretch/>
        </p:blipFill>
        <p:spPr>
          <a:xfrm>
            <a:off x="894080" y="1722794"/>
            <a:ext cx="4815471" cy="6969125"/>
          </a:xfrm>
          <a:prstGeom prst="rect">
            <a:avLst/>
          </a:prstGeom>
          <a:noFill/>
          <a:ln>
            <a:noFill/>
          </a:ln>
        </p:spPr>
      </p:pic>
      <p:sp>
        <p:nvSpPr>
          <p:cNvPr id="2" name="Google Shape;1102;p37">
            <a:extLst>
              <a:ext uri="{FF2B5EF4-FFF2-40B4-BE49-F238E27FC236}">
                <a16:creationId xmlns:a16="http://schemas.microsoft.com/office/drawing/2014/main" id="{467484FC-71AE-7E89-5912-93337D628715}"/>
              </a:ext>
            </a:extLst>
          </p:cNvPr>
          <p:cNvSpPr txBox="1">
            <a:spLocks/>
          </p:cNvSpPr>
          <p:nvPr/>
        </p:nvSpPr>
        <p:spPr>
          <a:xfrm>
            <a:off x="5896946" y="1816848"/>
            <a:ext cx="6213773" cy="6875071"/>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481457" algn="l" rtl="0">
              <a:lnSpc>
                <a:spcPct val="100000"/>
              </a:lnSpc>
              <a:spcBef>
                <a:spcPts val="2022"/>
              </a:spcBef>
              <a:spcAft>
                <a:spcPts val="0"/>
              </a:spcAft>
              <a:buClr>
                <a:srgbClr val="FF6600"/>
              </a:buClr>
              <a:buSzPts val="3982"/>
              <a:buFont typeface="Merriweather Sans"/>
              <a:buChar char="▸"/>
              <a:defRPr sz="3982" b="0" i="0" u="none" strike="noStrike" cap="none">
                <a:solidFill>
                  <a:schemeClr val="dk1"/>
                </a:solidFill>
                <a:latin typeface="Palatino Linotype"/>
                <a:ea typeface="Palatino Linotype"/>
                <a:cs typeface="Palatino Linotype"/>
                <a:sym typeface="Palatino Linotype"/>
              </a:defRPr>
            </a:lvl1pPr>
            <a:lvl2pPr marL="914400" marR="0" lvl="1" indent="-445326" algn="l" rtl="0">
              <a:lnSpc>
                <a:spcPct val="100000"/>
              </a:lnSpc>
              <a:spcBef>
                <a:spcPts val="711"/>
              </a:spcBef>
              <a:spcAft>
                <a:spcPts val="0"/>
              </a:spcAft>
              <a:buClr>
                <a:srgbClr val="FF6600"/>
              </a:buClr>
              <a:buSzPts val="3413"/>
              <a:buFont typeface="Noto Sans Symbols"/>
              <a:buChar char="▪"/>
              <a:defRPr sz="3413" b="0" i="0" u="none" strike="noStrike" cap="none">
                <a:solidFill>
                  <a:schemeClr val="dk1"/>
                </a:solidFill>
                <a:latin typeface="Palatino Linotype"/>
                <a:ea typeface="Palatino Linotype"/>
                <a:cs typeface="Palatino Linotype"/>
                <a:sym typeface="Palatino Linotype"/>
              </a:defRPr>
            </a:lvl2pPr>
            <a:lvl3pPr marL="1371600" marR="0" lvl="2" indent="-409194" algn="l" rtl="0">
              <a:lnSpc>
                <a:spcPct val="100000"/>
              </a:lnSpc>
              <a:spcBef>
                <a:spcPts val="711"/>
              </a:spcBef>
              <a:spcAft>
                <a:spcPts val="0"/>
              </a:spcAft>
              <a:buClr>
                <a:srgbClr val="FF6600"/>
              </a:buClr>
              <a:buSzPts val="2844"/>
              <a:buFont typeface="Arial"/>
              <a:buChar char="•"/>
              <a:defRPr sz="2844" b="0" i="0" u="none" strike="noStrike" cap="none">
                <a:solidFill>
                  <a:schemeClr val="dk1"/>
                </a:solidFill>
                <a:latin typeface="Palatino Linotype"/>
                <a:ea typeface="Palatino Linotype"/>
                <a:cs typeface="Palatino Linotype"/>
                <a:sym typeface="Palatino Linotype"/>
              </a:defRPr>
            </a:lvl3pPr>
            <a:lvl4pPr marL="1828800" marR="0" lvl="3" indent="-391160" algn="l" rtl="0">
              <a:lnSpc>
                <a:spcPct val="10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4pPr>
            <a:lvl5pPr marL="2286000" marR="0" lvl="4" indent="-391160" algn="l" rtl="0">
              <a:lnSpc>
                <a:spcPct val="100000"/>
              </a:lnSpc>
              <a:spcBef>
                <a:spcPts val="711"/>
              </a:spcBef>
              <a:spcAft>
                <a:spcPts val="0"/>
              </a:spcAft>
              <a:buClr>
                <a:srgbClr val="FF6600"/>
              </a:buClr>
              <a:buSzPts val="2560"/>
              <a:buFont typeface="Arial"/>
              <a:buChar char="•"/>
              <a:defRPr sz="2560" b="0" i="0" u="none" strike="noStrike" cap="none">
                <a:solidFill>
                  <a:schemeClr val="dk1"/>
                </a:solidFill>
                <a:latin typeface="Palatino Linotype"/>
                <a:ea typeface="Palatino Linotype"/>
                <a:cs typeface="Palatino Linotype"/>
                <a:sym typeface="Palatino Linotype"/>
              </a:defRPr>
            </a:lvl5pPr>
            <a:lvl6pPr marL="2743200" marR="0" lvl="5"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6pPr>
            <a:lvl7pPr marL="3200400" marR="0" lvl="6"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7pPr>
            <a:lvl8pPr marL="3657600" marR="0" lvl="7"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8pPr>
            <a:lvl9pPr marL="4114800" marR="0" lvl="8" indent="-342900" algn="l" rtl="0">
              <a:lnSpc>
                <a:spcPct val="90000"/>
              </a:lnSpc>
              <a:spcBef>
                <a:spcPts val="711"/>
              </a:spcBef>
              <a:spcAft>
                <a:spcPts val="0"/>
              </a:spcAft>
              <a:buClr>
                <a:schemeClr val="dk1"/>
              </a:buClr>
              <a:buSzPts val="1800"/>
              <a:buFont typeface="Arial"/>
              <a:buChar char="•"/>
              <a:defRPr sz="2560" b="0" i="0" u="none" strike="noStrike" cap="none">
                <a:solidFill>
                  <a:schemeClr val="dk1"/>
                </a:solidFill>
                <a:latin typeface="Palatino Linotype"/>
                <a:ea typeface="Palatino Linotype"/>
                <a:cs typeface="Palatino Linotype"/>
                <a:sym typeface="Palatino Linotype"/>
              </a:defRPr>
            </a:lvl9pPr>
          </a:lstStyle>
          <a:p>
            <a:pPr marL="417683" indent="-417683">
              <a:spcBef>
                <a:spcPts val="0"/>
              </a:spcBef>
              <a:buSzPts val="3900"/>
            </a:pPr>
            <a:r>
              <a:rPr lang="en-US" dirty="0"/>
              <a:t>Using ground truth and consensus!</a:t>
            </a:r>
            <a:br>
              <a:rPr lang="en-US" dirty="0"/>
            </a:br>
            <a:endParaRPr lang="en-US" dirty="0"/>
          </a:p>
          <a:p>
            <a:pPr marL="417683" indent="-417683">
              <a:spcBef>
                <a:spcPts val="0"/>
              </a:spcBef>
              <a:buSzPts val="3900"/>
            </a:pPr>
            <a:r>
              <a:rPr lang="en-US" dirty="0"/>
              <a:t>Some data is already annotated, but not </a:t>
            </a:r>
            <a:r>
              <a:rPr lang="en-US" i="1" dirty="0"/>
              <a:t>all</a:t>
            </a:r>
            <a:r>
              <a:rPr lang="en-US" dirty="0"/>
              <a:t>.</a:t>
            </a:r>
            <a:br>
              <a:rPr lang="en-US" dirty="0"/>
            </a:br>
            <a:endParaRPr lang="en-US" dirty="0"/>
          </a:p>
          <a:p>
            <a:pPr marL="417683" indent="-417683">
              <a:spcBef>
                <a:spcPts val="0"/>
              </a:spcBef>
              <a:buSzPts val="3900"/>
            </a:pPr>
            <a:r>
              <a:rPr lang="en-US" dirty="0"/>
              <a:t>Consensus from </a:t>
            </a:r>
            <a:r>
              <a:rPr lang="en-US" b="1" i="1" u="sng" dirty="0"/>
              <a:t>many, many</a:t>
            </a:r>
            <a:r>
              <a:rPr lang="en-US" dirty="0"/>
              <a:t> humans helps add to the training set!</a:t>
            </a:r>
          </a:p>
        </p:txBody>
      </p:sp>
    </p:spTree>
    <p:extLst>
      <p:ext uri="{BB962C8B-B14F-4D97-AF65-F5344CB8AC3E}">
        <p14:creationId xmlns:p14="http://schemas.microsoft.com/office/powerpoint/2010/main" val="1884228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sp>
        <p:nvSpPr>
          <p:cNvPr id="1137" name="Google Shape;1137;p42"/>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Big Picture</a:t>
            </a:r>
            <a:endParaRPr/>
          </a:p>
        </p:txBody>
      </p:sp>
      <p:sp>
        <p:nvSpPr>
          <p:cNvPr id="1138" name="Google Shape;1138;p42"/>
          <p:cNvSpPr txBox="1">
            <a:spLocks noGrp="1"/>
          </p:cNvSpPr>
          <p:nvPr>
            <p:ph type="body" idx="1"/>
          </p:nvPr>
        </p:nvSpPr>
        <p:spPr>
          <a:xfrm>
            <a:off x="894080" y="1658587"/>
            <a:ext cx="11216640" cy="7936752"/>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Deep neural networks – learn complex functions  </a:t>
            </a:r>
            <a:endParaRPr/>
          </a:p>
          <a:p>
            <a:pPr marL="975345" lvl="1" indent="-325115" algn="l" rtl="0">
              <a:lnSpc>
                <a:spcPct val="100000"/>
              </a:lnSpc>
              <a:spcBef>
                <a:spcPts val="711"/>
              </a:spcBef>
              <a:spcAft>
                <a:spcPts val="0"/>
              </a:spcAft>
              <a:buSzPts val="3400"/>
              <a:buChar char="▪"/>
            </a:pPr>
            <a:r>
              <a:rPr lang="en-US"/>
              <a:t>image processing</a:t>
            </a:r>
            <a:endParaRPr/>
          </a:p>
          <a:p>
            <a:pPr marL="975345" lvl="1" indent="-325115" algn="l" rtl="0">
              <a:lnSpc>
                <a:spcPct val="100000"/>
              </a:lnSpc>
              <a:spcBef>
                <a:spcPts val="711"/>
              </a:spcBef>
              <a:spcAft>
                <a:spcPts val="0"/>
              </a:spcAft>
              <a:buSzPts val="3400"/>
              <a:buChar char="▪"/>
            </a:pPr>
            <a:r>
              <a:rPr lang="en-US"/>
              <a:t>speech processing</a:t>
            </a:r>
            <a:endParaRPr/>
          </a:p>
          <a:p>
            <a:pPr marL="975345" lvl="1" indent="-325115" algn="l" rtl="0">
              <a:lnSpc>
                <a:spcPct val="100000"/>
              </a:lnSpc>
              <a:spcBef>
                <a:spcPts val="711"/>
              </a:spcBef>
              <a:spcAft>
                <a:spcPts val="0"/>
              </a:spcAft>
              <a:buSzPts val="3400"/>
              <a:buChar char="▪"/>
            </a:pPr>
            <a:r>
              <a:rPr lang="en-US"/>
              <a:t>natural language processing</a:t>
            </a:r>
            <a:endParaRPr/>
          </a:p>
          <a:p>
            <a:pPr marL="975345" lvl="1" indent="-325115" algn="l" rtl="0">
              <a:lnSpc>
                <a:spcPct val="100000"/>
              </a:lnSpc>
              <a:spcBef>
                <a:spcPts val="711"/>
              </a:spcBef>
              <a:spcAft>
                <a:spcPts val="0"/>
              </a:spcAft>
              <a:buSzPts val="3400"/>
              <a:buChar char="▪"/>
            </a:pPr>
            <a:r>
              <a:rPr lang="en-US"/>
              <a:t>economics/financial</a:t>
            </a:r>
            <a:endParaRPr/>
          </a:p>
          <a:p>
            <a:pPr marL="975345" lvl="1" indent="-325115" algn="l" rtl="0">
              <a:lnSpc>
                <a:spcPct val="100000"/>
              </a:lnSpc>
              <a:spcBef>
                <a:spcPts val="711"/>
              </a:spcBef>
              <a:spcAft>
                <a:spcPts val="0"/>
              </a:spcAft>
              <a:buSzPts val="3400"/>
              <a:buChar char="▪"/>
            </a:pPr>
            <a:r>
              <a:rPr lang="en-US"/>
              <a:t>…</a:t>
            </a:r>
            <a:endParaRPr/>
          </a:p>
          <a:p>
            <a:pPr marL="417683" lvl="0" indent="-417683" algn="l" rtl="0">
              <a:lnSpc>
                <a:spcPct val="100000"/>
              </a:lnSpc>
              <a:spcBef>
                <a:spcPts val="2022"/>
              </a:spcBef>
              <a:spcAft>
                <a:spcPts val="0"/>
              </a:spcAft>
              <a:buSzPts val="3900"/>
              <a:buChar char="▸"/>
            </a:pPr>
            <a:r>
              <a:rPr lang="en-US"/>
              <a:t>Need lots of data for training</a:t>
            </a:r>
            <a:endParaRPr/>
          </a:p>
          <a:p>
            <a:pPr marL="417683" lvl="0" indent="-417683" algn="l" rtl="0">
              <a:lnSpc>
                <a:spcPct val="100000"/>
              </a:lnSpc>
              <a:spcBef>
                <a:spcPts val="2022"/>
              </a:spcBef>
              <a:spcAft>
                <a:spcPts val="0"/>
              </a:spcAft>
              <a:buSzPts val="3900"/>
              <a:buChar char="▸"/>
            </a:pPr>
            <a:r>
              <a:rPr lang="en-US"/>
              <a:t>Reinforcement learning</a:t>
            </a:r>
            <a:endParaRPr/>
          </a:p>
          <a:p>
            <a:pPr marL="975345" lvl="1" indent="-325115" algn="l" rtl="0">
              <a:lnSpc>
                <a:spcPct val="100000"/>
              </a:lnSpc>
              <a:spcBef>
                <a:spcPts val="711"/>
              </a:spcBef>
              <a:spcAft>
                <a:spcPts val="0"/>
              </a:spcAft>
              <a:buSzPts val="3400"/>
              <a:buChar char="▪"/>
            </a:pPr>
            <a:r>
              <a:rPr lang="en-US"/>
              <a:t>interactively collect data</a:t>
            </a:r>
            <a:endParaRPr/>
          </a:p>
          <a:p>
            <a:pPr marL="417683" lvl="0" indent="-417683" algn="l" rtl="0">
              <a:lnSpc>
                <a:spcPct val="100000"/>
              </a:lnSpc>
              <a:spcBef>
                <a:spcPts val="2022"/>
              </a:spcBef>
              <a:spcAft>
                <a:spcPts val="0"/>
              </a:spcAft>
              <a:buSzPts val="3900"/>
              <a:buChar char="▸"/>
            </a:pPr>
            <a:r>
              <a:rPr lang="en-US"/>
              <a:t>Ethics, fairness, explainability concerns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sp>
        <p:nvSpPr>
          <p:cNvPr id="1143" name="Google Shape;1143;p43"/>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Designing a NN</a:t>
            </a:r>
            <a:endParaRPr/>
          </a:p>
        </p:txBody>
      </p:sp>
      <p:sp>
        <p:nvSpPr>
          <p:cNvPr id="1144" name="Google Shape;1144;p43"/>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There is no canonical architecture</a:t>
            </a:r>
            <a:endParaRPr/>
          </a:p>
          <a:p>
            <a:pPr marL="417683" lvl="0" indent="-417683" algn="l" rtl="0">
              <a:lnSpc>
                <a:spcPct val="100000"/>
              </a:lnSpc>
              <a:spcBef>
                <a:spcPts val="2022"/>
              </a:spcBef>
              <a:spcAft>
                <a:spcPts val="0"/>
              </a:spcAft>
              <a:buSzPts val="3900"/>
              <a:buChar char="▸"/>
            </a:pPr>
            <a:r>
              <a:rPr lang="en-US"/>
              <a:t>The architecture depends on the specific problem</a:t>
            </a:r>
            <a:endParaRPr/>
          </a:p>
          <a:p>
            <a:pPr marL="417683" lvl="0" indent="-417683" algn="l" rtl="0">
              <a:lnSpc>
                <a:spcPct val="100000"/>
              </a:lnSpc>
              <a:spcBef>
                <a:spcPts val="2022"/>
              </a:spcBef>
              <a:spcAft>
                <a:spcPts val="0"/>
              </a:spcAft>
              <a:buSzPts val="3900"/>
              <a:buChar char="▸"/>
            </a:pPr>
            <a:r>
              <a:rPr lang="en-US"/>
              <a:t>In practice, don’t start by designing a new architecture for a new problem</a:t>
            </a:r>
            <a:endParaRPr/>
          </a:p>
          <a:p>
            <a:pPr marL="417683" lvl="0" indent="-417683" algn="l" rtl="0">
              <a:lnSpc>
                <a:spcPct val="100000"/>
              </a:lnSpc>
              <a:spcBef>
                <a:spcPts val="2022"/>
              </a:spcBef>
              <a:spcAft>
                <a:spcPts val="0"/>
              </a:spcAft>
              <a:buSzPts val="3900"/>
              <a:buChar char="▸"/>
            </a:pPr>
            <a:r>
              <a:rPr lang="en-US"/>
              <a:t>Instead, start with one that is known to work</a:t>
            </a:r>
            <a:endParaRPr/>
          </a:p>
          <a:p>
            <a:pPr marL="417683" lvl="0" indent="-417683" algn="l" rtl="0">
              <a:lnSpc>
                <a:spcPct val="100000"/>
              </a:lnSpc>
              <a:spcBef>
                <a:spcPts val="2022"/>
              </a:spcBef>
              <a:spcAft>
                <a:spcPts val="0"/>
              </a:spcAft>
              <a:buSzPts val="3900"/>
              <a:buChar char="▸"/>
            </a:pPr>
            <a:r>
              <a:rPr lang="en-US"/>
              <a:t>Often, the quality of data impacts the final performance (loss)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48"/>
        <p:cNvGrpSpPr/>
        <p:nvPr/>
      </p:nvGrpSpPr>
      <p:grpSpPr>
        <a:xfrm>
          <a:off x="0" y="0"/>
          <a:ext cx="0" cy="0"/>
          <a:chOff x="0" y="0"/>
          <a:chExt cx="0" cy="0"/>
        </a:xfrm>
      </p:grpSpPr>
      <p:sp>
        <p:nvSpPr>
          <p:cNvPr id="1149" name="Google Shape;1149;p44"/>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Designing a NN</a:t>
            </a:r>
            <a:endParaRPr/>
          </a:p>
        </p:txBody>
      </p:sp>
      <p:sp>
        <p:nvSpPr>
          <p:cNvPr id="1150" name="Google Shape;1150;p44"/>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fontScale="77500" lnSpcReduction="20000"/>
          </a:bodyPr>
          <a:lstStyle/>
          <a:p>
            <a:pPr marL="417683" lvl="0" indent="-417715" algn="l" rtl="0">
              <a:lnSpc>
                <a:spcPct val="100000"/>
              </a:lnSpc>
              <a:spcBef>
                <a:spcPts val="0"/>
              </a:spcBef>
              <a:spcAft>
                <a:spcPts val="0"/>
              </a:spcAft>
              <a:buSzPct val="97941"/>
              <a:buChar char="▸"/>
            </a:pPr>
            <a:r>
              <a:rPr lang="en-US" dirty="0"/>
              <a:t>Remember, the only unknowns are the weights</a:t>
            </a:r>
            <a:endParaRPr dirty="0"/>
          </a:p>
          <a:p>
            <a:pPr marL="417683" lvl="0" indent="-417715" algn="l" rtl="0">
              <a:lnSpc>
                <a:spcPct val="100000"/>
              </a:lnSpc>
              <a:spcBef>
                <a:spcPts val="2022"/>
              </a:spcBef>
              <a:spcAft>
                <a:spcPts val="0"/>
              </a:spcAft>
              <a:buSzPct val="97941"/>
              <a:buChar char="▸"/>
            </a:pPr>
            <a:r>
              <a:rPr lang="en-US" dirty="0"/>
              <a:t>Everything else should be decided by you</a:t>
            </a:r>
            <a:endParaRPr dirty="0"/>
          </a:p>
          <a:p>
            <a:pPr marL="417683" lvl="0" indent="-221722" algn="l" rtl="0">
              <a:lnSpc>
                <a:spcPct val="100000"/>
              </a:lnSpc>
              <a:spcBef>
                <a:spcPts val="2022"/>
              </a:spcBef>
              <a:spcAft>
                <a:spcPts val="0"/>
              </a:spcAft>
              <a:buSzPct val="100000"/>
              <a:buNone/>
            </a:pPr>
            <a:endParaRPr dirty="0"/>
          </a:p>
          <a:p>
            <a:pPr marL="417683" lvl="0" indent="-417715" algn="l" rtl="0">
              <a:lnSpc>
                <a:spcPct val="100000"/>
              </a:lnSpc>
              <a:spcBef>
                <a:spcPts val="2022"/>
              </a:spcBef>
              <a:spcAft>
                <a:spcPts val="0"/>
              </a:spcAft>
              <a:buSzPct val="97941"/>
              <a:buChar char="▸"/>
            </a:pPr>
            <a:r>
              <a:rPr lang="en-US" dirty="0"/>
              <a:t>How many layers? </a:t>
            </a:r>
            <a:endParaRPr dirty="0"/>
          </a:p>
          <a:p>
            <a:pPr marL="417683" lvl="0" indent="-417715" algn="l" rtl="0">
              <a:lnSpc>
                <a:spcPct val="100000"/>
              </a:lnSpc>
              <a:spcBef>
                <a:spcPts val="2022"/>
              </a:spcBef>
              <a:spcAft>
                <a:spcPts val="0"/>
              </a:spcAft>
              <a:buSzPct val="97941"/>
              <a:buChar char="▸"/>
            </a:pPr>
            <a:r>
              <a:rPr lang="en-US" dirty="0"/>
              <a:t>How many neurons in each layer?</a:t>
            </a:r>
            <a:endParaRPr dirty="0"/>
          </a:p>
          <a:p>
            <a:pPr marL="417683" lvl="0" indent="-417715" algn="l" rtl="0">
              <a:lnSpc>
                <a:spcPct val="100000"/>
              </a:lnSpc>
              <a:spcBef>
                <a:spcPts val="2022"/>
              </a:spcBef>
              <a:spcAft>
                <a:spcPts val="0"/>
              </a:spcAft>
              <a:buSzPct val="97941"/>
              <a:buChar char="▸"/>
            </a:pPr>
            <a:r>
              <a:rPr lang="en-US" b="1" dirty="0"/>
              <a:t>How to connect the neurons?</a:t>
            </a:r>
            <a:endParaRPr dirty="0"/>
          </a:p>
          <a:p>
            <a:pPr marL="417683" lvl="0" indent="-417715" algn="l" rtl="0">
              <a:lnSpc>
                <a:spcPct val="100000"/>
              </a:lnSpc>
              <a:spcBef>
                <a:spcPts val="2022"/>
              </a:spcBef>
              <a:spcAft>
                <a:spcPts val="0"/>
              </a:spcAft>
              <a:buSzPct val="97941"/>
              <a:buChar char="▸"/>
            </a:pPr>
            <a:r>
              <a:rPr lang="en-US" dirty="0"/>
              <a:t>What activation function to use?</a:t>
            </a:r>
            <a:endParaRPr dirty="0"/>
          </a:p>
          <a:p>
            <a:pPr marL="417683" lvl="0" indent="-417715" algn="l" rtl="0">
              <a:lnSpc>
                <a:spcPct val="100000"/>
              </a:lnSpc>
              <a:spcBef>
                <a:spcPts val="2022"/>
              </a:spcBef>
              <a:spcAft>
                <a:spcPts val="0"/>
              </a:spcAft>
              <a:buSzPct val="97941"/>
              <a:buChar char="▸"/>
            </a:pPr>
            <a:r>
              <a:rPr lang="en-US" dirty="0"/>
              <a:t>What loss function to use?</a:t>
            </a:r>
            <a:endParaRPr dirty="0"/>
          </a:p>
          <a:p>
            <a:pPr marL="417683" lvl="0" indent="-417715" algn="l" rtl="0">
              <a:lnSpc>
                <a:spcPct val="100000"/>
              </a:lnSpc>
              <a:spcBef>
                <a:spcPts val="2022"/>
              </a:spcBef>
              <a:spcAft>
                <a:spcPts val="0"/>
              </a:spcAft>
              <a:buSzPct val="97941"/>
              <a:buChar char="▸"/>
            </a:pPr>
            <a:r>
              <a:rPr lang="en-US" dirty="0"/>
              <a:t>What gradient descent method to use?</a:t>
            </a:r>
            <a:endParaRPr dirty="0"/>
          </a:p>
          <a:p>
            <a:pPr marL="417683" lvl="0" indent="-417715" algn="l" rtl="0">
              <a:lnSpc>
                <a:spcPct val="100000"/>
              </a:lnSpc>
              <a:spcBef>
                <a:spcPts val="2022"/>
              </a:spcBef>
              <a:spcAft>
                <a:spcPts val="0"/>
              </a:spcAft>
              <a:buSzPct val="97941"/>
              <a:buChar char="▸"/>
            </a:pPr>
            <a:r>
              <a:rPr lang="en-US" dirty="0"/>
              <a:t>What update method to use?</a:t>
            </a:r>
            <a:endParaRPr dirty="0"/>
          </a:p>
          <a:p>
            <a:pPr marL="417683" lvl="0" indent="-417715" algn="l" rtl="0">
              <a:lnSpc>
                <a:spcPct val="100000"/>
              </a:lnSpc>
              <a:spcBef>
                <a:spcPts val="2022"/>
              </a:spcBef>
              <a:spcAft>
                <a:spcPts val="0"/>
              </a:spcAft>
              <a:buSzPct val="97941"/>
              <a:buChar char="▸"/>
            </a:pPr>
            <a:r>
              <a:rPr lang="en-US" dirty="0"/>
              <a:t>What is your convergence criterion?</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45"/>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How to connect the neurons?</a:t>
            </a:r>
            <a:endParaRPr/>
          </a:p>
        </p:txBody>
      </p:sp>
      <p:sp>
        <p:nvSpPr>
          <p:cNvPr id="1157" name="Google Shape;1157;p45"/>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b="1"/>
              <a:t>Fully connected </a:t>
            </a:r>
            <a:endParaRPr/>
          </a:p>
          <a:p>
            <a:pPr marL="417683" lvl="0" indent="-417683" algn="l" rtl="0">
              <a:lnSpc>
                <a:spcPct val="100000"/>
              </a:lnSpc>
              <a:spcBef>
                <a:spcPts val="2022"/>
              </a:spcBef>
              <a:spcAft>
                <a:spcPts val="0"/>
              </a:spcAft>
              <a:buSzPts val="3900"/>
              <a:buChar char="▸"/>
            </a:pPr>
            <a:r>
              <a:rPr lang="en-US"/>
              <a:t>Convolutional</a:t>
            </a:r>
            <a:endParaRPr/>
          </a:p>
          <a:p>
            <a:pPr marL="417683" lvl="0" indent="-417683" algn="l" rtl="0">
              <a:lnSpc>
                <a:spcPct val="100000"/>
              </a:lnSpc>
              <a:spcBef>
                <a:spcPts val="2022"/>
              </a:spcBef>
              <a:spcAft>
                <a:spcPts val="0"/>
              </a:spcAft>
              <a:buSzPts val="3900"/>
              <a:buChar char="▸"/>
            </a:pPr>
            <a:r>
              <a:rPr lang="en-US"/>
              <a:t>Pooling</a:t>
            </a:r>
            <a:endParaRPr/>
          </a:p>
          <a:p>
            <a:pPr marL="417683" lvl="0" indent="-417683" algn="l" rtl="0">
              <a:lnSpc>
                <a:spcPct val="100000"/>
              </a:lnSpc>
              <a:spcBef>
                <a:spcPts val="2022"/>
              </a:spcBef>
              <a:spcAft>
                <a:spcPts val="0"/>
              </a:spcAft>
              <a:buSzPts val="3900"/>
              <a:buChar char="▸"/>
            </a:pPr>
            <a:r>
              <a:rPr lang="en-US"/>
              <a:t>Recurrent/LSTM</a:t>
            </a:r>
            <a:endParaRPr/>
          </a:p>
          <a:p>
            <a:pPr marL="417683" lvl="0" indent="-417683" algn="l" rtl="0">
              <a:lnSpc>
                <a:spcPct val="100000"/>
              </a:lnSpc>
              <a:spcBef>
                <a:spcPts val="2022"/>
              </a:spcBef>
              <a:spcAft>
                <a:spcPts val="0"/>
              </a:spcAft>
              <a:buSzPts val="3900"/>
              <a:buChar char="▸"/>
            </a:pPr>
            <a:r>
              <a:rPr lang="en-US"/>
              <a:t>Attention </a:t>
            </a:r>
            <a:endParaRPr/>
          </a:p>
          <a:p>
            <a:pPr marL="417683" lvl="0" indent="-417683" algn="l" rtl="0">
              <a:lnSpc>
                <a:spcPct val="100000"/>
              </a:lnSpc>
              <a:spcBef>
                <a:spcPts val="2022"/>
              </a:spcBef>
              <a:spcAft>
                <a:spcPts val="0"/>
              </a:spcAft>
              <a:buSzPts val="3900"/>
              <a:buChar char="▸"/>
            </a:pPr>
            <a:r>
              <a:rPr lang="en-US"/>
              <a:t>…</a:t>
            </a:r>
            <a:endParaRPr/>
          </a:p>
        </p:txBody>
      </p:sp>
      <p:pic>
        <p:nvPicPr>
          <p:cNvPr id="1158" name="Google Shape;1158;p45"/>
          <p:cNvPicPr preferRelativeResize="0"/>
          <p:nvPr/>
        </p:nvPicPr>
        <p:blipFill rotWithShape="1">
          <a:blip r:embed="rId3">
            <a:alphaModFix/>
          </a:blip>
          <a:srcRect/>
          <a:stretch/>
        </p:blipFill>
        <p:spPr>
          <a:xfrm>
            <a:off x="5443759" y="2268416"/>
            <a:ext cx="6253041" cy="5205046"/>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46"/>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How to connect the neurons?</a:t>
            </a:r>
            <a:endParaRPr/>
          </a:p>
        </p:txBody>
      </p:sp>
      <p:sp>
        <p:nvSpPr>
          <p:cNvPr id="1164" name="Google Shape;1164;p46"/>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Fully connected </a:t>
            </a:r>
            <a:endParaRPr/>
          </a:p>
          <a:p>
            <a:pPr marL="417683" lvl="0" indent="-417683" algn="l" rtl="0">
              <a:lnSpc>
                <a:spcPct val="100000"/>
              </a:lnSpc>
              <a:spcBef>
                <a:spcPts val="2022"/>
              </a:spcBef>
              <a:spcAft>
                <a:spcPts val="0"/>
              </a:spcAft>
              <a:buSzPts val="3900"/>
              <a:buChar char="▸"/>
            </a:pPr>
            <a:r>
              <a:rPr lang="en-US" b="1"/>
              <a:t>Convolutional</a:t>
            </a:r>
            <a:endParaRPr/>
          </a:p>
          <a:p>
            <a:pPr marL="417683" lvl="0" indent="-417683" algn="l" rtl="0">
              <a:lnSpc>
                <a:spcPct val="100000"/>
              </a:lnSpc>
              <a:spcBef>
                <a:spcPts val="2022"/>
              </a:spcBef>
              <a:spcAft>
                <a:spcPts val="0"/>
              </a:spcAft>
              <a:buSzPts val="3900"/>
              <a:buChar char="▸"/>
            </a:pPr>
            <a:r>
              <a:rPr lang="en-US"/>
              <a:t>Pooling</a:t>
            </a:r>
            <a:endParaRPr/>
          </a:p>
          <a:p>
            <a:pPr marL="417683" lvl="0" indent="-417683" algn="l" rtl="0">
              <a:lnSpc>
                <a:spcPct val="100000"/>
              </a:lnSpc>
              <a:spcBef>
                <a:spcPts val="2022"/>
              </a:spcBef>
              <a:spcAft>
                <a:spcPts val="0"/>
              </a:spcAft>
              <a:buSzPts val="3900"/>
              <a:buChar char="▸"/>
            </a:pPr>
            <a:r>
              <a:rPr lang="en-US"/>
              <a:t>Recurrent/LSTM</a:t>
            </a:r>
            <a:endParaRPr/>
          </a:p>
          <a:p>
            <a:pPr marL="417683" lvl="0" indent="-417683" algn="l" rtl="0">
              <a:lnSpc>
                <a:spcPct val="100000"/>
              </a:lnSpc>
              <a:spcBef>
                <a:spcPts val="2022"/>
              </a:spcBef>
              <a:spcAft>
                <a:spcPts val="0"/>
              </a:spcAft>
              <a:buSzPts val="3900"/>
              <a:buChar char="▸"/>
            </a:pPr>
            <a:r>
              <a:rPr lang="en-US"/>
              <a:t>Attention </a:t>
            </a:r>
            <a:endParaRPr/>
          </a:p>
          <a:p>
            <a:pPr marL="417683" lvl="0" indent="-417683" algn="l" rtl="0">
              <a:lnSpc>
                <a:spcPct val="100000"/>
              </a:lnSpc>
              <a:spcBef>
                <a:spcPts val="2022"/>
              </a:spcBef>
              <a:spcAft>
                <a:spcPts val="0"/>
              </a:spcAft>
              <a:buSzPts val="3900"/>
              <a:buChar char="▸"/>
            </a:pPr>
            <a:r>
              <a:rPr lang="en-US"/>
              <a:t>…</a:t>
            </a:r>
            <a:endParaRPr/>
          </a:p>
        </p:txBody>
      </p:sp>
      <p:sp>
        <p:nvSpPr>
          <p:cNvPr id="1165" name="Google Shape;1165;p46"/>
          <p:cNvSpPr txBox="1"/>
          <p:nvPr/>
        </p:nvSpPr>
        <p:spPr>
          <a:xfrm>
            <a:off x="7754815" y="7895492"/>
            <a:ext cx="18473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p:txBody>
      </p:sp>
      <p:pic>
        <p:nvPicPr>
          <p:cNvPr id="1166" name="Google Shape;1166;p46"/>
          <p:cNvPicPr preferRelativeResize="0"/>
          <p:nvPr/>
        </p:nvPicPr>
        <p:blipFill rotWithShape="1">
          <a:blip r:embed="rId3">
            <a:alphaModFix/>
          </a:blip>
          <a:srcRect/>
          <a:stretch/>
        </p:blipFill>
        <p:spPr>
          <a:xfrm>
            <a:off x="6295270" y="2175043"/>
            <a:ext cx="5713428" cy="2936383"/>
          </a:xfrm>
          <a:prstGeom prst="rect">
            <a:avLst/>
          </a:prstGeom>
          <a:noFill/>
          <a:ln>
            <a:noFill/>
          </a:ln>
        </p:spPr>
      </p:pic>
      <p:pic>
        <p:nvPicPr>
          <p:cNvPr id="1167" name="Google Shape;1167;p46"/>
          <p:cNvPicPr preferRelativeResize="0"/>
          <p:nvPr/>
        </p:nvPicPr>
        <p:blipFill rotWithShape="1">
          <a:blip r:embed="rId4">
            <a:alphaModFix/>
          </a:blip>
          <a:srcRect/>
          <a:stretch/>
        </p:blipFill>
        <p:spPr>
          <a:xfrm>
            <a:off x="6295270" y="5309056"/>
            <a:ext cx="5815450" cy="2988817"/>
          </a:xfrm>
          <a:prstGeom prst="rect">
            <a:avLst/>
          </a:prstGeom>
          <a:noFill/>
          <a:ln>
            <a:noFill/>
          </a:ln>
        </p:spPr>
      </p:pic>
      <p:sp>
        <p:nvSpPr>
          <p:cNvPr id="1168" name="Google Shape;1168;p46"/>
          <p:cNvSpPr txBox="1"/>
          <p:nvPr/>
        </p:nvSpPr>
        <p:spPr>
          <a:xfrm>
            <a:off x="6682154" y="8820043"/>
            <a:ext cx="5638082"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a:solidFill>
                  <a:srgbClr val="000000"/>
                </a:solidFill>
                <a:latin typeface="Palatino Linotype"/>
                <a:ea typeface="Palatino Linotype"/>
                <a:cs typeface="Palatino Linotype"/>
                <a:sym typeface="Palatino Linotype"/>
              </a:rPr>
              <a:t>useful in image processing</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72"/>
        <p:cNvGrpSpPr/>
        <p:nvPr/>
      </p:nvGrpSpPr>
      <p:grpSpPr>
        <a:xfrm>
          <a:off x="0" y="0"/>
          <a:ext cx="0" cy="0"/>
          <a:chOff x="0" y="0"/>
          <a:chExt cx="0" cy="0"/>
        </a:xfrm>
      </p:grpSpPr>
      <p:sp>
        <p:nvSpPr>
          <p:cNvPr id="1173" name="Google Shape;1173;p4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How to connect the neurons?</a:t>
            </a:r>
            <a:endParaRPr/>
          </a:p>
        </p:txBody>
      </p:sp>
      <p:sp>
        <p:nvSpPr>
          <p:cNvPr id="1174" name="Google Shape;1174;p47"/>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b="1"/>
              <a:t>Fully connected </a:t>
            </a:r>
            <a:endParaRPr/>
          </a:p>
          <a:p>
            <a:pPr marL="417683" lvl="0" indent="-417683" algn="l" rtl="0">
              <a:lnSpc>
                <a:spcPct val="100000"/>
              </a:lnSpc>
              <a:spcBef>
                <a:spcPts val="2022"/>
              </a:spcBef>
              <a:spcAft>
                <a:spcPts val="0"/>
              </a:spcAft>
              <a:buSzPts val="3900"/>
              <a:buChar char="▸"/>
            </a:pPr>
            <a:r>
              <a:rPr lang="en-US"/>
              <a:t>Convolutional</a:t>
            </a:r>
            <a:endParaRPr/>
          </a:p>
          <a:p>
            <a:pPr marL="417683" lvl="0" indent="-417683" algn="l" rtl="0">
              <a:lnSpc>
                <a:spcPct val="100000"/>
              </a:lnSpc>
              <a:spcBef>
                <a:spcPts val="2022"/>
              </a:spcBef>
              <a:spcAft>
                <a:spcPts val="0"/>
              </a:spcAft>
              <a:buSzPts val="3900"/>
              <a:buChar char="▸"/>
            </a:pPr>
            <a:r>
              <a:rPr lang="en-US"/>
              <a:t>Pooling</a:t>
            </a:r>
            <a:endParaRPr/>
          </a:p>
          <a:p>
            <a:pPr marL="417683" lvl="0" indent="-417683" algn="l" rtl="0">
              <a:lnSpc>
                <a:spcPct val="100000"/>
              </a:lnSpc>
              <a:spcBef>
                <a:spcPts val="2022"/>
              </a:spcBef>
              <a:spcAft>
                <a:spcPts val="0"/>
              </a:spcAft>
              <a:buSzPts val="3900"/>
              <a:buChar char="▸"/>
            </a:pPr>
            <a:r>
              <a:rPr lang="en-US"/>
              <a:t>Recurrent/LSTM</a:t>
            </a:r>
            <a:endParaRPr/>
          </a:p>
          <a:p>
            <a:pPr marL="417683" lvl="0" indent="-417683" algn="l" rtl="0">
              <a:lnSpc>
                <a:spcPct val="100000"/>
              </a:lnSpc>
              <a:spcBef>
                <a:spcPts val="2022"/>
              </a:spcBef>
              <a:spcAft>
                <a:spcPts val="0"/>
              </a:spcAft>
              <a:buSzPts val="3900"/>
              <a:buChar char="▸"/>
            </a:pPr>
            <a:r>
              <a:rPr lang="en-US"/>
              <a:t>Attention </a:t>
            </a:r>
            <a:endParaRPr/>
          </a:p>
          <a:p>
            <a:pPr marL="417683" lvl="0" indent="-417683" algn="l" rtl="0">
              <a:lnSpc>
                <a:spcPct val="100000"/>
              </a:lnSpc>
              <a:spcBef>
                <a:spcPts val="2022"/>
              </a:spcBef>
              <a:spcAft>
                <a:spcPts val="0"/>
              </a:spcAft>
              <a:buSzPts val="3900"/>
              <a:buChar char="▸"/>
            </a:pPr>
            <a:r>
              <a:rPr lang="en-US"/>
              <a:t>…</a:t>
            </a:r>
            <a:endParaRPr/>
          </a:p>
        </p:txBody>
      </p:sp>
      <p:sp>
        <p:nvSpPr>
          <p:cNvPr id="1175" name="Google Shape;1175;p47"/>
          <p:cNvSpPr txBox="1"/>
          <p:nvPr/>
        </p:nvSpPr>
        <p:spPr>
          <a:xfrm>
            <a:off x="7754815" y="7895492"/>
            <a:ext cx="184731"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endParaRPr sz="3600" b="0" i="0" u="none" strike="noStrike" cap="none">
              <a:solidFill>
                <a:srgbClr val="000000"/>
              </a:solidFill>
              <a:latin typeface="Palatino Linotype"/>
              <a:ea typeface="Palatino Linotype"/>
              <a:cs typeface="Palatino Linotype"/>
              <a:sym typeface="Palatino Linotype"/>
            </a:endParaRPr>
          </a:p>
        </p:txBody>
      </p:sp>
      <p:sp>
        <p:nvSpPr>
          <p:cNvPr id="1176" name="Google Shape;1176;p47"/>
          <p:cNvSpPr txBox="1"/>
          <p:nvPr/>
        </p:nvSpPr>
        <p:spPr>
          <a:xfrm>
            <a:off x="6682154" y="8820043"/>
            <a:ext cx="574548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dirty="0">
                <a:solidFill>
                  <a:srgbClr val="000000"/>
                </a:solidFill>
                <a:latin typeface="Palatino Linotype"/>
                <a:ea typeface="Palatino Linotype"/>
                <a:cs typeface="Palatino Linotype"/>
                <a:sym typeface="Palatino Linotype"/>
              </a:rPr>
              <a:t>Typically in the later layers</a:t>
            </a:r>
            <a:endParaRPr dirty="0"/>
          </a:p>
        </p:txBody>
      </p:sp>
      <p:sp>
        <p:nvSpPr>
          <p:cNvPr id="1177" name="Google Shape;1177;p47"/>
          <p:cNvSpPr/>
          <p:nvPr/>
        </p:nvSpPr>
        <p:spPr>
          <a:xfrm>
            <a:off x="8811127" y="3796027"/>
            <a:ext cx="152400" cy="1053465"/>
          </a:xfrm>
          <a:custGeom>
            <a:avLst/>
            <a:gdLst/>
            <a:ahLst/>
            <a:cxnLst/>
            <a:rect l="l" t="t" r="r" b="b"/>
            <a:pathLst>
              <a:path w="152400" h="1053464" extrusionOk="0">
                <a:moveTo>
                  <a:pt x="152400" y="900557"/>
                </a:moveTo>
                <a:lnTo>
                  <a:pt x="0" y="900557"/>
                </a:lnTo>
                <a:lnTo>
                  <a:pt x="0" y="1052957"/>
                </a:lnTo>
                <a:lnTo>
                  <a:pt x="152400" y="1052957"/>
                </a:lnTo>
                <a:lnTo>
                  <a:pt x="152400" y="900557"/>
                </a:lnTo>
                <a:close/>
              </a:path>
              <a:path w="152400" h="1053464" extrusionOk="0">
                <a:moveTo>
                  <a:pt x="152400" y="720471"/>
                </a:moveTo>
                <a:lnTo>
                  <a:pt x="0" y="720471"/>
                </a:lnTo>
                <a:lnTo>
                  <a:pt x="0" y="872871"/>
                </a:lnTo>
                <a:lnTo>
                  <a:pt x="152400" y="872871"/>
                </a:lnTo>
                <a:lnTo>
                  <a:pt x="152400" y="720471"/>
                </a:lnTo>
                <a:close/>
              </a:path>
              <a:path w="152400" h="1053464" extrusionOk="0">
                <a:moveTo>
                  <a:pt x="152400" y="540385"/>
                </a:moveTo>
                <a:lnTo>
                  <a:pt x="0" y="540385"/>
                </a:lnTo>
                <a:lnTo>
                  <a:pt x="0" y="692785"/>
                </a:lnTo>
                <a:lnTo>
                  <a:pt x="152400" y="692785"/>
                </a:lnTo>
                <a:lnTo>
                  <a:pt x="152400" y="540385"/>
                </a:lnTo>
                <a:close/>
              </a:path>
              <a:path w="152400" h="1053464" extrusionOk="0">
                <a:moveTo>
                  <a:pt x="152400" y="360172"/>
                </a:moveTo>
                <a:lnTo>
                  <a:pt x="0" y="360172"/>
                </a:lnTo>
                <a:lnTo>
                  <a:pt x="0" y="512572"/>
                </a:lnTo>
                <a:lnTo>
                  <a:pt x="152400" y="512572"/>
                </a:lnTo>
                <a:lnTo>
                  <a:pt x="152400" y="360172"/>
                </a:lnTo>
                <a:close/>
              </a:path>
              <a:path w="152400" h="1053464" extrusionOk="0">
                <a:moveTo>
                  <a:pt x="152400" y="180086"/>
                </a:moveTo>
                <a:lnTo>
                  <a:pt x="0" y="180086"/>
                </a:lnTo>
                <a:lnTo>
                  <a:pt x="0" y="332486"/>
                </a:lnTo>
                <a:lnTo>
                  <a:pt x="152400" y="332486"/>
                </a:lnTo>
                <a:lnTo>
                  <a:pt x="152400" y="180086"/>
                </a:lnTo>
                <a:close/>
              </a:path>
              <a:path w="152400" h="1053464" extrusionOk="0">
                <a:moveTo>
                  <a:pt x="152400" y="0"/>
                </a:moveTo>
                <a:lnTo>
                  <a:pt x="0" y="0"/>
                </a:lnTo>
                <a:lnTo>
                  <a:pt x="0" y="152400"/>
                </a:lnTo>
                <a:lnTo>
                  <a:pt x="152400" y="152400"/>
                </a:lnTo>
                <a:lnTo>
                  <a:pt x="152400" y="0"/>
                </a:lnTo>
                <a:close/>
              </a:path>
            </a:pathLst>
          </a:custGeom>
          <a:solidFill>
            <a:srgbClr val="D9D9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78" name="Google Shape;1178;p47"/>
          <p:cNvSpPr/>
          <p:nvPr/>
        </p:nvSpPr>
        <p:spPr>
          <a:xfrm>
            <a:off x="8811127" y="4876670"/>
            <a:ext cx="152400" cy="152400"/>
          </a:xfrm>
          <a:custGeom>
            <a:avLst/>
            <a:gdLst/>
            <a:ahLst/>
            <a:cxnLst/>
            <a:rect l="l" t="t" r="r" b="b"/>
            <a:pathLst>
              <a:path w="152400" h="152400" extrusionOk="0">
                <a:moveTo>
                  <a:pt x="152400" y="0"/>
                </a:moveTo>
                <a:lnTo>
                  <a:pt x="0" y="0"/>
                </a:lnTo>
                <a:lnTo>
                  <a:pt x="0" y="152400"/>
                </a:lnTo>
                <a:lnTo>
                  <a:pt x="152400" y="152400"/>
                </a:lnTo>
                <a:lnTo>
                  <a:pt x="152400" y="0"/>
                </a:lnTo>
                <a:close/>
              </a:path>
            </a:pathLst>
          </a:custGeom>
          <a:solidFill>
            <a:srgbClr val="D9D9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79" name="Google Shape;1179;p47"/>
          <p:cNvSpPr/>
          <p:nvPr/>
        </p:nvSpPr>
        <p:spPr>
          <a:xfrm>
            <a:off x="8811127" y="5056756"/>
            <a:ext cx="152400" cy="873125"/>
          </a:xfrm>
          <a:custGeom>
            <a:avLst/>
            <a:gdLst/>
            <a:ahLst/>
            <a:cxnLst/>
            <a:rect l="l" t="t" r="r" b="b"/>
            <a:pathLst>
              <a:path w="152400" h="873125" extrusionOk="0">
                <a:moveTo>
                  <a:pt x="152400" y="720471"/>
                </a:moveTo>
                <a:lnTo>
                  <a:pt x="0" y="720471"/>
                </a:lnTo>
                <a:lnTo>
                  <a:pt x="0" y="872871"/>
                </a:lnTo>
                <a:lnTo>
                  <a:pt x="152400" y="872871"/>
                </a:lnTo>
                <a:lnTo>
                  <a:pt x="152400" y="720471"/>
                </a:lnTo>
                <a:close/>
              </a:path>
              <a:path w="152400" h="873125" extrusionOk="0">
                <a:moveTo>
                  <a:pt x="152400" y="540385"/>
                </a:moveTo>
                <a:lnTo>
                  <a:pt x="0" y="540385"/>
                </a:lnTo>
                <a:lnTo>
                  <a:pt x="0" y="692785"/>
                </a:lnTo>
                <a:lnTo>
                  <a:pt x="152400" y="692785"/>
                </a:lnTo>
                <a:lnTo>
                  <a:pt x="152400" y="540385"/>
                </a:lnTo>
                <a:close/>
              </a:path>
              <a:path w="152400" h="873125" extrusionOk="0">
                <a:moveTo>
                  <a:pt x="152400" y="360299"/>
                </a:moveTo>
                <a:lnTo>
                  <a:pt x="0" y="360299"/>
                </a:lnTo>
                <a:lnTo>
                  <a:pt x="0" y="512699"/>
                </a:lnTo>
                <a:lnTo>
                  <a:pt x="152400" y="512699"/>
                </a:lnTo>
                <a:lnTo>
                  <a:pt x="152400" y="360299"/>
                </a:lnTo>
                <a:close/>
              </a:path>
              <a:path w="152400" h="873125" extrusionOk="0">
                <a:moveTo>
                  <a:pt x="152400" y="180086"/>
                </a:moveTo>
                <a:lnTo>
                  <a:pt x="0" y="180086"/>
                </a:lnTo>
                <a:lnTo>
                  <a:pt x="0" y="332486"/>
                </a:lnTo>
                <a:lnTo>
                  <a:pt x="152400" y="332486"/>
                </a:lnTo>
                <a:lnTo>
                  <a:pt x="152400" y="180086"/>
                </a:lnTo>
                <a:close/>
              </a:path>
              <a:path w="152400" h="873125" extrusionOk="0">
                <a:moveTo>
                  <a:pt x="152400" y="0"/>
                </a:moveTo>
                <a:lnTo>
                  <a:pt x="0" y="0"/>
                </a:lnTo>
                <a:lnTo>
                  <a:pt x="0" y="152400"/>
                </a:lnTo>
                <a:lnTo>
                  <a:pt x="152400" y="152400"/>
                </a:lnTo>
                <a:lnTo>
                  <a:pt x="152400" y="0"/>
                </a:lnTo>
                <a:close/>
              </a:path>
            </a:pathLst>
          </a:custGeom>
          <a:solidFill>
            <a:srgbClr val="D9D9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80" name="Google Shape;1180;p47"/>
          <p:cNvSpPr/>
          <p:nvPr/>
        </p:nvSpPr>
        <p:spPr>
          <a:xfrm>
            <a:off x="11020927" y="3415027"/>
            <a:ext cx="152400" cy="152400"/>
          </a:xfrm>
          <a:custGeom>
            <a:avLst/>
            <a:gdLst/>
            <a:ahLst/>
            <a:cxnLst/>
            <a:rect l="l" t="t" r="r" b="b"/>
            <a:pathLst>
              <a:path w="152400" h="152400" extrusionOk="0">
                <a:moveTo>
                  <a:pt x="152400" y="0"/>
                </a:moveTo>
                <a:lnTo>
                  <a:pt x="0" y="0"/>
                </a:lnTo>
                <a:lnTo>
                  <a:pt x="0" y="152400"/>
                </a:lnTo>
                <a:lnTo>
                  <a:pt x="152400" y="152400"/>
                </a:lnTo>
                <a:lnTo>
                  <a:pt x="152400" y="0"/>
                </a:lnTo>
                <a:close/>
              </a:path>
            </a:pathLst>
          </a:custGeom>
          <a:solidFill>
            <a:srgbClr val="D9D9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81" name="Google Shape;1181;p47"/>
          <p:cNvSpPr/>
          <p:nvPr/>
        </p:nvSpPr>
        <p:spPr>
          <a:xfrm>
            <a:off x="11020927" y="3595113"/>
            <a:ext cx="152400" cy="873125"/>
          </a:xfrm>
          <a:custGeom>
            <a:avLst/>
            <a:gdLst/>
            <a:ahLst/>
            <a:cxnLst/>
            <a:rect l="l" t="t" r="r" b="b"/>
            <a:pathLst>
              <a:path w="152400" h="873125" extrusionOk="0">
                <a:moveTo>
                  <a:pt x="152400" y="720471"/>
                </a:moveTo>
                <a:lnTo>
                  <a:pt x="0" y="720471"/>
                </a:lnTo>
                <a:lnTo>
                  <a:pt x="0" y="872871"/>
                </a:lnTo>
                <a:lnTo>
                  <a:pt x="152400" y="872871"/>
                </a:lnTo>
                <a:lnTo>
                  <a:pt x="152400" y="720471"/>
                </a:lnTo>
                <a:close/>
              </a:path>
              <a:path w="152400" h="873125" extrusionOk="0">
                <a:moveTo>
                  <a:pt x="152400" y="540385"/>
                </a:moveTo>
                <a:lnTo>
                  <a:pt x="0" y="540385"/>
                </a:lnTo>
                <a:lnTo>
                  <a:pt x="0" y="692785"/>
                </a:lnTo>
                <a:lnTo>
                  <a:pt x="152400" y="692785"/>
                </a:lnTo>
                <a:lnTo>
                  <a:pt x="152400" y="540385"/>
                </a:lnTo>
                <a:close/>
              </a:path>
              <a:path w="152400" h="873125" extrusionOk="0">
                <a:moveTo>
                  <a:pt x="152400" y="360299"/>
                </a:moveTo>
                <a:lnTo>
                  <a:pt x="0" y="360299"/>
                </a:lnTo>
                <a:lnTo>
                  <a:pt x="0" y="512699"/>
                </a:lnTo>
                <a:lnTo>
                  <a:pt x="152400" y="512699"/>
                </a:lnTo>
                <a:lnTo>
                  <a:pt x="152400" y="360299"/>
                </a:lnTo>
                <a:close/>
              </a:path>
              <a:path w="152400" h="873125" extrusionOk="0">
                <a:moveTo>
                  <a:pt x="152400" y="180086"/>
                </a:moveTo>
                <a:lnTo>
                  <a:pt x="0" y="180086"/>
                </a:lnTo>
                <a:lnTo>
                  <a:pt x="0" y="332486"/>
                </a:lnTo>
                <a:lnTo>
                  <a:pt x="152400" y="332486"/>
                </a:lnTo>
                <a:lnTo>
                  <a:pt x="152400" y="180086"/>
                </a:lnTo>
                <a:close/>
              </a:path>
              <a:path w="152400" h="873125" extrusionOk="0">
                <a:moveTo>
                  <a:pt x="152400" y="0"/>
                </a:moveTo>
                <a:lnTo>
                  <a:pt x="0" y="0"/>
                </a:lnTo>
                <a:lnTo>
                  <a:pt x="0" y="152400"/>
                </a:lnTo>
                <a:lnTo>
                  <a:pt x="152400" y="152400"/>
                </a:lnTo>
                <a:lnTo>
                  <a:pt x="152400" y="0"/>
                </a:lnTo>
                <a:close/>
              </a:path>
            </a:pathLst>
          </a:custGeom>
          <a:solidFill>
            <a:srgbClr val="D9D9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82" name="Google Shape;1182;p47"/>
          <p:cNvSpPr/>
          <p:nvPr/>
        </p:nvSpPr>
        <p:spPr>
          <a:xfrm>
            <a:off x="11020927" y="6255205"/>
            <a:ext cx="152400" cy="152400"/>
          </a:xfrm>
          <a:custGeom>
            <a:avLst/>
            <a:gdLst/>
            <a:ahLst/>
            <a:cxnLst/>
            <a:rect l="l" t="t" r="r" b="b"/>
            <a:pathLst>
              <a:path w="152400" h="152400" extrusionOk="0">
                <a:moveTo>
                  <a:pt x="152400" y="0"/>
                </a:moveTo>
                <a:lnTo>
                  <a:pt x="0" y="0"/>
                </a:lnTo>
                <a:lnTo>
                  <a:pt x="0" y="152399"/>
                </a:lnTo>
                <a:lnTo>
                  <a:pt x="152400" y="152399"/>
                </a:lnTo>
                <a:lnTo>
                  <a:pt x="152400" y="0"/>
                </a:lnTo>
                <a:close/>
              </a:path>
            </a:pathLst>
          </a:custGeom>
          <a:solidFill>
            <a:srgbClr val="D9D9D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83" name="Google Shape;1183;p47"/>
          <p:cNvSpPr/>
          <p:nvPr/>
        </p:nvSpPr>
        <p:spPr>
          <a:xfrm>
            <a:off x="8962384" y="3475479"/>
            <a:ext cx="2058670" cy="929005"/>
          </a:xfrm>
          <a:custGeom>
            <a:avLst/>
            <a:gdLst/>
            <a:ahLst/>
            <a:cxnLst/>
            <a:rect l="l" t="t" r="r" b="b"/>
            <a:pathLst>
              <a:path w="2058670" h="929005" extrusionOk="0">
                <a:moveTo>
                  <a:pt x="2058543" y="15748"/>
                </a:moveTo>
                <a:lnTo>
                  <a:pt x="2003933" y="0"/>
                </a:lnTo>
                <a:lnTo>
                  <a:pt x="2028113" y="16611"/>
                </a:lnTo>
                <a:lnTo>
                  <a:pt x="254" y="392049"/>
                </a:lnTo>
                <a:lnTo>
                  <a:pt x="1143" y="396748"/>
                </a:lnTo>
                <a:lnTo>
                  <a:pt x="0" y="401320"/>
                </a:lnTo>
                <a:lnTo>
                  <a:pt x="381" y="401421"/>
                </a:lnTo>
                <a:lnTo>
                  <a:pt x="736" y="401510"/>
                </a:lnTo>
                <a:lnTo>
                  <a:pt x="2028177" y="913498"/>
                </a:lnTo>
                <a:lnTo>
                  <a:pt x="2003044" y="928497"/>
                </a:lnTo>
                <a:lnTo>
                  <a:pt x="2058543" y="916305"/>
                </a:lnTo>
                <a:lnTo>
                  <a:pt x="2056625" y="914654"/>
                </a:lnTo>
                <a:lnTo>
                  <a:pt x="2015490" y="879221"/>
                </a:lnTo>
                <a:lnTo>
                  <a:pt x="2030488" y="904367"/>
                </a:lnTo>
                <a:lnTo>
                  <a:pt x="111760" y="419823"/>
                </a:lnTo>
                <a:lnTo>
                  <a:pt x="2028050" y="735952"/>
                </a:lnTo>
                <a:lnTo>
                  <a:pt x="2033511" y="732040"/>
                </a:lnTo>
                <a:lnTo>
                  <a:pt x="2028050" y="735952"/>
                </a:lnTo>
                <a:lnTo>
                  <a:pt x="2004314" y="752983"/>
                </a:lnTo>
                <a:lnTo>
                  <a:pt x="2056892" y="736727"/>
                </a:lnTo>
                <a:lnTo>
                  <a:pt x="2058543" y="736219"/>
                </a:lnTo>
                <a:lnTo>
                  <a:pt x="2012569" y="702818"/>
                </a:lnTo>
                <a:lnTo>
                  <a:pt x="2029587" y="726567"/>
                </a:lnTo>
                <a:lnTo>
                  <a:pt x="110477" y="409968"/>
                </a:lnTo>
                <a:lnTo>
                  <a:pt x="2028063" y="558558"/>
                </a:lnTo>
                <a:lnTo>
                  <a:pt x="2005965" y="577469"/>
                </a:lnTo>
                <a:lnTo>
                  <a:pt x="2051646" y="558927"/>
                </a:lnTo>
                <a:lnTo>
                  <a:pt x="2058543" y="556133"/>
                </a:lnTo>
                <a:lnTo>
                  <a:pt x="2009902" y="526796"/>
                </a:lnTo>
                <a:lnTo>
                  <a:pt x="2028926" y="549046"/>
                </a:lnTo>
                <a:lnTo>
                  <a:pt x="110248" y="400481"/>
                </a:lnTo>
                <a:lnTo>
                  <a:pt x="2028355" y="381050"/>
                </a:lnTo>
                <a:lnTo>
                  <a:pt x="2007997" y="401840"/>
                </a:lnTo>
                <a:lnTo>
                  <a:pt x="2058543" y="375920"/>
                </a:lnTo>
                <a:lnTo>
                  <a:pt x="2049424" y="371475"/>
                </a:lnTo>
                <a:lnTo>
                  <a:pt x="2007489" y="351028"/>
                </a:lnTo>
                <a:lnTo>
                  <a:pt x="2028393" y="371525"/>
                </a:lnTo>
                <a:lnTo>
                  <a:pt x="109143" y="390956"/>
                </a:lnTo>
                <a:lnTo>
                  <a:pt x="2029002" y="203542"/>
                </a:lnTo>
                <a:lnTo>
                  <a:pt x="2010410" y="226060"/>
                </a:lnTo>
                <a:lnTo>
                  <a:pt x="2058543" y="195834"/>
                </a:lnTo>
                <a:lnTo>
                  <a:pt x="2052561" y="193548"/>
                </a:lnTo>
                <a:lnTo>
                  <a:pt x="2005457" y="175514"/>
                </a:lnTo>
                <a:lnTo>
                  <a:pt x="2027961" y="194017"/>
                </a:lnTo>
                <a:lnTo>
                  <a:pt x="110947" y="381279"/>
                </a:lnTo>
                <a:lnTo>
                  <a:pt x="2029688" y="25895"/>
                </a:lnTo>
                <a:lnTo>
                  <a:pt x="2013204" y="49911"/>
                </a:lnTo>
                <a:lnTo>
                  <a:pt x="2058543" y="1574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grpSp>
        <p:nvGrpSpPr>
          <p:cNvPr id="1184" name="Google Shape;1184;p47"/>
          <p:cNvGrpSpPr/>
          <p:nvPr/>
        </p:nvGrpSpPr>
        <p:grpSpPr>
          <a:xfrm>
            <a:off x="8811127" y="3869180"/>
            <a:ext cx="2209927" cy="2517648"/>
            <a:chOff x="2667000" y="1815592"/>
            <a:chExt cx="2209927" cy="2517648"/>
          </a:xfrm>
        </p:grpSpPr>
        <p:sp>
          <p:nvSpPr>
            <p:cNvPr id="1185" name="Google Shape;1185;p47"/>
            <p:cNvSpPr/>
            <p:nvPr/>
          </p:nvSpPr>
          <p:spPr>
            <a:xfrm>
              <a:off x="2667000" y="4180840"/>
              <a:ext cx="152400" cy="152400"/>
            </a:xfrm>
            <a:custGeom>
              <a:avLst/>
              <a:gdLst/>
              <a:ahLst/>
              <a:cxnLst/>
              <a:rect l="l" t="t" r="r" b="b"/>
              <a:pathLst>
                <a:path w="152400" h="152400" extrusionOk="0">
                  <a:moveTo>
                    <a:pt x="152400" y="0"/>
                  </a:moveTo>
                  <a:lnTo>
                    <a:pt x="0" y="0"/>
                  </a:lnTo>
                  <a:lnTo>
                    <a:pt x="0" y="152400"/>
                  </a:lnTo>
                  <a:lnTo>
                    <a:pt x="152400" y="152400"/>
                  </a:lnTo>
                  <a:lnTo>
                    <a:pt x="152400" y="0"/>
                  </a:lnTo>
                  <a:close/>
                </a:path>
              </a:pathLst>
            </a:custGeom>
            <a:solidFill>
              <a:srgbClr val="A6A6A6"/>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86" name="Google Shape;1186;p47"/>
            <p:cNvSpPr/>
            <p:nvPr/>
          </p:nvSpPr>
          <p:spPr>
            <a:xfrm>
              <a:off x="2815717" y="1815592"/>
              <a:ext cx="2061210" cy="2462530"/>
            </a:xfrm>
            <a:custGeom>
              <a:avLst/>
              <a:gdLst/>
              <a:ahLst/>
              <a:cxnLst/>
              <a:rect l="l" t="t" r="r" b="b"/>
              <a:pathLst>
                <a:path w="2061210" h="2462529" extrusionOk="0">
                  <a:moveTo>
                    <a:pt x="2009012" y="2439568"/>
                  </a:moveTo>
                  <a:lnTo>
                    <a:pt x="2061083" y="2462225"/>
                  </a:lnTo>
                  <a:lnTo>
                    <a:pt x="2057198" y="2445816"/>
                  </a:lnTo>
                  <a:lnTo>
                    <a:pt x="2041144" y="2445816"/>
                  </a:lnTo>
                  <a:lnTo>
                    <a:pt x="2038071" y="2442144"/>
                  </a:lnTo>
                  <a:lnTo>
                    <a:pt x="2009012" y="2439568"/>
                  </a:lnTo>
                  <a:close/>
                </a:path>
                <a:path w="2061210" h="2462529" extrusionOk="0">
                  <a:moveTo>
                    <a:pt x="2038071" y="2442144"/>
                  </a:moveTo>
                  <a:lnTo>
                    <a:pt x="2041144" y="2445816"/>
                  </a:lnTo>
                  <a:lnTo>
                    <a:pt x="2044783" y="2442739"/>
                  </a:lnTo>
                  <a:lnTo>
                    <a:pt x="2038071" y="2442144"/>
                  </a:lnTo>
                  <a:close/>
                </a:path>
                <a:path w="2061210" h="2462529" extrusionOk="0">
                  <a:moveTo>
                    <a:pt x="2048002" y="2406967"/>
                  </a:moveTo>
                  <a:lnTo>
                    <a:pt x="2045412" y="2436144"/>
                  </a:lnTo>
                  <a:lnTo>
                    <a:pt x="2048383" y="2439695"/>
                  </a:lnTo>
                  <a:lnTo>
                    <a:pt x="2044830" y="2442699"/>
                  </a:lnTo>
                  <a:lnTo>
                    <a:pt x="2041144" y="2445816"/>
                  </a:lnTo>
                  <a:lnTo>
                    <a:pt x="2057198" y="2445816"/>
                  </a:lnTo>
                  <a:lnTo>
                    <a:pt x="2048002" y="2406967"/>
                  </a:lnTo>
                  <a:close/>
                </a:path>
                <a:path w="2061210" h="2462529" extrusionOk="0">
                  <a:moveTo>
                    <a:pt x="2044783" y="2442739"/>
                  </a:moveTo>
                  <a:close/>
                </a:path>
                <a:path w="2061210" h="2462529" extrusionOk="0">
                  <a:moveTo>
                    <a:pt x="7365" y="0"/>
                  </a:moveTo>
                  <a:lnTo>
                    <a:pt x="0" y="6096"/>
                  </a:lnTo>
                  <a:lnTo>
                    <a:pt x="2038071" y="2442144"/>
                  </a:lnTo>
                  <a:lnTo>
                    <a:pt x="2044783" y="2442739"/>
                  </a:lnTo>
                  <a:lnTo>
                    <a:pt x="2044880" y="2442144"/>
                  </a:lnTo>
                  <a:lnTo>
                    <a:pt x="2045412" y="2436144"/>
                  </a:lnTo>
                  <a:lnTo>
                    <a:pt x="7365" y="0"/>
                  </a:lnTo>
                  <a:close/>
                </a:path>
                <a:path w="2061210" h="2462529" extrusionOk="0">
                  <a:moveTo>
                    <a:pt x="2045412" y="2436144"/>
                  </a:moveTo>
                  <a:lnTo>
                    <a:pt x="2044830" y="2442699"/>
                  </a:lnTo>
                  <a:lnTo>
                    <a:pt x="2048383" y="2439695"/>
                  </a:lnTo>
                  <a:lnTo>
                    <a:pt x="2045412" y="2436144"/>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grpSp>
      <p:pic>
        <p:nvPicPr>
          <p:cNvPr id="1187" name="Google Shape;1187;p47"/>
          <p:cNvPicPr preferRelativeResize="0"/>
          <p:nvPr/>
        </p:nvPicPr>
        <p:blipFill rotWithShape="1">
          <a:blip r:embed="rId3">
            <a:alphaModFix/>
          </a:blip>
          <a:srcRect/>
          <a:stretch/>
        </p:blipFill>
        <p:spPr>
          <a:xfrm>
            <a:off x="8084178" y="4782436"/>
            <a:ext cx="482803" cy="259080"/>
          </a:xfrm>
          <a:prstGeom prst="rect">
            <a:avLst/>
          </a:prstGeom>
          <a:noFill/>
          <a:ln>
            <a:noFill/>
          </a:ln>
        </p:spPr>
      </p:pic>
      <p:grpSp>
        <p:nvGrpSpPr>
          <p:cNvPr id="1188" name="Google Shape;1188;p47"/>
          <p:cNvGrpSpPr/>
          <p:nvPr/>
        </p:nvGrpSpPr>
        <p:grpSpPr>
          <a:xfrm>
            <a:off x="8852909" y="3491227"/>
            <a:ext cx="2168017" cy="2924353"/>
            <a:chOff x="2708782" y="1437639"/>
            <a:chExt cx="2168017" cy="2924353"/>
          </a:xfrm>
        </p:grpSpPr>
        <p:pic>
          <p:nvPicPr>
            <p:cNvPr id="1189" name="Google Shape;1189;p47"/>
            <p:cNvPicPr preferRelativeResize="0"/>
            <p:nvPr/>
          </p:nvPicPr>
          <p:blipFill rotWithShape="1">
            <a:blip r:embed="rId4">
              <a:alphaModFix/>
            </a:blip>
            <a:srcRect/>
            <a:stretch/>
          </p:blipFill>
          <p:spPr>
            <a:xfrm>
              <a:off x="2708782" y="4160824"/>
              <a:ext cx="170687" cy="201168"/>
            </a:xfrm>
            <a:prstGeom prst="rect">
              <a:avLst/>
            </a:prstGeom>
            <a:noFill/>
            <a:ln>
              <a:noFill/>
            </a:ln>
          </p:spPr>
        </p:pic>
        <p:sp>
          <p:nvSpPr>
            <p:cNvPr id="1190" name="Google Shape;1190;p47"/>
            <p:cNvSpPr/>
            <p:nvPr/>
          </p:nvSpPr>
          <p:spPr>
            <a:xfrm>
              <a:off x="2815589" y="1437639"/>
              <a:ext cx="2061210" cy="2820670"/>
            </a:xfrm>
            <a:custGeom>
              <a:avLst/>
              <a:gdLst/>
              <a:ahLst/>
              <a:cxnLst/>
              <a:rect l="l" t="t" r="r" b="b"/>
              <a:pathLst>
                <a:path w="2061210" h="2820670" extrusionOk="0">
                  <a:moveTo>
                    <a:pt x="2046224" y="20574"/>
                  </a:moveTo>
                  <a:lnTo>
                    <a:pt x="2039527" y="21606"/>
                  </a:lnTo>
                  <a:lnTo>
                    <a:pt x="0" y="2814510"/>
                  </a:lnTo>
                  <a:lnTo>
                    <a:pt x="7620" y="2820123"/>
                  </a:lnTo>
                  <a:lnTo>
                    <a:pt x="2047269" y="27200"/>
                  </a:lnTo>
                  <a:lnTo>
                    <a:pt x="2046224" y="20574"/>
                  </a:lnTo>
                  <a:close/>
                </a:path>
                <a:path w="2061210" h="2820670" extrusionOk="0">
                  <a:moveTo>
                    <a:pt x="2058247" y="17652"/>
                  </a:moveTo>
                  <a:lnTo>
                    <a:pt x="2042414" y="17652"/>
                  </a:lnTo>
                  <a:lnTo>
                    <a:pt x="2050161" y="23240"/>
                  </a:lnTo>
                  <a:lnTo>
                    <a:pt x="2047269" y="27200"/>
                  </a:lnTo>
                  <a:lnTo>
                    <a:pt x="2051812" y="56007"/>
                  </a:lnTo>
                  <a:lnTo>
                    <a:pt x="2058247" y="17652"/>
                  </a:lnTo>
                  <a:close/>
                </a:path>
                <a:path w="2061210" h="2820670" extrusionOk="0">
                  <a:moveTo>
                    <a:pt x="2046463" y="20574"/>
                  </a:moveTo>
                  <a:lnTo>
                    <a:pt x="2046224" y="20574"/>
                  </a:lnTo>
                  <a:lnTo>
                    <a:pt x="2047269" y="27200"/>
                  </a:lnTo>
                  <a:lnTo>
                    <a:pt x="2050161" y="23240"/>
                  </a:lnTo>
                  <a:lnTo>
                    <a:pt x="2046463" y="20574"/>
                  </a:lnTo>
                  <a:close/>
                </a:path>
                <a:path w="2061210" h="2820670" extrusionOk="0">
                  <a:moveTo>
                    <a:pt x="2061210" y="0"/>
                  </a:moveTo>
                  <a:lnTo>
                    <a:pt x="2010790" y="26035"/>
                  </a:lnTo>
                  <a:lnTo>
                    <a:pt x="2039527" y="21606"/>
                  </a:lnTo>
                  <a:lnTo>
                    <a:pt x="2042414" y="17652"/>
                  </a:lnTo>
                  <a:lnTo>
                    <a:pt x="2058247" y="17652"/>
                  </a:lnTo>
                  <a:lnTo>
                    <a:pt x="2061210" y="0"/>
                  </a:lnTo>
                  <a:close/>
                </a:path>
                <a:path w="2061210" h="2820670" extrusionOk="0">
                  <a:moveTo>
                    <a:pt x="2042414" y="17652"/>
                  </a:moveTo>
                  <a:lnTo>
                    <a:pt x="2039527" y="21606"/>
                  </a:lnTo>
                  <a:lnTo>
                    <a:pt x="2046224" y="20574"/>
                  </a:lnTo>
                  <a:lnTo>
                    <a:pt x="2046463" y="20574"/>
                  </a:lnTo>
                  <a:lnTo>
                    <a:pt x="2042414" y="17652"/>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grpSp>
      <p:sp>
        <p:nvSpPr>
          <p:cNvPr id="1191" name="Google Shape;1191;p47"/>
          <p:cNvSpPr txBox="1"/>
          <p:nvPr/>
        </p:nvSpPr>
        <p:spPr>
          <a:xfrm>
            <a:off x="9855160" y="3282970"/>
            <a:ext cx="226695" cy="349250"/>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Clr>
                <a:srgbClr val="000000"/>
              </a:buClr>
              <a:buSzPts val="2100"/>
              <a:buFont typeface="Times New Roman"/>
              <a:buNone/>
            </a:pPr>
            <a:r>
              <a:rPr lang="en-US" sz="2100" b="1" i="0" u="none" strike="noStrike" cap="none">
                <a:solidFill>
                  <a:srgbClr val="000000"/>
                </a:solidFill>
                <a:latin typeface="Times New Roman"/>
                <a:ea typeface="Times New Roman"/>
                <a:cs typeface="Times New Roman"/>
                <a:sym typeface="Times New Roman"/>
              </a:rPr>
              <a:t>w</a:t>
            </a:r>
            <a:endParaRPr sz="2100" b="0" i="0" u="none" strike="noStrike" cap="none">
              <a:solidFill>
                <a:srgbClr val="000000"/>
              </a:solidFill>
              <a:latin typeface="Times New Roman"/>
              <a:ea typeface="Times New Roman"/>
              <a:cs typeface="Times New Roman"/>
              <a:sym typeface="Times New Roman"/>
            </a:endParaRPr>
          </a:p>
        </p:txBody>
      </p:sp>
      <p:sp>
        <p:nvSpPr>
          <p:cNvPr id="1192" name="Google Shape;1192;p47"/>
          <p:cNvSpPr/>
          <p:nvPr/>
        </p:nvSpPr>
        <p:spPr>
          <a:xfrm>
            <a:off x="8959717" y="3671313"/>
            <a:ext cx="2061210" cy="2685415"/>
          </a:xfrm>
          <a:custGeom>
            <a:avLst/>
            <a:gdLst/>
            <a:ahLst/>
            <a:cxnLst/>
            <a:rect l="l" t="t" r="r" b="b"/>
            <a:pathLst>
              <a:path w="2061210" h="2685415" extrusionOk="0">
                <a:moveTo>
                  <a:pt x="2051951" y="2664599"/>
                </a:moveTo>
                <a:lnTo>
                  <a:pt x="2035810" y="2664599"/>
                </a:lnTo>
                <a:lnTo>
                  <a:pt x="2030945" y="2664599"/>
                </a:lnTo>
                <a:lnTo>
                  <a:pt x="2010156" y="2684983"/>
                </a:lnTo>
                <a:lnTo>
                  <a:pt x="2051951" y="2664599"/>
                </a:lnTo>
                <a:close/>
              </a:path>
              <a:path w="2061210" h="2685415" extrusionOk="0">
                <a:moveTo>
                  <a:pt x="2061210" y="0"/>
                </a:moveTo>
                <a:lnTo>
                  <a:pt x="2009902" y="24511"/>
                </a:lnTo>
                <a:lnTo>
                  <a:pt x="2038985" y="20891"/>
                </a:lnTo>
                <a:lnTo>
                  <a:pt x="0" y="2636380"/>
                </a:lnTo>
                <a:lnTo>
                  <a:pt x="3810" y="2639314"/>
                </a:lnTo>
                <a:lnTo>
                  <a:pt x="3810" y="2644076"/>
                </a:lnTo>
                <a:lnTo>
                  <a:pt x="2030996" y="2664561"/>
                </a:lnTo>
                <a:lnTo>
                  <a:pt x="2035810" y="2664561"/>
                </a:lnTo>
                <a:lnTo>
                  <a:pt x="2052053" y="2664561"/>
                </a:lnTo>
                <a:lnTo>
                  <a:pt x="2061210" y="2660091"/>
                </a:lnTo>
                <a:lnTo>
                  <a:pt x="2010664" y="2634183"/>
                </a:lnTo>
                <a:lnTo>
                  <a:pt x="2031085" y="2655036"/>
                </a:lnTo>
                <a:lnTo>
                  <a:pt x="15811" y="2634678"/>
                </a:lnTo>
                <a:lnTo>
                  <a:pt x="2042426" y="744486"/>
                </a:lnTo>
                <a:lnTo>
                  <a:pt x="2041398" y="773684"/>
                </a:lnTo>
                <a:lnTo>
                  <a:pt x="2056053" y="734314"/>
                </a:lnTo>
                <a:lnTo>
                  <a:pt x="2061210" y="720471"/>
                </a:lnTo>
                <a:lnTo>
                  <a:pt x="2042655" y="725932"/>
                </a:lnTo>
                <a:lnTo>
                  <a:pt x="2042655" y="737882"/>
                </a:lnTo>
                <a:lnTo>
                  <a:pt x="2042541" y="741184"/>
                </a:lnTo>
                <a:lnTo>
                  <a:pt x="2042541" y="737743"/>
                </a:lnTo>
                <a:lnTo>
                  <a:pt x="2042655" y="737882"/>
                </a:lnTo>
                <a:lnTo>
                  <a:pt x="2042655" y="725932"/>
                </a:lnTo>
                <a:lnTo>
                  <a:pt x="2006727" y="736473"/>
                </a:lnTo>
                <a:lnTo>
                  <a:pt x="2035937" y="737514"/>
                </a:lnTo>
                <a:lnTo>
                  <a:pt x="156629" y="2490228"/>
                </a:lnTo>
                <a:lnTo>
                  <a:pt x="2043493" y="565277"/>
                </a:lnTo>
                <a:lnTo>
                  <a:pt x="2043811" y="594360"/>
                </a:lnTo>
                <a:lnTo>
                  <a:pt x="2056460" y="555117"/>
                </a:lnTo>
                <a:lnTo>
                  <a:pt x="2061210" y="540385"/>
                </a:lnTo>
                <a:lnTo>
                  <a:pt x="2007489" y="558800"/>
                </a:lnTo>
                <a:lnTo>
                  <a:pt x="2036584" y="558596"/>
                </a:lnTo>
                <a:lnTo>
                  <a:pt x="163423" y="2469629"/>
                </a:lnTo>
                <a:lnTo>
                  <a:pt x="2044522" y="385838"/>
                </a:lnTo>
                <a:lnTo>
                  <a:pt x="2045970" y="414909"/>
                </a:lnTo>
                <a:lnTo>
                  <a:pt x="2056841" y="375920"/>
                </a:lnTo>
                <a:lnTo>
                  <a:pt x="2061210" y="360299"/>
                </a:lnTo>
                <a:lnTo>
                  <a:pt x="2008251" y="380873"/>
                </a:lnTo>
                <a:lnTo>
                  <a:pt x="2037461" y="379437"/>
                </a:lnTo>
                <a:lnTo>
                  <a:pt x="2044179" y="379107"/>
                </a:lnTo>
                <a:lnTo>
                  <a:pt x="2037461" y="379437"/>
                </a:lnTo>
                <a:lnTo>
                  <a:pt x="170548" y="2447480"/>
                </a:lnTo>
                <a:lnTo>
                  <a:pt x="2045550" y="206387"/>
                </a:lnTo>
                <a:lnTo>
                  <a:pt x="2048129" y="235343"/>
                </a:lnTo>
                <a:lnTo>
                  <a:pt x="2057323" y="196469"/>
                </a:lnTo>
                <a:lnTo>
                  <a:pt x="2061210" y="180086"/>
                </a:lnTo>
                <a:lnTo>
                  <a:pt x="2009140" y="202831"/>
                </a:lnTo>
                <a:lnTo>
                  <a:pt x="2038096" y="200253"/>
                </a:lnTo>
                <a:lnTo>
                  <a:pt x="178447" y="2423109"/>
                </a:lnTo>
                <a:lnTo>
                  <a:pt x="2046427" y="26809"/>
                </a:lnTo>
                <a:lnTo>
                  <a:pt x="2050034" y="55753"/>
                </a:lnTo>
                <a:lnTo>
                  <a:pt x="2057768" y="17145"/>
                </a:lnTo>
                <a:lnTo>
                  <a:pt x="206121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Palatino Linotype"/>
              <a:buNone/>
            </a:pPr>
            <a:endParaRPr sz="1800" b="0" i="0" u="none" strike="noStrike" cap="none">
              <a:solidFill>
                <a:srgbClr val="000000"/>
              </a:solidFill>
              <a:latin typeface="Palatino Linotype"/>
              <a:ea typeface="Palatino Linotype"/>
              <a:cs typeface="Palatino Linotype"/>
              <a:sym typeface="Palatino Linotype"/>
            </a:endParaRPr>
          </a:p>
        </p:txBody>
      </p:sp>
      <p:sp>
        <p:nvSpPr>
          <p:cNvPr id="1193" name="Google Shape;1193;p47"/>
          <p:cNvSpPr txBox="1"/>
          <p:nvPr/>
        </p:nvSpPr>
        <p:spPr>
          <a:xfrm>
            <a:off x="8796242" y="3316705"/>
            <a:ext cx="165100" cy="348615"/>
          </a:xfrm>
          <a:prstGeom prst="rect">
            <a:avLst/>
          </a:prstGeom>
          <a:noFill/>
          <a:ln>
            <a:noFill/>
          </a:ln>
        </p:spPr>
        <p:txBody>
          <a:bodyPr spcFirstLastPara="1" wrap="square" lIns="0" tIns="15225" rIns="0" bIns="0" anchor="t" anchorCtr="0">
            <a:spAutoFit/>
          </a:bodyPr>
          <a:lstStyle/>
          <a:p>
            <a:pPr marL="12700" marR="0" lvl="0" indent="0" algn="l" rtl="0">
              <a:lnSpc>
                <a:spcPct val="100000"/>
              </a:lnSpc>
              <a:spcBef>
                <a:spcPts val="0"/>
              </a:spcBef>
              <a:spcAft>
                <a:spcPts val="0"/>
              </a:spcAft>
              <a:buClr>
                <a:srgbClr val="000000"/>
              </a:buClr>
              <a:buSzPts val="2100"/>
              <a:buFont typeface="Times New Roman"/>
              <a:buNone/>
            </a:pPr>
            <a:r>
              <a:rPr lang="en-US" sz="2100" b="1" i="0" u="none" strike="noStrike" cap="none">
                <a:solidFill>
                  <a:srgbClr val="000000"/>
                </a:solidFill>
                <a:latin typeface="Times New Roman"/>
                <a:ea typeface="Times New Roman"/>
                <a:cs typeface="Times New Roman"/>
                <a:sym typeface="Times New Roman"/>
              </a:rPr>
              <a:t>x</a:t>
            </a:r>
            <a:endParaRPr sz="2100" b="0" i="0" u="none" strike="noStrike" cap="none">
              <a:solidFill>
                <a:srgbClr val="000000"/>
              </a:solidFill>
              <a:latin typeface="Times New Roman"/>
              <a:ea typeface="Times New Roman"/>
              <a:cs typeface="Times New Roman"/>
              <a:sym typeface="Times New Roman"/>
            </a:endParaRPr>
          </a:p>
        </p:txBody>
      </p:sp>
      <p:pic>
        <p:nvPicPr>
          <p:cNvPr id="1194" name="Google Shape;1194;p47"/>
          <p:cNvPicPr preferRelativeResize="0"/>
          <p:nvPr/>
        </p:nvPicPr>
        <p:blipFill rotWithShape="1">
          <a:blip r:embed="rId5">
            <a:alphaModFix/>
          </a:blip>
          <a:srcRect/>
          <a:stretch/>
        </p:blipFill>
        <p:spPr>
          <a:xfrm>
            <a:off x="11085188" y="4353304"/>
            <a:ext cx="457200" cy="259080"/>
          </a:xfrm>
          <a:prstGeom prst="rect">
            <a:avLst/>
          </a:prstGeom>
          <a:noFill/>
          <a:ln>
            <a:noFill/>
          </a:ln>
        </p:spPr>
      </p:pic>
      <p:pic>
        <p:nvPicPr>
          <p:cNvPr id="1195" name="Google Shape;1195;p47"/>
          <p:cNvPicPr preferRelativeResize="0"/>
          <p:nvPr/>
        </p:nvPicPr>
        <p:blipFill rotWithShape="1">
          <a:blip r:embed="rId5">
            <a:alphaModFix/>
          </a:blip>
          <a:srcRect/>
          <a:stretch/>
        </p:blipFill>
        <p:spPr>
          <a:xfrm>
            <a:off x="8879706" y="5747764"/>
            <a:ext cx="457809" cy="25908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1199"/>
        <p:cNvGrpSpPr/>
        <p:nvPr/>
      </p:nvGrpSpPr>
      <p:grpSpPr>
        <a:xfrm>
          <a:off x="0" y="0"/>
          <a:ext cx="0" cy="0"/>
          <a:chOff x="0" y="0"/>
          <a:chExt cx="0" cy="0"/>
        </a:xfrm>
      </p:grpSpPr>
      <p:graphicFrame>
        <p:nvGraphicFramePr>
          <p:cNvPr id="1200" name="Google Shape;1200;p48"/>
          <p:cNvGraphicFramePr/>
          <p:nvPr/>
        </p:nvGraphicFramePr>
        <p:xfrm>
          <a:off x="6870056" y="4276321"/>
          <a:ext cx="762250" cy="839900"/>
        </p:xfrm>
        <a:graphic>
          <a:graphicData uri="http://schemas.openxmlformats.org/drawingml/2006/table">
            <a:tbl>
              <a:tblPr firstRow="1" bandRow="1">
                <a:noFill/>
                <a:tableStyleId>{6F84EB96-A106-4A15-B49F-ACFDD6C5B9B5}</a:tableStyleId>
              </a:tblPr>
              <a:tblGrid>
                <a:gridCol w="381125">
                  <a:extLst>
                    <a:ext uri="{9D8B030D-6E8A-4147-A177-3AD203B41FA5}">
                      <a16:colId xmlns:a16="http://schemas.microsoft.com/office/drawing/2014/main" val="20000"/>
                    </a:ext>
                  </a:extLst>
                </a:gridCol>
                <a:gridCol w="381125">
                  <a:extLst>
                    <a:ext uri="{9D8B030D-6E8A-4147-A177-3AD203B41FA5}">
                      <a16:colId xmlns:a16="http://schemas.microsoft.com/office/drawing/2014/main" val="20001"/>
                    </a:ext>
                  </a:extLst>
                </a:gridCol>
              </a:tblGrid>
              <a:tr h="419950">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extLst>
                  <a:ext uri="{0D108BD9-81ED-4DB2-BD59-A6C34878D82A}">
                    <a16:rowId xmlns:a16="http://schemas.microsoft.com/office/drawing/2014/main" val="10000"/>
                  </a:ext>
                </a:extLst>
              </a:tr>
              <a:tr h="419950">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extLst>
                  <a:ext uri="{0D108BD9-81ED-4DB2-BD59-A6C34878D82A}">
                    <a16:rowId xmlns:a16="http://schemas.microsoft.com/office/drawing/2014/main" val="10001"/>
                  </a:ext>
                </a:extLst>
              </a:tr>
            </a:tbl>
          </a:graphicData>
        </a:graphic>
      </p:graphicFrame>
      <p:graphicFrame>
        <p:nvGraphicFramePr>
          <p:cNvPr id="1201" name="Google Shape;1201;p48"/>
          <p:cNvGraphicFramePr/>
          <p:nvPr/>
        </p:nvGraphicFramePr>
        <p:xfrm>
          <a:off x="3491698" y="3845699"/>
          <a:ext cx="1477475" cy="1732175"/>
        </p:xfrm>
        <a:graphic>
          <a:graphicData uri="http://schemas.openxmlformats.org/drawingml/2006/table">
            <a:tbl>
              <a:tblPr firstRow="1" bandRow="1">
                <a:noFill/>
                <a:tableStyleId>{6F84EB96-A106-4A15-B49F-ACFDD6C5B9B5}</a:tableStyleId>
              </a:tblPr>
              <a:tblGrid>
                <a:gridCol w="359425">
                  <a:extLst>
                    <a:ext uri="{9D8B030D-6E8A-4147-A177-3AD203B41FA5}">
                      <a16:colId xmlns:a16="http://schemas.microsoft.com/office/drawing/2014/main" val="20000"/>
                    </a:ext>
                  </a:extLst>
                </a:gridCol>
                <a:gridCol w="379300">
                  <a:extLst>
                    <a:ext uri="{9D8B030D-6E8A-4147-A177-3AD203B41FA5}">
                      <a16:colId xmlns:a16="http://schemas.microsoft.com/office/drawing/2014/main" val="20001"/>
                    </a:ext>
                  </a:extLst>
                </a:gridCol>
                <a:gridCol w="369375">
                  <a:extLst>
                    <a:ext uri="{9D8B030D-6E8A-4147-A177-3AD203B41FA5}">
                      <a16:colId xmlns:a16="http://schemas.microsoft.com/office/drawing/2014/main" val="20002"/>
                    </a:ext>
                  </a:extLst>
                </a:gridCol>
                <a:gridCol w="369375">
                  <a:extLst>
                    <a:ext uri="{9D8B030D-6E8A-4147-A177-3AD203B41FA5}">
                      <a16:colId xmlns:a16="http://schemas.microsoft.com/office/drawing/2014/main" val="20003"/>
                    </a:ext>
                  </a:extLst>
                </a:gridCol>
              </a:tblGrid>
              <a:tr h="429875">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extLst>
                  <a:ext uri="{0D108BD9-81ED-4DB2-BD59-A6C34878D82A}">
                    <a16:rowId xmlns:a16="http://schemas.microsoft.com/office/drawing/2014/main" val="10000"/>
                  </a:ext>
                </a:extLst>
              </a:tr>
              <a:tr h="436200">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extLst>
                  <a:ext uri="{0D108BD9-81ED-4DB2-BD59-A6C34878D82A}">
                    <a16:rowId xmlns:a16="http://schemas.microsoft.com/office/drawing/2014/main" val="10001"/>
                  </a:ext>
                </a:extLst>
              </a:tr>
              <a:tr h="403700">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extLst>
                  <a:ext uri="{0D108BD9-81ED-4DB2-BD59-A6C34878D82A}">
                    <a16:rowId xmlns:a16="http://schemas.microsoft.com/office/drawing/2014/main" val="10002"/>
                  </a:ext>
                </a:extLst>
              </a:tr>
              <a:tr h="462400">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tc>
                  <a:txBody>
                    <a:bodyPr/>
                    <a:lstStyle/>
                    <a:p>
                      <a:pPr marL="0" marR="0" lvl="0" indent="0" algn="l" rtl="0">
                        <a:lnSpc>
                          <a:spcPct val="100000"/>
                        </a:lnSpc>
                        <a:spcBef>
                          <a:spcPts val="0"/>
                        </a:spcBef>
                        <a:spcAft>
                          <a:spcPts val="0"/>
                        </a:spcAft>
                        <a:buNone/>
                      </a:pPr>
                      <a:endParaRPr sz="100" u="none" strike="noStrike" cap="none" dirty="0">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extLst>
                  <a:ext uri="{0D108BD9-81ED-4DB2-BD59-A6C34878D82A}">
                    <a16:rowId xmlns:a16="http://schemas.microsoft.com/office/drawing/2014/main" val="10003"/>
                  </a:ext>
                </a:extLst>
              </a:tr>
            </a:tbl>
          </a:graphicData>
        </a:graphic>
      </p:graphicFrame>
      <p:grpSp>
        <p:nvGrpSpPr>
          <p:cNvPr id="1202" name="Google Shape;1202;p48"/>
          <p:cNvGrpSpPr/>
          <p:nvPr/>
        </p:nvGrpSpPr>
        <p:grpSpPr>
          <a:xfrm>
            <a:off x="780289" y="1764065"/>
            <a:ext cx="10917165" cy="707026"/>
            <a:chOff x="548640" y="383108"/>
            <a:chExt cx="7676132" cy="497128"/>
          </a:xfrm>
        </p:grpSpPr>
        <p:pic>
          <p:nvPicPr>
            <p:cNvPr id="1203" name="Google Shape;1203;p48"/>
            <p:cNvPicPr preferRelativeResize="0"/>
            <p:nvPr/>
          </p:nvPicPr>
          <p:blipFill rotWithShape="1">
            <a:blip r:embed="rId3">
              <a:alphaModFix/>
            </a:blip>
            <a:srcRect/>
            <a:stretch/>
          </p:blipFill>
          <p:spPr>
            <a:xfrm>
              <a:off x="548640" y="383108"/>
              <a:ext cx="423672" cy="497128"/>
            </a:xfrm>
            <a:prstGeom prst="rect">
              <a:avLst/>
            </a:prstGeom>
            <a:noFill/>
            <a:ln>
              <a:noFill/>
            </a:ln>
          </p:spPr>
        </p:pic>
        <p:pic>
          <p:nvPicPr>
            <p:cNvPr id="1204" name="Google Shape;1204;p48"/>
            <p:cNvPicPr preferRelativeResize="0"/>
            <p:nvPr/>
          </p:nvPicPr>
          <p:blipFill rotWithShape="1">
            <a:blip r:embed="rId4">
              <a:alphaModFix/>
            </a:blip>
            <a:srcRect/>
            <a:stretch/>
          </p:blipFill>
          <p:spPr>
            <a:xfrm>
              <a:off x="760476" y="462356"/>
              <a:ext cx="976477" cy="396544"/>
            </a:xfrm>
            <a:prstGeom prst="rect">
              <a:avLst/>
            </a:prstGeom>
            <a:noFill/>
            <a:ln>
              <a:noFill/>
            </a:ln>
          </p:spPr>
        </p:pic>
        <p:pic>
          <p:nvPicPr>
            <p:cNvPr id="1205" name="Google Shape;1205;p48"/>
            <p:cNvPicPr preferRelativeResize="0"/>
            <p:nvPr/>
          </p:nvPicPr>
          <p:blipFill rotWithShape="1">
            <a:blip r:embed="rId5">
              <a:alphaModFix/>
            </a:blip>
            <a:srcRect/>
            <a:stretch/>
          </p:blipFill>
          <p:spPr>
            <a:xfrm>
              <a:off x="1691893" y="383108"/>
              <a:ext cx="408431" cy="497128"/>
            </a:xfrm>
            <a:prstGeom prst="rect">
              <a:avLst/>
            </a:prstGeom>
            <a:noFill/>
            <a:ln>
              <a:noFill/>
            </a:ln>
          </p:spPr>
        </p:pic>
        <p:pic>
          <p:nvPicPr>
            <p:cNvPr id="1206" name="Google Shape;1206;p48"/>
            <p:cNvPicPr preferRelativeResize="0"/>
            <p:nvPr/>
          </p:nvPicPr>
          <p:blipFill rotWithShape="1">
            <a:blip r:embed="rId6">
              <a:alphaModFix/>
            </a:blip>
            <a:srcRect/>
            <a:stretch/>
          </p:blipFill>
          <p:spPr>
            <a:xfrm>
              <a:off x="1896109" y="462356"/>
              <a:ext cx="1092047" cy="396544"/>
            </a:xfrm>
            <a:prstGeom prst="rect">
              <a:avLst/>
            </a:prstGeom>
            <a:noFill/>
            <a:ln>
              <a:noFill/>
            </a:ln>
          </p:spPr>
        </p:pic>
        <p:pic>
          <p:nvPicPr>
            <p:cNvPr id="1207" name="Google Shape;1207;p48"/>
            <p:cNvPicPr preferRelativeResize="0"/>
            <p:nvPr/>
          </p:nvPicPr>
          <p:blipFill rotWithShape="1">
            <a:blip r:embed="rId7">
              <a:alphaModFix/>
            </a:blip>
            <a:srcRect/>
            <a:stretch/>
          </p:blipFill>
          <p:spPr>
            <a:xfrm>
              <a:off x="2932429" y="383108"/>
              <a:ext cx="475488" cy="497128"/>
            </a:xfrm>
            <a:prstGeom prst="rect">
              <a:avLst/>
            </a:prstGeom>
            <a:noFill/>
            <a:ln>
              <a:noFill/>
            </a:ln>
          </p:spPr>
        </p:pic>
        <p:pic>
          <p:nvPicPr>
            <p:cNvPr id="1208" name="Google Shape;1208;p48"/>
            <p:cNvPicPr preferRelativeResize="0"/>
            <p:nvPr/>
          </p:nvPicPr>
          <p:blipFill rotWithShape="1">
            <a:blip r:embed="rId8">
              <a:alphaModFix/>
            </a:blip>
            <a:srcRect/>
            <a:stretch/>
          </p:blipFill>
          <p:spPr>
            <a:xfrm>
              <a:off x="3249803" y="462356"/>
              <a:ext cx="1304925" cy="396544"/>
            </a:xfrm>
            <a:prstGeom prst="rect">
              <a:avLst/>
            </a:prstGeom>
            <a:noFill/>
            <a:ln>
              <a:noFill/>
            </a:ln>
          </p:spPr>
        </p:pic>
        <p:pic>
          <p:nvPicPr>
            <p:cNvPr id="1209" name="Google Shape;1209;p48"/>
            <p:cNvPicPr preferRelativeResize="0"/>
            <p:nvPr/>
          </p:nvPicPr>
          <p:blipFill rotWithShape="1">
            <a:blip r:embed="rId9">
              <a:alphaModFix/>
            </a:blip>
            <a:srcRect/>
            <a:stretch/>
          </p:blipFill>
          <p:spPr>
            <a:xfrm>
              <a:off x="4391279" y="383108"/>
              <a:ext cx="704545" cy="497128"/>
            </a:xfrm>
            <a:prstGeom prst="rect">
              <a:avLst/>
            </a:prstGeom>
            <a:noFill/>
            <a:ln>
              <a:noFill/>
            </a:ln>
          </p:spPr>
        </p:pic>
        <p:pic>
          <p:nvPicPr>
            <p:cNvPr id="1210" name="Google Shape;1210;p48"/>
            <p:cNvPicPr preferRelativeResize="0"/>
            <p:nvPr/>
          </p:nvPicPr>
          <p:blipFill rotWithShape="1">
            <a:blip r:embed="rId10">
              <a:alphaModFix/>
            </a:blip>
            <a:srcRect/>
            <a:stretch/>
          </p:blipFill>
          <p:spPr>
            <a:xfrm>
              <a:off x="4860670" y="462356"/>
              <a:ext cx="1725295" cy="396544"/>
            </a:xfrm>
            <a:prstGeom prst="rect">
              <a:avLst/>
            </a:prstGeom>
            <a:noFill/>
            <a:ln>
              <a:noFill/>
            </a:ln>
          </p:spPr>
        </p:pic>
        <p:pic>
          <p:nvPicPr>
            <p:cNvPr id="1211" name="Google Shape;1211;p48"/>
            <p:cNvPicPr preferRelativeResize="0"/>
            <p:nvPr/>
          </p:nvPicPr>
          <p:blipFill rotWithShape="1">
            <a:blip r:embed="rId11">
              <a:alphaModFix/>
            </a:blip>
            <a:srcRect/>
            <a:stretch/>
          </p:blipFill>
          <p:spPr>
            <a:xfrm>
              <a:off x="6529705" y="383108"/>
              <a:ext cx="435864" cy="497128"/>
            </a:xfrm>
            <a:prstGeom prst="rect">
              <a:avLst/>
            </a:prstGeom>
            <a:noFill/>
            <a:ln>
              <a:noFill/>
            </a:ln>
          </p:spPr>
        </p:pic>
        <p:pic>
          <p:nvPicPr>
            <p:cNvPr id="1212" name="Google Shape;1212;p48"/>
            <p:cNvPicPr preferRelativeResize="0"/>
            <p:nvPr/>
          </p:nvPicPr>
          <p:blipFill rotWithShape="1">
            <a:blip r:embed="rId12">
              <a:alphaModFix/>
            </a:blip>
            <a:srcRect/>
            <a:stretch/>
          </p:blipFill>
          <p:spPr>
            <a:xfrm>
              <a:off x="6747636" y="462356"/>
              <a:ext cx="1425067" cy="396544"/>
            </a:xfrm>
            <a:prstGeom prst="rect">
              <a:avLst/>
            </a:prstGeom>
            <a:noFill/>
            <a:ln>
              <a:noFill/>
            </a:ln>
          </p:spPr>
        </p:pic>
        <p:pic>
          <p:nvPicPr>
            <p:cNvPr id="1213" name="Google Shape;1213;p48"/>
            <p:cNvPicPr preferRelativeResize="0"/>
            <p:nvPr/>
          </p:nvPicPr>
          <p:blipFill rotWithShape="1">
            <a:blip r:embed="rId13">
              <a:alphaModFix/>
            </a:blip>
            <a:srcRect/>
            <a:stretch/>
          </p:blipFill>
          <p:spPr>
            <a:xfrm>
              <a:off x="8014461" y="383108"/>
              <a:ext cx="210311" cy="497128"/>
            </a:xfrm>
            <a:prstGeom prst="rect">
              <a:avLst/>
            </a:prstGeom>
            <a:noFill/>
            <a:ln>
              <a:noFill/>
            </a:ln>
          </p:spPr>
        </p:pic>
      </p:grpSp>
      <p:pic>
        <p:nvPicPr>
          <p:cNvPr id="1214" name="Google Shape;1214;p48"/>
          <p:cNvPicPr preferRelativeResize="0"/>
          <p:nvPr/>
        </p:nvPicPr>
        <p:blipFill rotWithShape="1">
          <a:blip r:embed="rId14">
            <a:alphaModFix/>
          </a:blip>
          <a:srcRect/>
          <a:stretch/>
        </p:blipFill>
        <p:spPr>
          <a:xfrm>
            <a:off x="3590588" y="3882656"/>
            <a:ext cx="312115" cy="368468"/>
          </a:xfrm>
          <a:prstGeom prst="rect">
            <a:avLst/>
          </a:prstGeom>
          <a:noFill/>
          <a:ln>
            <a:noFill/>
          </a:ln>
        </p:spPr>
      </p:pic>
      <p:pic>
        <p:nvPicPr>
          <p:cNvPr id="1215" name="Google Shape;1215;p48"/>
          <p:cNvPicPr preferRelativeResize="0"/>
          <p:nvPr/>
        </p:nvPicPr>
        <p:blipFill rotWithShape="1">
          <a:blip r:embed="rId15">
            <a:alphaModFix/>
          </a:blip>
          <a:srcRect/>
          <a:stretch/>
        </p:blipFill>
        <p:spPr>
          <a:xfrm>
            <a:off x="3980732" y="3878248"/>
            <a:ext cx="312115" cy="368902"/>
          </a:xfrm>
          <a:prstGeom prst="rect">
            <a:avLst/>
          </a:prstGeom>
          <a:noFill/>
          <a:ln>
            <a:noFill/>
          </a:ln>
        </p:spPr>
      </p:pic>
      <p:grpSp>
        <p:nvGrpSpPr>
          <p:cNvPr id="1216" name="Google Shape;1216;p48"/>
          <p:cNvGrpSpPr/>
          <p:nvPr/>
        </p:nvGrpSpPr>
        <p:grpSpPr>
          <a:xfrm>
            <a:off x="3598356" y="4328611"/>
            <a:ext cx="680585" cy="378043"/>
            <a:chOff x="2530094" y="2186304"/>
            <a:chExt cx="478536" cy="265811"/>
          </a:xfrm>
        </p:grpSpPr>
        <p:pic>
          <p:nvPicPr>
            <p:cNvPr id="1217" name="Google Shape;1217;p48"/>
            <p:cNvPicPr preferRelativeResize="0"/>
            <p:nvPr/>
          </p:nvPicPr>
          <p:blipFill rotWithShape="1">
            <a:blip r:embed="rId16">
              <a:alphaModFix/>
            </a:blip>
            <a:srcRect/>
            <a:stretch/>
          </p:blipFill>
          <p:spPr>
            <a:xfrm>
              <a:off x="2789174" y="2186304"/>
              <a:ext cx="219456" cy="259080"/>
            </a:xfrm>
            <a:prstGeom prst="rect">
              <a:avLst/>
            </a:prstGeom>
            <a:noFill/>
            <a:ln>
              <a:noFill/>
            </a:ln>
          </p:spPr>
        </p:pic>
        <p:pic>
          <p:nvPicPr>
            <p:cNvPr id="1218" name="Google Shape;1218;p48"/>
            <p:cNvPicPr preferRelativeResize="0"/>
            <p:nvPr/>
          </p:nvPicPr>
          <p:blipFill rotWithShape="1">
            <a:blip r:embed="rId17">
              <a:alphaModFix/>
            </a:blip>
            <a:srcRect/>
            <a:stretch/>
          </p:blipFill>
          <p:spPr>
            <a:xfrm>
              <a:off x="2530094" y="2193035"/>
              <a:ext cx="219456" cy="259080"/>
            </a:xfrm>
            <a:prstGeom prst="rect">
              <a:avLst/>
            </a:prstGeom>
            <a:noFill/>
            <a:ln>
              <a:noFill/>
            </a:ln>
          </p:spPr>
        </p:pic>
      </p:grpSp>
      <p:pic>
        <p:nvPicPr>
          <p:cNvPr id="1219" name="Google Shape;1219;p48"/>
          <p:cNvPicPr preferRelativeResize="0"/>
          <p:nvPr/>
        </p:nvPicPr>
        <p:blipFill rotWithShape="1">
          <a:blip r:embed="rId14">
            <a:alphaModFix/>
          </a:blip>
          <a:srcRect/>
          <a:stretch/>
        </p:blipFill>
        <p:spPr>
          <a:xfrm>
            <a:off x="4305852" y="3873985"/>
            <a:ext cx="312115" cy="368468"/>
          </a:xfrm>
          <a:prstGeom prst="rect">
            <a:avLst/>
          </a:prstGeom>
          <a:noFill/>
          <a:ln>
            <a:noFill/>
          </a:ln>
        </p:spPr>
      </p:pic>
      <p:pic>
        <p:nvPicPr>
          <p:cNvPr id="1220" name="Google Shape;1220;p48"/>
          <p:cNvPicPr preferRelativeResize="0"/>
          <p:nvPr/>
        </p:nvPicPr>
        <p:blipFill rotWithShape="1">
          <a:blip r:embed="rId18">
            <a:alphaModFix/>
          </a:blip>
          <a:srcRect/>
          <a:stretch/>
        </p:blipFill>
        <p:spPr>
          <a:xfrm>
            <a:off x="4695996" y="3869578"/>
            <a:ext cx="312114" cy="368902"/>
          </a:xfrm>
          <a:prstGeom prst="rect">
            <a:avLst/>
          </a:prstGeom>
          <a:noFill/>
          <a:ln>
            <a:noFill/>
          </a:ln>
        </p:spPr>
      </p:pic>
      <p:grpSp>
        <p:nvGrpSpPr>
          <p:cNvPr id="1221" name="Google Shape;1221;p48"/>
          <p:cNvGrpSpPr/>
          <p:nvPr/>
        </p:nvGrpSpPr>
        <p:grpSpPr>
          <a:xfrm>
            <a:off x="4314162" y="4319940"/>
            <a:ext cx="702259" cy="788958"/>
            <a:chOff x="3033395" y="2180208"/>
            <a:chExt cx="493776" cy="554736"/>
          </a:xfrm>
        </p:grpSpPr>
        <p:pic>
          <p:nvPicPr>
            <p:cNvPr id="1222" name="Google Shape;1222;p48"/>
            <p:cNvPicPr preferRelativeResize="0"/>
            <p:nvPr/>
          </p:nvPicPr>
          <p:blipFill rotWithShape="1">
            <a:blip r:embed="rId19">
              <a:alphaModFix/>
            </a:blip>
            <a:srcRect/>
            <a:stretch/>
          </p:blipFill>
          <p:spPr>
            <a:xfrm>
              <a:off x="3292475" y="2180208"/>
              <a:ext cx="219455" cy="259080"/>
            </a:xfrm>
            <a:prstGeom prst="rect">
              <a:avLst/>
            </a:prstGeom>
            <a:noFill/>
            <a:ln>
              <a:noFill/>
            </a:ln>
          </p:spPr>
        </p:pic>
        <p:pic>
          <p:nvPicPr>
            <p:cNvPr id="1223" name="Google Shape;1223;p48"/>
            <p:cNvPicPr preferRelativeResize="0"/>
            <p:nvPr/>
          </p:nvPicPr>
          <p:blipFill rotWithShape="1">
            <a:blip r:embed="rId14">
              <a:alphaModFix/>
            </a:blip>
            <a:srcRect/>
            <a:stretch/>
          </p:blipFill>
          <p:spPr>
            <a:xfrm>
              <a:off x="3033395" y="2186939"/>
              <a:ext cx="219456" cy="259080"/>
            </a:xfrm>
            <a:prstGeom prst="rect">
              <a:avLst/>
            </a:prstGeom>
            <a:noFill/>
            <a:ln>
              <a:noFill/>
            </a:ln>
          </p:spPr>
        </p:pic>
        <p:pic>
          <p:nvPicPr>
            <p:cNvPr id="1224" name="Google Shape;1224;p48"/>
            <p:cNvPicPr preferRelativeResize="0"/>
            <p:nvPr/>
          </p:nvPicPr>
          <p:blipFill rotWithShape="1">
            <a:blip r:embed="rId15">
              <a:alphaModFix/>
            </a:blip>
            <a:srcRect/>
            <a:stretch/>
          </p:blipFill>
          <p:spPr>
            <a:xfrm>
              <a:off x="3033395" y="2475864"/>
              <a:ext cx="219456" cy="259080"/>
            </a:xfrm>
            <a:prstGeom prst="rect">
              <a:avLst/>
            </a:prstGeom>
            <a:noFill/>
            <a:ln>
              <a:noFill/>
            </a:ln>
          </p:spPr>
        </p:pic>
        <p:pic>
          <p:nvPicPr>
            <p:cNvPr id="1225" name="Google Shape;1225;p48"/>
            <p:cNvPicPr preferRelativeResize="0"/>
            <p:nvPr/>
          </p:nvPicPr>
          <p:blipFill rotWithShape="1">
            <a:blip r:embed="rId15">
              <a:alphaModFix/>
            </a:blip>
            <a:srcRect/>
            <a:stretch/>
          </p:blipFill>
          <p:spPr>
            <a:xfrm>
              <a:off x="3307715" y="2472893"/>
              <a:ext cx="219456" cy="259384"/>
            </a:xfrm>
            <a:prstGeom prst="rect">
              <a:avLst/>
            </a:prstGeom>
            <a:noFill/>
            <a:ln>
              <a:noFill/>
            </a:ln>
          </p:spPr>
        </p:pic>
      </p:grpSp>
      <p:grpSp>
        <p:nvGrpSpPr>
          <p:cNvPr id="1226" name="Google Shape;1226;p48"/>
          <p:cNvGrpSpPr/>
          <p:nvPr/>
        </p:nvGrpSpPr>
        <p:grpSpPr>
          <a:xfrm>
            <a:off x="4321927" y="5186566"/>
            <a:ext cx="680585" cy="378043"/>
            <a:chOff x="3038855" y="2789554"/>
            <a:chExt cx="478536" cy="265811"/>
          </a:xfrm>
        </p:grpSpPr>
        <p:pic>
          <p:nvPicPr>
            <p:cNvPr id="1227" name="Google Shape;1227;p48"/>
            <p:cNvPicPr preferRelativeResize="0"/>
            <p:nvPr/>
          </p:nvPicPr>
          <p:blipFill rotWithShape="1">
            <a:blip r:embed="rId20">
              <a:alphaModFix/>
            </a:blip>
            <a:srcRect/>
            <a:stretch/>
          </p:blipFill>
          <p:spPr>
            <a:xfrm>
              <a:off x="3297935" y="2789554"/>
              <a:ext cx="219456" cy="259080"/>
            </a:xfrm>
            <a:prstGeom prst="rect">
              <a:avLst/>
            </a:prstGeom>
            <a:noFill/>
            <a:ln>
              <a:noFill/>
            </a:ln>
          </p:spPr>
        </p:pic>
        <p:pic>
          <p:nvPicPr>
            <p:cNvPr id="1228" name="Google Shape;1228;p48"/>
            <p:cNvPicPr preferRelativeResize="0"/>
            <p:nvPr/>
          </p:nvPicPr>
          <p:blipFill rotWithShape="1">
            <a:blip r:embed="rId18">
              <a:alphaModFix/>
            </a:blip>
            <a:srcRect/>
            <a:stretch/>
          </p:blipFill>
          <p:spPr>
            <a:xfrm>
              <a:off x="3038855" y="2796285"/>
              <a:ext cx="219456" cy="259080"/>
            </a:xfrm>
            <a:prstGeom prst="rect">
              <a:avLst/>
            </a:prstGeom>
            <a:noFill/>
            <a:ln>
              <a:noFill/>
            </a:ln>
          </p:spPr>
        </p:pic>
      </p:grpSp>
      <p:pic>
        <p:nvPicPr>
          <p:cNvPr id="1229" name="Google Shape;1229;p48"/>
          <p:cNvPicPr preferRelativeResize="0"/>
          <p:nvPr/>
        </p:nvPicPr>
        <p:blipFill rotWithShape="1">
          <a:blip r:embed="rId18">
            <a:alphaModFix/>
          </a:blip>
          <a:srcRect/>
          <a:stretch/>
        </p:blipFill>
        <p:spPr>
          <a:xfrm>
            <a:off x="3598356" y="4732591"/>
            <a:ext cx="312115" cy="368902"/>
          </a:xfrm>
          <a:prstGeom prst="rect">
            <a:avLst/>
          </a:prstGeom>
          <a:noFill/>
          <a:ln>
            <a:noFill/>
          </a:ln>
        </p:spPr>
      </p:pic>
      <p:pic>
        <p:nvPicPr>
          <p:cNvPr id="1230" name="Google Shape;1230;p48"/>
          <p:cNvPicPr preferRelativeResize="0"/>
          <p:nvPr/>
        </p:nvPicPr>
        <p:blipFill rotWithShape="1">
          <a:blip r:embed="rId15">
            <a:alphaModFix/>
          </a:blip>
          <a:srcRect/>
          <a:stretch/>
        </p:blipFill>
        <p:spPr>
          <a:xfrm>
            <a:off x="3988500" y="4728327"/>
            <a:ext cx="312115" cy="368469"/>
          </a:xfrm>
          <a:prstGeom prst="rect">
            <a:avLst/>
          </a:prstGeom>
          <a:noFill/>
          <a:ln>
            <a:noFill/>
          </a:ln>
        </p:spPr>
      </p:pic>
      <p:grpSp>
        <p:nvGrpSpPr>
          <p:cNvPr id="1231" name="Google Shape;1231;p48"/>
          <p:cNvGrpSpPr/>
          <p:nvPr/>
        </p:nvGrpSpPr>
        <p:grpSpPr>
          <a:xfrm>
            <a:off x="3606663" y="5178801"/>
            <a:ext cx="680585" cy="377861"/>
            <a:chOff x="2535935" y="2784094"/>
            <a:chExt cx="478536" cy="265683"/>
          </a:xfrm>
        </p:grpSpPr>
        <p:pic>
          <p:nvPicPr>
            <p:cNvPr id="1232" name="Google Shape;1232;p48"/>
            <p:cNvPicPr preferRelativeResize="0"/>
            <p:nvPr/>
          </p:nvPicPr>
          <p:blipFill rotWithShape="1">
            <a:blip r:embed="rId14">
              <a:alphaModFix/>
            </a:blip>
            <a:srcRect/>
            <a:stretch/>
          </p:blipFill>
          <p:spPr>
            <a:xfrm>
              <a:off x="2795015" y="2784094"/>
              <a:ext cx="219456" cy="259080"/>
            </a:xfrm>
            <a:prstGeom prst="rect">
              <a:avLst/>
            </a:prstGeom>
            <a:noFill/>
            <a:ln>
              <a:noFill/>
            </a:ln>
          </p:spPr>
        </p:pic>
        <p:pic>
          <p:nvPicPr>
            <p:cNvPr id="1233" name="Google Shape;1233;p48"/>
            <p:cNvPicPr preferRelativeResize="0"/>
            <p:nvPr/>
          </p:nvPicPr>
          <p:blipFill rotWithShape="1">
            <a:blip r:embed="rId20">
              <a:alphaModFix/>
            </a:blip>
            <a:srcRect/>
            <a:stretch/>
          </p:blipFill>
          <p:spPr>
            <a:xfrm>
              <a:off x="2535935" y="2790393"/>
              <a:ext cx="219456" cy="259384"/>
            </a:xfrm>
            <a:prstGeom prst="rect">
              <a:avLst/>
            </a:prstGeom>
            <a:noFill/>
            <a:ln>
              <a:noFill/>
            </a:ln>
          </p:spPr>
        </p:pic>
      </p:grpSp>
      <p:sp>
        <p:nvSpPr>
          <p:cNvPr id="2" name="Google Shape;1176;p47">
            <a:extLst>
              <a:ext uri="{FF2B5EF4-FFF2-40B4-BE49-F238E27FC236}">
                <a16:creationId xmlns:a16="http://schemas.microsoft.com/office/drawing/2014/main" id="{3F885A38-D16E-53F1-7B3F-FB776B188E37}"/>
              </a:ext>
            </a:extLst>
          </p:cNvPr>
          <p:cNvSpPr txBox="1"/>
          <p:nvPr/>
        </p:nvSpPr>
        <p:spPr>
          <a:xfrm>
            <a:off x="3754413" y="7002111"/>
            <a:ext cx="5745484"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dirty="0">
                <a:solidFill>
                  <a:srgbClr val="000000"/>
                </a:solidFill>
                <a:latin typeface="Palatino Linotype"/>
                <a:ea typeface="Palatino Linotype"/>
                <a:cs typeface="Palatino Linotype"/>
                <a:sym typeface="Palatino Linotype"/>
              </a:rPr>
              <a:t>What’s the result???</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1237"/>
        <p:cNvGrpSpPr/>
        <p:nvPr/>
      </p:nvGrpSpPr>
      <p:grpSpPr>
        <a:xfrm>
          <a:off x="0" y="0"/>
          <a:ext cx="0" cy="0"/>
          <a:chOff x="0" y="0"/>
          <a:chExt cx="0" cy="0"/>
        </a:xfrm>
      </p:grpSpPr>
      <p:grpSp>
        <p:nvGrpSpPr>
          <p:cNvPr id="1238" name="Google Shape;1238;p49"/>
          <p:cNvGrpSpPr/>
          <p:nvPr/>
        </p:nvGrpSpPr>
        <p:grpSpPr>
          <a:xfrm>
            <a:off x="6872314" y="4278579"/>
            <a:ext cx="832125" cy="851634"/>
            <a:chOff x="4832096" y="2151126"/>
            <a:chExt cx="585088" cy="598805"/>
          </a:xfrm>
        </p:grpSpPr>
        <p:sp>
          <p:nvSpPr>
            <p:cNvPr id="1239" name="Google Shape;1239;p49"/>
            <p:cNvSpPr/>
            <p:nvPr/>
          </p:nvSpPr>
          <p:spPr>
            <a:xfrm>
              <a:off x="4832096" y="2151126"/>
              <a:ext cx="267970" cy="305435"/>
            </a:xfrm>
            <a:custGeom>
              <a:avLst/>
              <a:gdLst/>
              <a:ahLst/>
              <a:cxnLst/>
              <a:rect l="l" t="t" r="r" b="b"/>
              <a:pathLst>
                <a:path w="267970" h="305435" extrusionOk="0">
                  <a:moveTo>
                    <a:pt x="267715" y="0"/>
                  </a:moveTo>
                  <a:lnTo>
                    <a:pt x="0" y="0"/>
                  </a:lnTo>
                  <a:lnTo>
                    <a:pt x="0" y="304926"/>
                  </a:lnTo>
                  <a:lnTo>
                    <a:pt x="267715" y="304926"/>
                  </a:lnTo>
                  <a:lnTo>
                    <a:pt x="267715" y="0"/>
                  </a:lnTo>
                  <a:close/>
                </a:path>
              </a:pathLst>
            </a:custGeom>
            <a:solidFill>
              <a:srgbClr val="F9C09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240" name="Google Shape;1240;p49"/>
            <p:cNvSpPr/>
            <p:nvPr/>
          </p:nvSpPr>
          <p:spPr>
            <a:xfrm>
              <a:off x="5099812" y="2154174"/>
              <a:ext cx="267970" cy="292735"/>
            </a:xfrm>
            <a:custGeom>
              <a:avLst/>
              <a:gdLst/>
              <a:ahLst/>
              <a:cxnLst/>
              <a:rect l="l" t="t" r="r" b="b"/>
              <a:pathLst>
                <a:path w="267970" h="292735" extrusionOk="0">
                  <a:moveTo>
                    <a:pt x="0" y="292595"/>
                  </a:moveTo>
                  <a:lnTo>
                    <a:pt x="267715" y="292595"/>
                  </a:lnTo>
                  <a:lnTo>
                    <a:pt x="267715" y="0"/>
                  </a:lnTo>
                  <a:lnTo>
                    <a:pt x="0" y="0"/>
                  </a:lnTo>
                  <a:lnTo>
                    <a:pt x="0" y="292595"/>
                  </a:lnTo>
                  <a:close/>
                </a:path>
              </a:pathLst>
            </a:custGeom>
            <a:solidFill>
              <a:srgbClr val="DBEDF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241" name="Google Shape;1241;p49"/>
            <p:cNvSpPr/>
            <p:nvPr/>
          </p:nvSpPr>
          <p:spPr>
            <a:xfrm>
              <a:off x="4835144" y="2444496"/>
              <a:ext cx="267970" cy="305435"/>
            </a:xfrm>
            <a:custGeom>
              <a:avLst/>
              <a:gdLst/>
              <a:ahLst/>
              <a:cxnLst/>
              <a:rect l="l" t="t" r="r" b="b"/>
              <a:pathLst>
                <a:path w="267970" h="305435" extrusionOk="0">
                  <a:moveTo>
                    <a:pt x="267715" y="0"/>
                  </a:moveTo>
                  <a:lnTo>
                    <a:pt x="0" y="0"/>
                  </a:lnTo>
                  <a:lnTo>
                    <a:pt x="0" y="304926"/>
                  </a:lnTo>
                  <a:lnTo>
                    <a:pt x="267715" y="304926"/>
                  </a:lnTo>
                  <a:lnTo>
                    <a:pt x="267715" y="0"/>
                  </a:lnTo>
                  <a:close/>
                </a:path>
              </a:pathLst>
            </a:custGeom>
            <a:solidFill>
              <a:srgbClr val="D6E3B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242" name="Google Shape;1242;p49"/>
            <p:cNvSpPr/>
            <p:nvPr/>
          </p:nvSpPr>
          <p:spPr>
            <a:xfrm>
              <a:off x="5099812" y="2446769"/>
              <a:ext cx="267970" cy="296545"/>
            </a:xfrm>
            <a:custGeom>
              <a:avLst/>
              <a:gdLst/>
              <a:ahLst/>
              <a:cxnLst/>
              <a:rect l="l" t="t" r="r" b="b"/>
              <a:pathLst>
                <a:path w="267970" h="296544" extrusionOk="0">
                  <a:moveTo>
                    <a:pt x="267715" y="0"/>
                  </a:moveTo>
                  <a:lnTo>
                    <a:pt x="0" y="0"/>
                  </a:lnTo>
                  <a:lnTo>
                    <a:pt x="0" y="296303"/>
                  </a:lnTo>
                  <a:lnTo>
                    <a:pt x="267715" y="296303"/>
                  </a:lnTo>
                  <a:lnTo>
                    <a:pt x="267715" y="0"/>
                  </a:lnTo>
                  <a:close/>
                </a:path>
              </a:pathLst>
            </a:custGeom>
            <a:solidFill>
              <a:srgbClr val="CCC1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243" name="Google Shape;1243;p49"/>
            <p:cNvSpPr/>
            <p:nvPr/>
          </p:nvSpPr>
          <p:spPr>
            <a:xfrm>
              <a:off x="4832096" y="2151126"/>
              <a:ext cx="535940" cy="591820"/>
            </a:xfrm>
            <a:custGeom>
              <a:avLst/>
              <a:gdLst/>
              <a:ahLst/>
              <a:cxnLst/>
              <a:rect l="l" t="t" r="r" b="b"/>
              <a:pathLst>
                <a:path w="535939" h="591819" extrusionOk="0">
                  <a:moveTo>
                    <a:pt x="0" y="591312"/>
                  </a:moveTo>
                  <a:lnTo>
                    <a:pt x="535431" y="591312"/>
                  </a:lnTo>
                  <a:lnTo>
                    <a:pt x="535431" y="0"/>
                  </a:lnTo>
                  <a:lnTo>
                    <a:pt x="0" y="0"/>
                  </a:lnTo>
                  <a:lnTo>
                    <a:pt x="0" y="591312"/>
                  </a:lnTo>
                  <a:close/>
                </a:path>
                <a:path w="535939" h="591819" extrusionOk="0">
                  <a:moveTo>
                    <a:pt x="0" y="295656"/>
                  </a:moveTo>
                  <a:lnTo>
                    <a:pt x="535431" y="295656"/>
                  </a:lnTo>
                </a:path>
                <a:path w="535939" h="591819" extrusionOk="0">
                  <a:moveTo>
                    <a:pt x="267715" y="0"/>
                  </a:moveTo>
                  <a:lnTo>
                    <a:pt x="267715" y="591312"/>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244" name="Google Shape;1244;p49"/>
            <p:cNvPicPr preferRelativeResize="0"/>
            <p:nvPr/>
          </p:nvPicPr>
          <p:blipFill rotWithShape="1">
            <a:blip r:embed="rId3">
              <a:alphaModFix/>
            </a:blip>
            <a:srcRect/>
            <a:stretch/>
          </p:blipFill>
          <p:spPr>
            <a:xfrm>
              <a:off x="4910328" y="2173224"/>
              <a:ext cx="220065" cy="266700"/>
            </a:xfrm>
            <a:prstGeom prst="rect">
              <a:avLst/>
            </a:prstGeom>
            <a:noFill/>
            <a:ln>
              <a:noFill/>
            </a:ln>
          </p:spPr>
        </p:pic>
        <p:pic>
          <p:nvPicPr>
            <p:cNvPr id="1245" name="Google Shape;1245;p49"/>
            <p:cNvPicPr preferRelativeResize="0"/>
            <p:nvPr/>
          </p:nvPicPr>
          <p:blipFill rotWithShape="1">
            <a:blip r:embed="rId4">
              <a:alphaModFix/>
            </a:blip>
            <a:srcRect/>
            <a:stretch/>
          </p:blipFill>
          <p:spPr>
            <a:xfrm>
              <a:off x="5179441" y="2167128"/>
              <a:ext cx="219456" cy="266700"/>
            </a:xfrm>
            <a:prstGeom prst="rect">
              <a:avLst/>
            </a:prstGeom>
            <a:noFill/>
            <a:ln>
              <a:noFill/>
            </a:ln>
          </p:spPr>
        </p:pic>
        <p:pic>
          <p:nvPicPr>
            <p:cNvPr id="1246" name="Google Shape;1246;p49"/>
            <p:cNvPicPr preferRelativeResize="0"/>
            <p:nvPr/>
          </p:nvPicPr>
          <p:blipFill rotWithShape="1">
            <a:blip r:embed="rId5">
              <a:alphaModFix/>
            </a:blip>
            <a:srcRect/>
            <a:stretch/>
          </p:blipFill>
          <p:spPr>
            <a:xfrm>
              <a:off x="5197729" y="2465832"/>
              <a:ext cx="219455" cy="266700"/>
            </a:xfrm>
            <a:prstGeom prst="rect">
              <a:avLst/>
            </a:prstGeom>
            <a:noFill/>
            <a:ln>
              <a:noFill/>
            </a:ln>
          </p:spPr>
        </p:pic>
        <p:pic>
          <p:nvPicPr>
            <p:cNvPr id="1247" name="Google Shape;1247;p49"/>
            <p:cNvPicPr preferRelativeResize="0"/>
            <p:nvPr/>
          </p:nvPicPr>
          <p:blipFill rotWithShape="1">
            <a:blip r:embed="rId6">
              <a:alphaModFix/>
            </a:blip>
            <a:srcRect/>
            <a:stretch/>
          </p:blipFill>
          <p:spPr>
            <a:xfrm>
              <a:off x="4926203" y="2462784"/>
              <a:ext cx="220065" cy="266700"/>
            </a:xfrm>
            <a:prstGeom prst="rect">
              <a:avLst/>
            </a:prstGeom>
            <a:noFill/>
            <a:ln>
              <a:noFill/>
            </a:ln>
          </p:spPr>
        </p:pic>
      </p:grpSp>
      <p:graphicFrame>
        <p:nvGraphicFramePr>
          <p:cNvPr id="1248" name="Google Shape;1248;p49"/>
          <p:cNvGraphicFramePr/>
          <p:nvPr/>
        </p:nvGraphicFramePr>
        <p:xfrm>
          <a:off x="3491698" y="3845699"/>
          <a:ext cx="1477475" cy="1732175"/>
        </p:xfrm>
        <a:graphic>
          <a:graphicData uri="http://schemas.openxmlformats.org/drawingml/2006/table">
            <a:tbl>
              <a:tblPr firstRow="1" bandRow="1">
                <a:noFill/>
                <a:tableStyleId>{6F84EB96-A106-4A15-B49F-ACFDD6C5B9B5}</a:tableStyleId>
              </a:tblPr>
              <a:tblGrid>
                <a:gridCol w="359425">
                  <a:extLst>
                    <a:ext uri="{9D8B030D-6E8A-4147-A177-3AD203B41FA5}">
                      <a16:colId xmlns:a16="http://schemas.microsoft.com/office/drawing/2014/main" val="20000"/>
                    </a:ext>
                  </a:extLst>
                </a:gridCol>
                <a:gridCol w="379300">
                  <a:extLst>
                    <a:ext uri="{9D8B030D-6E8A-4147-A177-3AD203B41FA5}">
                      <a16:colId xmlns:a16="http://schemas.microsoft.com/office/drawing/2014/main" val="20001"/>
                    </a:ext>
                  </a:extLst>
                </a:gridCol>
                <a:gridCol w="369375">
                  <a:extLst>
                    <a:ext uri="{9D8B030D-6E8A-4147-A177-3AD203B41FA5}">
                      <a16:colId xmlns:a16="http://schemas.microsoft.com/office/drawing/2014/main" val="20002"/>
                    </a:ext>
                  </a:extLst>
                </a:gridCol>
                <a:gridCol w="369375">
                  <a:extLst>
                    <a:ext uri="{9D8B030D-6E8A-4147-A177-3AD203B41FA5}">
                      <a16:colId xmlns:a16="http://schemas.microsoft.com/office/drawing/2014/main" val="20003"/>
                    </a:ext>
                  </a:extLst>
                </a:gridCol>
              </a:tblGrid>
              <a:tr h="4298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extLst>
                  <a:ext uri="{0D108BD9-81ED-4DB2-BD59-A6C34878D82A}">
                    <a16:rowId xmlns:a16="http://schemas.microsoft.com/office/drawing/2014/main" val="10000"/>
                  </a:ext>
                </a:extLst>
              </a:tr>
              <a:tr h="4362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9C090"/>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BEDF4"/>
                    </a:solidFill>
                  </a:tcPr>
                </a:tc>
                <a:extLst>
                  <a:ext uri="{0D108BD9-81ED-4DB2-BD59-A6C34878D82A}">
                    <a16:rowId xmlns:a16="http://schemas.microsoft.com/office/drawing/2014/main" val="10001"/>
                  </a:ext>
                </a:extLst>
              </a:tr>
              <a:tr h="4037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extLst>
                  <a:ext uri="{0D108BD9-81ED-4DB2-BD59-A6C34878D82A}">
                    <a16:rowId xmlns:a16="http://schemas.microsoft.com/office/drawing/2014/main" val="10002"/>
                  </a:ext>
                </a:extLst>
              </a:tr>
              <a:tr h="4624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6E3BC"/>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CCC1DA"/>
                    </a:solidFill>
                  </a:tcPr>
                </a:tc>
                <a:extLst>
                  <a:ext uri="{0D108BD9-81ED-4DB2-BD59-A6C34878D82A}">
                    <a16:rowId xmlns:a16="http://schemas.microsoft.com/office/drawing/2014/main" val="10003"/>
                  </a:ext>
                </a:extLst>
              </a:tr>
            </a:tbl>
          </a:graphicData>
        </a:graphic>
      </p:graphicFrame>
      <p:pic>
        <p:nvPicPr>
          <p:cNvPr id="1249" name="Google Shape;1249;p49"/>
          <p:cNvPicPr preferRelativeResize="0"/>
          <p:nvPr/>
        </p:nvPicPr>
        <p:blipFill rotWithShape="1">
          <a:blip r:embed="rId7">
            <a:alphaModFix/>
          </a:blip>
          <a:srcRect/>
          <a:stretch/>
        </p:blipFill>
        <p:spPr>
          <a:xfrm>
            <a:off x="3590588" y="3882656"/>
            <a:ext cx="312115" cy="368468"/>
          </a:xfrm>
          <a:prstGeom prst="rect">
            <a:avLst/>
          </a:prstGeom>
          <a:noFill/>
          <a:ln>
            <a:noFill/>
          </a:ln>
        </p:spPr>
      </p:pic>
      <p:grpSp>
        <p:nvGrpSpPr>
          <p:cNvPr id="1250" name="Google Shape;1250;p49"/>
          <p:cNvGrpSpPr/>
          <p:nvPr/>
        </p:nvGrpSpPr>
        <p:grpSpPr>
          <a:xfrm>
            <a:off x="3980732" y="3873984"/>
            <a:ext cx="637235" cy="373166"/>
            <a:chOff x="2798952" y="1866645"/>
            <a:chExt cx="448056" cy="262382"/>
          </a:xfrm>
        </p:grpSpPr>
        <p:pic>
          <p:nvPicPr>
            <p:cNvPr id="1251" name="Google Shape;1251;p49"/>
            <p:cNvPicPr preferRelativeResize="0"/>
            <p:nvPr/>
          </p:nvPicPr>
          <p:blipFill rotWithShape="1">
            <a:blip r:embed="rId8">
              <a:alphaModFix/>
            </a:blip>
            <a:srcRect/>
            <a:stretch/>
          </p:blipFill>
          <p:spPr>
            <a:xfrm>
              <a:off x="2798952" y="1869643"/>
              <a:ext cx="219456" cy="259384"/>
            </a:xfrm>
            <a:prstGeom prst="rect">
              <a:avLst/>
            </a:prstGeom>
            <a:noFill/>
            <a:ln>
              <a:noFill/>
            </a:ln>
          </p:spPr>
        </p:pic>
        <p:pic>
          <p:nvPicPr>
            <p:cNvPr id="1252" name="Google Shape;1252;p49"/>
            <p:cNvPicPr preferRelativeResize="0"/>
            <p:nvPr/>
          </p:nvPicPr>
          <p:blipFill rotWithShape="1">
            <a:blip r:embed="rId7">
              <a:alphaModFix/>
            </a:blip>
            <a:srcRect/>
            <a:stretch/>
          </p:blipFill>
          <p:spPr>
            <a:xfrm>
              <a:off x="3027552" y="1866645"/>
              <a:ext cx="219456" cy="259079"/>
            </a:xfrm>
            <a:prstGeom prst="rect">
              <a:avLst/>
            </a:prstGeom>
            <a:noFill/>
            <a:ln>
              <a:noFill/>
            </a:ln>
          </p:spPr>
        </p:pic>
      </p:grpSp>
      <p:grpSp>
        <p:nvGrpSpPr>
          <p:cNvPr id="1253" name="Google Shape;1253;p49"/>
          <p:cNvGrpSpPr/>
          <p:nvPr/>
        </p:nvGrpSpPr>
        <p:grpSpPr>
          <a:xfrm>
            <a:off x="3598356" y="4309105"/>
            <a:ext cx="1418066" cy="799795"/>
            <a:chOff x="2530094" y="2172589"/>
            <a:chExt cx="997077" cy="562356"/>
          </a:xfrm>
        </p:grpSpPr>
        <p:pic>
          <p:nvPicPr>
            <p:cNvPr id="1254" name="Google Shape;1254;p49"/>
            <p:cNvPicPr preferRelativeResize="0"/>
            <p:nvPr/>
          </p:nvPicPr>
          <p:blipFill rotWithShape="1">
            <a:blip r:embed="rId9">
              <a:alphaModFix/>
            </a:blip>
            <a:srcRect/>
            <a:stretch/>
          </p:blipFill>
          <p:spPr>
            <a:xfrm>
              <a:off x="2789174" y="2178685"/>
              <a:ext cx="219456" cy="266700"/>
            </a:xfrm>
            <a:prstGeom prst="rect">
              <a:avLst/>
            </a:prstGeom>
            <a:noFill/>
            <a:ln>
              <a:noFill/>
            </a:ln>
          </p:spPr>
        </p:pic>
        <p:pic>
          <p:nvPicPr>
            <p:cNvPr id="1255" name="Google Shape;1255;p49"/>
            <p:cNvPicPr preferRelativeResize="0"/>
            <p:nvPr/>
          </p:nvPicPr>
          <p:blipFill rotWithShape="1">
            <a:blip r:embed="rId10">
              <a:alphaModFix/>
            </a:blip>
            <a:srcRect/>
            <a:stretch/>
          </p:blipFill>
          <p:spPr>
            <a:xfrm>
              <a:off x="2530094" y="2193036"/>
              <a:ext cx="219456" cy="259080"/>
            </a:xfrm>
            <a:prstGeom prst="rect">
              <a:avLst/>
            </a:prstGeom>
            <a:noFill/>
            <a:ln>
              <a:noFill/>
            </a:ln>
          </p:spPr>
        </p:pic>
        <p:pic>
          <p:nvPicPr>
            <p:cNvPr id="1256" name="Google Shape;1256;p49"/>
            <p:cNvPicPr preferRelativeResize="0"/>
            <p:nvPr/>
          </p:nvPicPr>
          <p:blipFill rotWithShape="1">
            <a:blip r:embed="rId4">
              <a:alphaModFix/>
            </a:blip>
            <a:srcRect/>
            <a:stretch/>
          </p:blipFill>
          <p:spPr>
            <a:xfrm>
              <a:off x="3292475" y="2172589"/>
              <a:ext cx="219455" cy="266700"/>
            </a:xfrm>
            <a:prstGeom prst="rect">
              <a:avLst/>
            </a:prstGeom>
            <a:noFill/>
            <a:ln>
              <a:noFill/>
            </a:ln>
          </p:spPr>
        </p:pic>
        <p:pic>
          <p:nvPicPr>
            <p:cNvPr id="1257" name="Google Shape;1257;p49"/>
            <p:cNvPicPr preferRelativeResize="0"/>
            <p:nvPr/>
          </p:nvPicPr>
          <p:blipFill rotWithShape="1">
            <a:blip r:embed="rId7">
              <a:alphaModFix/>
            </a:blip>
            <a:srcRect/>
            <a:stretch/>
          </p:blipFill>
          <p:spPr>
            <a:xfrm>
              <a:off x="3033395" y="2186940"/>
              <a:ext cx="219456" cy="259080"/>
            </a:xfrm>
            <a:prstGeom prst="rect">
              <a:avLst/>
            </a:prstGeom>
            <a:noFill/>
            <a:ln>
              <a:noFill/>
            </a:ln>
          </p:spPr>
        </p:pic>
        <p:pic>
          <p:nvPicPr>
            <p:cNvPr id="1258" name="Google Shape;1258;p49"/>
            <p:cNvPicPr preferRelativeResize="0"/>
            <p:nvPr/>
          </p:nvPicPr>
          <p:blipFill rotWithShape="1">
            <a:blip r:embed="rId8">
              <a:alphaModFix/>
            </a:blip>
            <a:srcRect/>
            <a:stretch/>
          </p:blipFill>
          <p:spPr>
            <a:xfrm>
              <a:off x="3033395" y="2475865"/>
              <a:ext cx="219456" cy="259080"/>
            </a:xfrm>
            <a:prstGeom prst="rect">
              <a:avLst/>
            </a:prstGeom>
            <a:noFill/>
            <a:ln>
              <a:noFill/>
            </a:ln>
          </p:spPr>
        </p:pic>
        <p:pic>
          <p:nvPicPr>
            <p:cNvPr id="1259" name="Google Shape;1259;p49"/>
            <p:cNvPicPr preferRelativeResize="0"/>
            <p:nvPr/>
          </p:nvPicPr>
          <p:blipFill rotWithShape="1">
            <a:blip r:embed="rId8">
              <a:alphaModFix/>
            </a:blip>
            <a:srcRect/>
            <a:stretch/>
          </p:blipFill>
          <p:spPr>
            <a:xfrm>
              <a:off x="3307715" y="2472893"/>
              <a:ext cx="219456" cy="259384"/>
            </a:xfrm>
            <a:prstGeom prst="rect">
              <a:avLst/>
            </a:prstGeom>
            <a:noFill/>
            <a:ln>
              <a:noFill/>
            </a:ln>
          </p:spPr>
        </p:pic>
        <p:pic>
          <p:nvPicPr>
            <p:cNvPr id="1260" name="Google Shape;1260;p49"/>
            <p:cNvPicPr preferRelativeResize="0"/>
            <p:nvPr/>
          </p:nvPicPr>
          <p:blipFill rotWithShape="1">
            <a:blip r:embed="rId11">
              <a:alphaModFix/>
            </a:blip>
            <a:srcRect/>
            <a:stretch/>
          </p:blipFill>
          <p:spPr>
            <a:xfrm>
              <a:off x="2530094" y="2470353"/>
              <a:ext cx="219456" cy="259384"/>
            </a:xfrm>
            <a:prstGeom prst="rect">
              <a:avLst/>
            </a:prstGeom>
            <a:noFill/>
            <a:ln>
              <a:noFill/>
            </a:ln>
          </p:spPr>
        </p:pic>
        <p:pic>
          <p:nvPicPr>
            <p:cNvPr id="1261" name="Google Shape;1261;p49"/>
            <p:cNvPicPr preferRelativeResize="0"/>
            <p:nvPr/>
          </p:nvPicPr>
          <p:blipFill rotWithShape="1">
            <a:blip r:embed="rId8">
              <a:alphaModFix/>
            </a:blip>
            <a:srcRect/>
            <a:stretch/>
          </p:blipFill>
          <p:spPr>
            <a:xfrm>
              <a:off x="2804414" y="2467356"/>
              <a:ext cx="219456" cy="259080"/>
            </a:xfrm>
            <a:prstGeom prst="rect">
              <a:avLst/>
            </a:prstGeom>
            <a:noFill/>
            <a:ln>
              <a:noFill/>
            </a:ln>
          </p:spPr>
        </p:pic>
      </p:grpSp>
      <p:pic>
        <p:nvPicPr>
          <p:cNvPr id="1262" name="Google Shape;1262;p49"/>
          <p:cNvPicPr preferRelativeResize="0"/>
          <p:nvPr/>
        </p:nvPicPr>
        <p:blipFill rotWithShape="1">
          <a:blip r:embed="rId11">
            <a:alphaModFix/>
          </a:blip>
          <a:srcRect/>
          <a:stretch/>
        </p:blipFill>
        <p:spPr>
          <a:xfrm>
            <a:off x="4695996" y="3869578"/>
            <a:ext cx="312114" cy="368902"/>
          </a:xfrm>
          <a:prstGeom prst="rect">
            <a:avLst/>
          </a:prstGeom>
          <a:noFill/>
          <a:ln>
            <a:noFill/>
          </a:ln>
        </p:spPr>
      </p:pic>
      <p:grpSp>
        <p:nvGrpSpPr>
          <p:cNvPr id="1263" name="Google Shape;1263;p49"/>
          <p:cNvGrpSpPr/>
          <p:nvPr/>
        </p:nvGrpSpPr>
        <p:grpSpPr>
          <a:xfrm>
            <a:off x="3606663" y="5175730"/>
            <a:ext cx="1395849" cy="388880"/>
            <a:chOff x="2535935" y="2781935"/>
            <a:chExt cx="981456" cy="273431"/>
          </a:xfrm>
        </p:grpSpPr>
        <p:pic>
          <p:nvPicPr>
            <p:cNvPr id="1264" name="Google Shape;1264;p49"/>
            <p:cNvPicPr preferRelativeResize="0"/>
            <p:nvPr/>
          </p:nvPicPr>
          <p:blipFill rotWithShape="1">
            <a:blip r:embed="rId5">
              <a:alphaModFix/>
            </a:blip>
            <a:srcRect/>
            <a:stretch/>
          </p:blipFill>
          <p:spPr>
            <a:xfrm>
              <a:off x="3297935" y="2781935"/>
              <a:ext cx="219456" cy="266700"/>
            </a:xfrm>
            <a:prstGeom prst="rect">
              <a:avLst/>
            </a:prstGeom>
            <a:noFill/>
            <a:ln>
              <a:noFill/>
            </a:ln>
          </p:spPr>
        </p:pic>
        <p:pic>
          <p:nvPicPr>
            <p:cNvPr id="1265" name="Google Shape;1265;p49"/>
            <p:cNvPicPr preferRelativeResize="0"/>
            <p:nvPr/>
          </p:nvPicPr>
          <p:blipFill rotWithShape="1">
            <a:blip r:embed="rId11">
              <a:alphaModFix/>
            </a:blip>
            <a:srcRect/>
            <a:stretch/>
          </p:blipFill>
          <p:spPr>
            <a:xfrm>
              <a:off x="3038855" y="2796286"/>
              <a:ext cx="219456" cy="259080"/>
            </a:xfrm>
            <a:prstGeom prst="rect">
              <a:avLst/>
            </a:prstGeom>
            <a:noFill/>
            <a:ln>
              <a:noFill/>
            </a:ln>
          </p:spPr>
        </p:pic>
        <p:pic>
          <p:nvPicPr>
            <p:cNvPr id="1266" name="Google Shape;1266;p49"/>
            <p:cNvPicPr preferRelativeResize="0"/>
            <p:nvPr/>
          </p:nvPicPr>
          <p:blipFill rotWithShape="1">
            <a:blip r:embed="rId7">
              <a:alphaModFix/>
            </a:blip>
            <a:srcRect/>
            <a:stretch/>
          </p:blipFill>
          <p:spPr>
            <a:xfrm>
              <a:off x="2795015" y="2784094"/>
              <a:ext cx="219456" cy="259080"/>
            </a:xfrm>
            <a:prstGeom prst="rect">
              <a:avLst/>
            </a:prstGeom>
            <a:noFill/>
            <a:ln>
              <a:noFill/>
            </a:ln>
          </p:spPr>
        </p:pic>
        <p:pic>
          <p:nvPicPr>
            <p:cNvPr id="1267" name="Google Shape;1267;p49"/>
            <p:cNvPicPr preferRelativeResize="0"/>
            <p:nvPr/>
          </p:nvPicPr>
          <p:blipFill rotWithShape="1">
            <a:blip r:embed="rId5">
              <a:alphaModFix/>
            </a:blip>
            <a:srcRect/>
            <a:stretch/>
          </p:blipFill>
          <p:spPr>
            <a:xfrm>
              <a:off x="2535935" y="2782773"/>
              <a:ext cx="219456" cy="267004"/>
            </a:xfrm>
            <a:prstGeom prst="rect">
              <a:avLst/>
            </a:prstGeom>
            <a:noFill/>
            <a:ln>
              <a:noFill/>
            </a:ln>
          </p:spPr>
        </p:pic>
      </p:grpSp>
      <p:grpSp>
        <p:nvGrpSpPr>
          <p:cNvPr id="1268" name="Google Shape;1268;p49"/>
          <p:cNvGrpSpPr/>
          <p:nvPr/>
        </p:nvGrpSpPr>
        <p:grpSpPr>
          <a:xfrm>
            <a:off x="780289" y="1764065"/>
            <a:ext cx="10917165" cy="707026"/>
            <a:chOff x="548640" y="383108"/>
            <a:chExt cx="7676132" cy="497128"/>
          </a:xfrm>
        </p:grpSpPr>
        <p:pic>
          <p:nvPicPr>
            <p:cNvPr id="1269" name="Google Shape;1269;p49"/>
            <p:cNvPicPr preferRelativeResize="0"/>
            <p:nvPr/>
          </p:nvPicPr>
          <p:blipFill rotWithShape="1">
            <a:blip r:embed="rId12">
              <a:alphaModFix/>
            </a:blip>
            <a:srcRect/>
            <a:stretch/>
          </p:blipFill>
          <p:spPr>
            <a:xfrm>
              <a:off x="548640" y="383108"/>
              <a:ext cx="423672" cy="497128"/>
            </a:xfrm>
            <a:prstGeom prst="rect">
              <a:avLst/>
            </a:prstGeom>
            <a:noFill/>
            <a:ln>
              <a:noFill/>
            </a:ln>
          </p:spPr>
        </p:pic>
        <p:pic>
          <p:nvPicPr>
            <p:cNvPr id="1270" name="Google Shape;1270;p49"/>
            <p:cNvPicPr preferRelativeResize="0"/>
            <p:nvPr/>
          </p:nvPicPr>
          <p:blipFill rotWithShape="1">
            <a:blip r:embed="rId13">
              <a:alphaModFix/>
            </a:blip>
            <a:srcRect/>
            <a:stretch/>
          </p:blipFill>
          <p:spPr>
            <a:xfrm>
              <a:off x="760476" y="462356"/>
              <a:ext cx="976477" cy="396544"/>
            </a:xfrm>
            <a:prstGeom prst="rect">
              <a:avLst/>
            </a:prstGeom>
            <a:noFill/>
            <a:ln>
              <a:noFill/>
            </a:ln>
          </p:spPr>
        </p:pic>
        <p:pic>
          <p:nvPicPr>
            <p:cNvPr id="1271" name="Google Shape;1271;p49"/>
            <p:cNvPicPr preferRelativeResize="0"/>
            <p:nvPr/>
          </p:nvPicPr>
          <p:blipFill rotWithShape="1">
            <a:blip r:embed="rId14">
              <a:alphaModFix/>
            </a:blip>
            <a:srcRect/>
            <a:stretch/>
          </p:blipFill>
          <p:spPr>
            <a:xfrm>
              <a:off x="1691893" y="383108"/>
              <a:ext cx="408431" cy="497128"/>
            </a:xfrm>
            <a:prstGeom prst="rect">
              <a:avLst/>
            </a:prstGeom>
            <a:noFill/>
            <a:ln>
              <a:noFill/>
            </a:ln>
          </p:spPr>
        </p:pic>
        <p:pic>
          <p:nvPicPr>
            <p:cNvPr id="1272" name="Google Shape;1272;p49"/>
            <p:cNvPicPr preferRelativeResize="0"/>
            <p:nvPr/>
          </p:nvPicPr>
          <p:blipFill rotWithShape="1">
            <a:blip r:embed="rId15">
              <a:alphaModFix/>
            </a:blip>
            <a:srcRect/>
            <a:stretch/>
          </p:blipFill>
          <p:spPr>
            <a:xfrm>
              <a:off x="1896109" y="462356"/>
              <a:ext cx="1092047" cy="396544"/>
            </a:xfrm>
            <a:prstGeom prst="rect">
              <a:avLst/>
            </a:prstGeom>
            <a:noFill/>
            <a:ln>
              <a:noFill/>
            </a:ln>
          </p:spPr>
        </p:pic>
        <p:pic>
          <p:nvPicPr>
            <p:cNvPr id="1273" name="Google Shape;1273;p49"/>
            <p:cNvPicPr preferRelativeResize="0"/>
            <p:nvPr/>
          </p:nvPicPr>
          <p:blipFill rotWithShape="1">
            <a:blip r:embed="rId16">
              <a:alphaModFix/>
            </a:blip>
            <a:srcRect/>
            <a:stretch/>
          </p:blipFill>
          <p:spPr>
            <a:xfrm>
              <a:off x="2932429" y="383108"/>
              <a:ext cx="475488" cy="497128"/>
            </a:xfrm>
            <a:prstGeom prst="rect">
              <a:avLst/>
            </a:prstGeom>
            <a:noFill/>
            <a:ln>
              <a:noFill/>
            </a:ln>
          </p:spPr>
        </p:pic>
        <p:pic>
          <p:nvPicPr>
            <p:cNvPr id="1274" name="Google Shape;1274;p49"/>
            <p:cNvPicPr preferRelativeResize="0"/>
            <p:nvPr/>
          </p:nvPicPr>
          <p:blipFill rotWithShape="1">
            <a:blip r:embed="rId17">
              <a:alphaModFix/>
            </a:blip>
            <a:srcRect/>
            <a:stretch/>
          </p:blipFill>
          <p:spPr>
            <a:xfrm>
              <a:off x="3249803" y="462356"/>
              <a:ext cx="1304925" cy="396544"/>
            </a:xfrm>
            <a:prstGeom prst="rect">
              <a:avLst/>
            </a:prstGeom>
            <a:noFill/>
            <a:ln>
              <a:noFill/>
            </a:ln>
          </p:spPr>
        </p:pic>
        <p:pic>
          <p:nvPicPr>
            <p:cNvPr id="1275" name="Google Shape;1275;p49"/>
            <p:cNvPicPr preferRelativeResize="0"/>
            <p:nvPr/>
          </p:nvPicPr>
          <p:blipFill rotWithShape="1">
            <a:blip r:embed="rId18">
              <a:alphaModFix/>
            </a:blip>
            <a:srcRect/>
            <a:stretch/>
          </p:blipFill>
          <p:spPr>
            <a:xfrm>
              <a:off x="4391279" y="383108"/>
              <a:ext cx="704545" cy="497128"/>
            </a:xfrm>
            <a:prstGeom prst="rect">
              <a:avLst/>
            </a:prstGeom>
            <a:noFill/>
            <a:ln>
              <a:noFill/>
            </a:ln>
          </p:spPr>
        </p:pic>
        <p:pic>
          <p:nvPicPr>
            <p:cNvPr id="1276" name="Google Shape;1276;p49"/>
            <p:cNvPicPr preferRelativeResize="0"/>
            <p:nvPr/>
          </p:nvPicPr>
          <p:blipFill rotWithShape="1">
            <a:blip r:embed="rId19">
              <a:alphaModFix/>
            </a:blip>
            <a:srcRect/>
            <a:stretch/>
          </p:blipFill>
          <p:spPr>
            <a:xfrm>
              <a:off x="4860670" y="462356"/>
              <a:ext cx="1725295" cy="396544"/>
            </a:xfrm>
            <a:prstGeom prst="rect">
              <a:avLst/>
            </a:prstGeom>
            <a:noFill/>
            <a:ln>
              <a:noFill/>
            </a:ln>
          </p:spPr>
        </p:pic>
        <p:pic>
          <p:nvPicPr>
            <p:cNvPr id="1277" name="Google Shape;1277;p49"/>
            <p:cNvPicPr preferRelativeResize="0"/>
            <p:nvPr/>
          </p:nvPicPr>
          <p:blipFill rotWithShape="1">
            <a:blip r:embed="rId20">
              <a:alphaModFix/>
            </a:blip>
            <a:srcRect/>
            <a:stretch/>
          </p:blipFill>
          <p:spPr>
            <a:xfrm>
              <a:off x="6529705" y="383108"/>
              <a:ext cx="435864" cy="497128"/>
            </a:xfrm>
            <a:prstGeom prst="rect">
              <a:avLst/>
            </a:prstGeom>
            <a:noFill/>
            <a:ln>
              <a:noFill/>
            </a:ln>
          </p:spPr>
        </p:pic>
        <p:pic>
          <p:nvPicPr>
            <p:cNvPr id="1278" name="Google Shape;1278;p49"/>
            <p:cNvPicPr preferRelativeResize="0"/>
            <p:nvPr/>
          </p:nvPicPr>
          <p:blipFill rotWithShape="1">
            <a:blip r:embed="rId21">
              <a:alphaModFix/>
            </a:blip>
            <a:srcRect/>
            <a:stretch/>
          </p:blipFill>
          <p:spPr>
            <a:xfrm>
              <a:off x="6747636" y="462356"/>
              <a:ext cx="1425067" cy="396544"/>
            </a:xfrm>
            <a:prstGeom prst="rect">
              <a:avLst/>
            </a:prstGeom>
            <a:noFill/>
            <a:ln>
              <a:noFill/>
            </a:ln>
          </p:spPr>
        </p:pic>
        <p:pic>
          <p:nvPicPr>
            <p:cNvPr id="1279" name="Google Shape;1279;p49"/>
            <p:cNvPicPr preferRelativeResize="0"/>
            <p:nvPr/>
          </p:nvPicPr>
          <p:blipFill rotWithShape="1">
            <a:blip r:embed="rId22">
              <a:alphaModFix/>
            </a:blip>
            <a:srcRect/>
            <a:stretch/>
          </p:blipFill>
          <p:spPr>
            <a:xfrm>
              <a:off x="8014461" y="383108"/>
              <a:ext cx="210311" cy="497128"/>
            </a:xfrm>
            <a:prstGeom prst="rect">
              <a:avLst/>
            </a:prstGeom>
            <a:noFill/>
            <a:ln>
              <a:noFill/>
            </a:ln>
          </p:spPr>
        </p:pic>
      </p:grpSp>
      <p:grpSp>
        <p:nvGrpSpPr>
          <p:cNvPr id="1280" name="Google Shape;1280;p49"/>
          <p:cNvGrpSpPr/>
          <p:nvPr/>
        </p:nvGrpSpPr>
        <p:grpSpPr>
          <a:xfrm>
            <a:off x="3526468" y="6914002"/>
            <a:ext cx="4744583" cy="368468"/>
            <a:chOff x="2479548" y="4004157"/>
            <a:chExt cx="3336035" cy="259079"/>
          </a:xfrm>
        </p:grpSpPr>
        <p:pic>
          <p:nvPicPr>
            <p:cNvPr id="1281" name="Google Shape;1281;p49"/>
            <p:cNvPicPr preferRelativeResize="0"/>
            <p:nvPr/>
          </p:nvPicPr>
          <p:blipFill rotWithShape="1">
            <a:blip r:embed="rId23">
              <a:alphaModFix/>
            </a:blip>
            <a:srcRect/>
            <a:stretch/>
          </p:blipFill>
          <p:spPr>
            <a:xfrm>
              <a:off x="2479548" y="4004157"/>
              <a:ext cx="451104" cy="259079"/>
            </a:xfrm>
            <a:prstGeom prst="rect">
              <a:avLst/>
            </a:prstGeom>
            <a:noFill/>
            <a:ln>
              <a:noFill/>
            </a:ln>
          </p:spPr>
        </p:pic>
        <p:pic>
          <p:nvPicPr>
            <p:cNvPr id="1282" name="Google Shape;1282;p49"/>
            <p:cNvPicPr preferRelativeResize="0"/>
            <p:nvPr/>
          </p:nvPicPr>
          <p:blipFill rotWithShape="1">
            <a:blip r:embed="rId24">
              <a:alphaModFix/>
            </a:blip>
            <a:srcRect/>
            <a:stretch/>
          </p:blipFill>
          <p:spPr>
            <a:xfrm>
              <a:off x="2817876" y="4004157"/>
              <a:ext cx="152400" cy="259079"/>
            </a:xfrm>
            <a:prstGeom prst="rect">
              <a:avLst/>
            </a:prstGeom>
            <a:noFill/>
            <a:ln>
              <a:noFill/>
            </a:ln>
          </p:spPr>
        </p:pic>
        <p:pic>
          <p:nvPicPr>
            <p:cNvPr id="1283" name="Google Shape;1283;p49"/>
            <p:cNvPicPr preferRelativeResize="0"/>
            <p:nvPr/>
          </p:nvPicPr>
          <p:blipFill rotWithShape="1">
            <a:blip r:embed="rId25">
              <a:alphaModFix/>
            </a:blip>
            <a:srcRect/>
            <a:stretch/>
          </p:blipFill>
          <p:spPr>
            <a:xfrm>
              <a:off x="2894076" y="4004157"/>
              <a:ext cx="2921507" cy="259079"/>
            </a:xfrm>
            <a:prstGeom prst="rect">
              <a:avLst/>
            </a:prstGeom>
            <a:noFill/>
            <a:ln>
              <a:noFill/>
            </a:ln>
          </p:spPr>
        </p:pic>
      </p:grpSp>
      <p:sp>
        <p:nvSpPr>
          <p:cNvPr id="1284" name="Google Shape;1284;p49"/>
          <p:cNvSpPr txBox="1"/>
          <p:nvPr/>
        </p:nvSpPr>
        <p:spPr>
          <a:xfrm>
            <a:off x="3693638" y="5805602"/>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4 x 4</a:t>
            </a:r>
            <a:endParaRPr/>
          </a:p>
        </p:txBody>
      </p:sp>
      <p:sp>
        <p:nvSpPr>
          <p:cNvPr id="1285" name="Google Shape;1285;p49"/>
          <p:cNvSpPr txBox="1"/>
          <p:nvPr/>
        </p:nvSpPr>
        <p:spPr>
          <a:xfrm>
            <a:off x="6765804" y="5735047"/>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2 x 2</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1289"/>
        <p:cNvGrpSpPr/>
        <p:nvPr/>
      </p:nvGrpSpPr>
      <p:grpSpPr>
        <a:xfrm>
          <a:off x="0" y="0"/>
          <a:ext cx="0" cy="0"/>
          <a:chOff x="0" y="0"/>
          <a:chExt cx="0" cy="0"/>
        </a:xfrm>
      </p:grpSpPr>
      <p:pic>
        <p:nvPicPr>
          <p:cNvPr id="1290" name="Google Shape;1290;p50"/>
          <p:cNvPicPr preferRelativeResize="0"/>
          <p:nvPr/>
        </p:nvPicPr>
        <p:blipFill rotWithShape="1">
          <a:blip r:embed="rId3">
            <a:alphaModFix/>
          </a:blip>
          <a:srcRect/>
          <a:stretch/>
        </p:blipFill>
        <p:spPr>
          <a:xfrm>
            <a:off x="6958472" y="4067250"/>
            <a:ext cx="312114" cy="379307"/>
          </a:xfrm>
          <a:prstGeom prst="rect">
            <a:avLst/>
          </a:prstGeom>
          <a:noFill/>
          <a:ln>
            <a:noFill/>
          </a:ln>
        </p:spPr>
      </p:pic>
      <p:graphicFrame>
        <p:nvGraphicFramePr>
          <p:cNvPr id="1291" name="Google Shape;1291;p50"/>
          <p:cNvGraphicFramePr/>
          <p:nvPr/>
        </p:nvGraphicFramePr>
        <p:xfrm>
          <a:off x="3491698" y="3845699"/>
          <a:ext cx="1477475" cy="1732175"/>
        </p:xfrm>
        <a:graphic>
          <a:graphicData uri="http://schemas.openxmlformats.org/drawingml/2006/table">
            <a:tbl>
              <a:tblPr firstRow="1" bandRow="1">
                <a:noFill/>
                <a:tableStyleId>{6F84EB96-A106-4A15-B49F-ACFDD6C5B9B5}</a:tableStyleId>
              </a:tblPr>
              <a:tblGrid>
                <a:gridCol w="359425">
                  <a:extLst>
                    <a:ext uri="{9D8B030D-6E8A-4147-A177-3AD203B41FA5}">
                      <a16:colId xmlns:a16="http://schemas.microsoft.com/office/drawing/2014/main" val="20000"/>
                    </a:ext>
                  </a:extLst>
                </a:gridCol>
                <a:gridCol w="379300">
                  <a:extLst>
                    <a:ext uri="{9D8B030D-6E8A-4147-A177-3AD203B41FA5}">
                      <a16:colId xmlns:a16="http://schemas.microsoft.com/office/drawing/2014/main" val="20001"/>
                    </a:ext>
                  </a:extLst>
                </a:gridCol>
                <a:gridCol w="369375">
                  <a:extLst>
                    <a:ext uri="{9D8B030D-6E8A-4147-A177-3AD203B41FA5}">
                      <a16:colId xmlns:a16="http://schemas.microsoft.com/office/drawing/2014/main" val="20002"/>
                    </a:ext>
                  </a:extLst>
                </a:gridCol>
                <a:gridCol w="369375">
                  <a:extLst>
                    <a:ext uri="{9D8B030D-6E8A-4147-A177-3AD203B41FA5}">
                      <a16:colId xmlns:a16="http://schemas.microsoft.com/office/drawing/2014/main" val="20003"/>
                    </a:ext>
                  </a:extLst>
                </a:gridCol>
              </a:tblGrid>
              <a:tr h="4298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362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37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24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292" name="Google Shape;1292;p50"/>
          <p:cNvGraphicFramePr/>
          <p:nvPr/>
        </p:nvGraphicFramePr>
        <p:xfrm>
          <a:off x="6844949" y="4059574"/>
          <a:ext cx="1033150" cy="1137925"/>
        </p:xfrm>
        <a:graphic>
          <a:graphicData uri="http://schemas.openxmlformats.org/drawingml/2006/table">
            <a:tbl>
              <a:tblPr firstRow="1" bandRow="1">
                <a:noFill/>
                <a:tableStyleId>{6F84EB96-A106-4A15-B49F-ACFDD6C5B9B5}</a:tableStyleId>
              </a:tblPr>
              <a:tblGrid>
                <a:gridCol w="363050">
                  <a:extLst>
                    <a:ext uri="{9D8B030D-6E8A-4147-A177-3AD203B41FA5}">
                      <a16:colId xmlns:a16="http://schemas.microsoft.com/office/drawing/2014/main" val="20000"/>
                    </a:ext>
                  </a:extLst>
                </a:gridCol>
                <a:gridCol w="355825">
                  <a:extLst>
                    <a:ext uri="{9D8B030D-6E8A-4147-A177-3AD203B41FA5}">
                      <a16:colId xmlns:a16="http://schemas.microsoft.com/office/drawing/2014/main" val="20001"/>
                    </a:ext>
                  </a:extLst>
                </a:gridCol>
                <a:gridCol w="314275">
                  <a:extLst>
                    <a:ext uri="{9D8B030D-6E8A-4147-A177-3AD203B41FA5}">
                      <a16:colId xmlns:a16="http://schemas.microsoft.com/office/drawing/2014/main" val="20002"/>
                    </a:ext>
                  </a:extLst>
                </a:gridCol>
              </a:tblGrid>
              <a:tr h="36215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91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66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293" name="Google Shape;1293;p50"/>
          <p:cNvPicPr preferRelativeResize="0"/>
          <p:nvPr/>
        </p:nvPicPr>
        <p:blipFill rotWithShape="1">
          <a:blip r:embed="rId4">
            <a:alphaModFix/>
          </a:blip>
          <a:srcRect/>
          <a:stretch/>
        </p:blipFill>
        <p:spPr>
          <a:xfrm>
            <a:off x="3590588" y="3882656"/>
            <a:ext cx="312115" cy="368468"/>
          </a:xfrm>
          <a:prstGeom prst="rect">
            <a:avLst/>
          </a:prstGeom>
          <a:noFill/>
          <a:ln>
            <a:noFill/>
          </a:ln>
        </p:spPr>
      </p:pic>
      <p:pic>
        <p:nvPicPr>
          <p:cNvPr id="1294" name="Google Shape;1294;p50"/>
          <p:cNvPicPr preferRelativeResize="0"/>
          <p:nvPr/>
        </p:nvPicPr>
        <p:blipFill rotWithShape="1">
          <a:blip r:embed="rId5">
            <a:alphaModFix/>
          </a:blip>
          <a:srcRect/>
          <a:stretch/>
        </p:blipFill>
        <p:spPr>
          <a:xfrm>
            <a:off x="3980732" y="3878248"/>
            <a:ext cx="312115" cy="368902"/>
          </a:xfrm>
          <a:prstGeom prst="rect">
            <a:avLst/>
          </a:prstGeom>
          <a:noFill/>
          <a:ln>
            <a:noFill/>
          </a:ln>
        </p:spPr>
      </p:pic>
      <p:pic>
        <p:nvPicPr>
          <p:cNvPr id="1295" name="Google Shape;1295;p50"/>
          <p:cNvPicPr preferRelativeResize="0"/>
          <p:nvPr/>
        </p:nvPicPr>
        <p:blipFill rotWithShape="1">
          <a:blip r:embed="rId3">
            <a:alphaModFix/>
          </a:blip>
          <a:srcRect/>
          <a:stretch/>
        </p:blipFill>
        <p:spPr>
          <a:xfrm>
            <a:off x="3966824" y="4317774"/>
            <a:ext cx="312115" cy="379307"/>
          </a:xfrm>
          <a:prstGeom prst="rect">
            <a:avLst/>
          </a:prstGeom>
          <a:noFill/>
          <a:ln>
            <a:noFill/>
          </a:ln>
        </p:spPr>
      </p:pic>
      <p:pic>
        <p:nvPicPr>
          <p:cNvPr id="1296" name="Google Shape;1296;p50"/>
          <p:cNvPicPr preferRelativeResize="0"/>
          <p:nvPr/>
        </p:nvPicPr>
        <p:blipFill rotWithShape="1">
          <a:blip r:embed="rId6">
            <a:alphaModFix/>
          </a:blip>
          <a:srcRect/>
          <a:stretch/>
        </p:blipFill>
        <p:spPr>
          <a:xfrm>
            <a:off x="3598356" y="4338183"/>
            <a:ext cx="312115" cy="368469"/>
          </a:xfrm>
          <a:prstGeom prst="rect">
            <a:avLst/>
          </a:prstGeom>
          <a:noFill/>
          <a:ln>
            <a:noFill/>
          </a:ln>
        </p:spPr>
      </p:pic>
      <p:pic>
        <p:nvPicPr>
          <p:cNvPr id="1297" name="Google Shape;1297;p50"/>
          <p:cNvPicPr preferRelativeResize="0"/>
          <p:nvPr/>
        </p:nvPicPr>
        <p:blipFill rotWithShape="1">
          <a:blip r:embed="rId4">
            <a:alphaModFix/>
          </a:blip>
          <a:srcRect/>
          <a:stretch/>
        </p:blipFill>
        <p:spPr>
          <a:xfrm>
            <a:off x="4305852" y="3873985"/>
            <a:ext cx="312115" cy="368468"/>
          </a:xfrm>
          <a:prstGeom prst="rect">
            <a:avLst/>
          </a:prstGeom>
          <a:noFill/>
          <a:ln>
            <a:noFill/>
          </a:ln>
        </p:spPr>
      </p:pic>
      <p:pic>
        <p:nvPicPr>
          <p:cNvPr id="1298" name="Google Shape;1298;p50"/>
          <p:cNvPicPr preferRelativeResize="0"/>
          <p:nvPr/>
        </p:nvPicPr>
        <p:blipFill rotWithShape="1">
          <a:blip r:embed="rId7">
            <a:alphaModFix/>
          </a:blip>
          <a:srcRect/>
          <a:stretch/>
        </p:blipFill>
        <p:spPr>
          <a:xfrm>
            <a:off x="4695996" y="3869578"/>
            <a:ext cx="312114" cy="368902"/>
          </a:xfrm>
          <a:prstGeom prst="rect">
            <a:avLst/>
          </a:prstGeom>
          <a:noFill/>
          <a:ln>
            <a:noFill/>
          </a:ln>
        </p:spPr>
      </p:pic>
      <p:pic>
        <p:nvPicPr>
          <p:cNvPr id="1299" name="Google Shape;1299;p50"/>
          <p:cNvPicPr preferRelativeResize="0"/>
          <p:nvPr/>
        </p:nvPicPr>
        <p:blipFill rotWithShape="1">
          <a:blip r:embed="rId8">
            <a:alphaModFix/>
          </a:blip>
          <a:srcRect/>
          <a:stretch/>
        </p:blipFill>
        <p:spPr>
          <a:xfrm>
            <a:off x="4682632" y="4319940"/>
            <a:ext cx="312114" cy="368469"/>
          </a:xfrm>
          <a:prstGeom prst="rect">
            <a:avLst/>
          </a:prstGeom>
          <a:noFill/>
          <a:ln>
            <a:noFill/>
          </a:ln>
        </p:spPr>
      </p:pic>
      <p:pic>
        <p:nvPicPr>
          <p:cNvPr id="1300" name="Google Shape;1300;p50"/>
          <p:cNvPicPr preferRelativeResize="0"/>
          <p:nvPr/>
        </p:nvPicPr>
        <p:blipFill rotWithShape="1">
          <a:blip r:embed="rId4">
            <a:alphaModFix/>
          </a:blip>
          <a:srcRect/>
          <a:stretch/>
        </p:blipFill>
        <p:spPr>
          <a:xfrm>
            <a:off x="4314162" y="4329513"/>
            <a:ext cx="312115" cy="368469"/>
          </a:xfrm>
          <a:prstGeom prst="rect">
            <a:avLst/>
          </a:prstGeom>
          <a:noFill/>
          <a:ln>
            <a:noFill/>
          </a:ln>
        </p:spPr>
      </p:pic>
      <p:pic>
        <p:nvPicPr>
          <p:cNvPr id="1301" name="Google Shape;1301;p50"/>
          <p:cNvPicPr preferRelativeResize="0"/>
          <p:nvPr/>
        </p:nvPicPr>
        <p:blipFill rotWithShape="1">
          <a:blip r:embed="rId5">
            <a:alphaModFix/>
          </a:blip>
          <a:srcRect/>
          <a:stretch/>
        </p:blipFill>
        <p:spPr>
          <a:xfrm>
            <a:off x="4314162" y="4740429"/>
            <a:ext cx="312115" cy="368469"/>
          </a:xfrm>
          <a:prstGeom prst="rect">
            <a:avLst/>
          </a:prstGeom>
          <a:noFill/>
          <a:ln>
            <a:noFill/>
          </a:ln>
        </p:spPr>
      </p:pic>
      <p:pic>
        <p:nvPicPr>
          <p:cNvPr id="1302" name="Google Shape;1302;p50"/>
          <p:cNvPicPr preferRelativeResize="0"/>
          <p:nvPr/>
        </p:nvPicPr>
        <p:blipFill rotWithShape="1">
          <a:blip r:embed="rId5">
            <a:alphaModFix/>
          </a:blip>
          <a:srcRect/>
          <a:stretch/>
        </p:blipFill>
        <p:spPr>
          <a:xfrm>
            <a:off x="4704306" y="4736203"/>
            <a:ext cx="312115" cy="368902"/>
          </a:xfrm>
          <a:prstGeom prst="rect">
            <a:avLst/>
          </a:prstGeom>
          <a:noFill/>
          <a:ln>
            <a:noFill/>
          </a:ln>
        </p:spPr>
      </p:pic>
      <p:pic>
        <p:nvPicPr>
          <p:cNvPr id="1303" name="Google Shape;1303;p50"/>
          <p:cNvPicPr preferRelativeResize="0"/>
          <p:nvPr/>
        </p:nvPicPr>
        <p:blipFill rotWithShape="1">
          <a:blip r:embed="rId9">
            <a:alphaModFix/>
          </a:blip>
          <a:srcRect/>
          <a:stretch/>
        </p:blipFill>
        <p:spPr>
          <a:xfrm>
            <a:off x="4690397" y="5186566"/>
            <a:ext cx="312115" cy="368469"/>
          </a:xfrm>
          <a:prstGeom prst="rect">
            <a:avLst/>
          </a:prstGeom>
          <a:noFill/>
          <a:ln>
            <a:noFill/>
          </a:ln>
        </p:spPr>
      </p:pic>
      <p:pic>
        <p:nvPicPr>
          <p:cNvPr id="1304" name="Google Shape;1304;p50"/>
          <p:cNvPicPr preferRelativeResize="0"/>
          <p:nvPr/>
        </p:nvPicPr>
        <p:blipFill rotWithShape="1">
          <a:blip r:embed="rId7">
            <a:alphaModFix/>
          </a:blip>
          <a:srcRect/>
          <a:stretch/>
        </p:blipFill>
        <p:spPr>
          <a:xfrm>
            <a:off x="4321927" y="5196139"/>
            <a:ext cx="312115" cy="368469"/>
          </a:xfrm>
          <a:prstGeom prst="rect">
            <a:avLst/>
          </a:prstGeom>
          <a:noFill/>
          <a:ln>
            <a:noFill/>
          </a:ln>
        </p:spPr>
      </p:pic>
      <p:pic>
        <p:nvPicPr>
          <p:cNvPr id="1305" name="Google Shape;1305;p50"/>
          <p:cNvPicPr preferRelativeResize="0"/>
          <p:nvPr/>
        </p:nvPicPr>
        <p:blipFill rotWithShape="1">
          <a:blip r:embed="rId7">
            <a:alphaModFix/>
          </a:blip>
          <a:srcRect/>
          <a:stretch/>
        </p:blipFill>
        <p:spPr>
          <a:xfrm>
            <a:off x="3598356" y="4732591"/>
            <a:ext cx="312115" cy="368902"/>
          </a:xfrm>
          <a:prstGeom prst="rect">
            <a:avLst/>
          </a:prstGeom>
          <a:noFill/>
          <a:ln>
            <a:noFill/>
          </a:ln>
        </p:spPr>
      </p:pic>
      <p:pic>
        <p:nvPicPr>
          <p:cNvPr id="1306" name="Google Shape;1306;p50"/>
          <p:cNvPicPr preferRelativeResize="0"/>
          <p:nvPr/>
        </p:nvPicPr>
        <p:blipFill rotWithShape="1">
          <a:blip r:embed="rId5">
            <a:alphaModFix/>
          </a:blip>
          <a:srcRect/>
          <a:stretch/>
        </p:blipFill>
        <p:spPr>
          <a:xfrm>
            <a:off x="3988500" y="4728327"/>
            <a:ext cx="312115" cy="368469"/>
          </a:xfrm>
          <a:prstGeom prst="rect">
            <a:avLst/>
          </a:prstGeom>
          <a:noFill/>
          <a:ln>
            <a:noFill/>
          </a:ln>
        </p:spPr>
      </p:pic>
      <p:grpSp>
        <p:nvGrpSpPr>
          <p:cNvPr id="1307" name="Google Shape;1307;p50"/>
          <p:cNvGrpSpPr/>
          <p:nvPr/>
        </p:nvGrpSpPr>
        <p:grpSpPr>
          <a:xfrm>
            <a:off x="3606663" y="5178801"/>
            <a:ext cx="680585" cy="377861"/>
            <a:chOff x="2535935" y="2784094"/>
            <a:chExt cx="478536" cy="265683"/>
          </a:xfrm>
        </p:grpSpPr>
        <p:pic>
          <p:nvPicPr>
            <p:cNvPr id="1308" name="Google Shape;1308;p50"/>
            <p:cNvPicPr preferRelativeResize="0"/>
            <p:nvPr/>
          </p:nvPicPr>
          <p:blipFill rotWithShape="1">
            <a:blip r:embed="rId4">
              <a:alphaModFix/>
            </a:blip>
            <a:srcRect/>
            <a:stretch/>
          </p:blipFill>
          <p:spPr>
            <a:xfrm>
              <a:off x="2795015" y="2784094"/>
              <a:ext cx="219456" cy="259080"/>
            </a:xfrm>
            <a:prstGeom prst="rect">
              <a:avLst/>
            </a:prstGeom>
            <a:noFill/>
            <a:ln>
              <a:noFill/>
            </a:ln>
          </p:spPr>
        </p:pic>
        <p:pic>
          <p:nvPicPr>
            <p:cNvPr id="1309" name="Google Shape;1309;p50"/>
            <p:cNvPicPr preferRelativeResize="0"/>
            <p:nvPr/>
          </p:nvPicPr>
          <p:blipFill rotWithShape="1">
            <a:blip r:embed="rId9">
              <a:alphaModFix/>
            </a:blip>
            <a:srcRect/>
            <a:stretch/>
          </p:blipFill>
          <p:spPr>
            <a:xfrm>
              <a:off x="2535935" y="2790393"/>
              <a:ext cx="219456" cy="259384"/>
            </a:xfrm>
            <a:prstGeom prst="rect">
              <a:avLst/>
            </a:prstGeom>
            <a:noFill/>
            <a:ln>
              <a:noFill/>
            </a:ln>
          </p:spPr>
        </p:pic>
      </p:grpSp>
      <p:grpSp>
        <p:nvGrpSpPr>
          <p:cNvPr id="1310" name="Google Shape;1310;p50"/>
          <p:cNvGrpSpPr/>
          <p:nvPr/>
        </p:nvGrpSpPr>
        <p:grpSpPr>
          <a:xfrm>
            <a:off x="780289" y="1764065"/>
            <a:ext cx="10917165" cy="707026"/>
            <a:chOff x="548640" y="383108"/>
            <a:chExt cx="7676132" cy="497128"/>
          </a:xfrm>
        </p:grpSpPr>
        <p:pic>
          <p:nvPicPr>
            <p:cNvPr id="1311" name="Google Shape;1311;p50"/>
            <p:cNvPicPr preferRelativeResize="0"/>
            <p:nvPr/>
          </p:nvPicPr>
          <p:blipFill rotWithShape="1">
            <a:blip r:embed="rId10">
              <a:alphaModFix/>
            </a:blip>
            <a:srcRect/>
            <a:stretch/>
          </p:blipFill>
          <p:spPr>
            <a:xfrm>
              <a:off x="548640" y="383108"/>
              <a:ext cx="423672" cy="497128"/>
            </a:xfrm>
            <a:prstGeom prst="rect">
              <a:avLst/>
            </a:prstGeom>
            <a:noFill/>
            <a:ln>
              <a:noFill/>
            </a:ln>
          </p:spPr>
        </p:pic>
        <p:pic>
          <p:nvPicPr>
            <p:cNvPr id="1312" name="Google Shape;1312;p50"/>
            <p:cNvPicPr preferRelativeResize="0"/>
            <p:nvPr/>
          </p:nvPicPr>
          <p:blipFill rotWithShape="1">
            <a:blip r:embed="rId11">
              <a:alphaModFix/>
            </a:blip>
            <a:srcRect/>
            <a:stretch/>
          </p:blipFill>
          <p:spPr>
            <a:xfrm>
              <a:off x="760476" y="462356"/>
              <a:ext cx="976477" cy="396544"/>
            </a:xfrm>
            <a:prstGeom prst="rect">
              <a:avLst/>
            </a:prstGeom>
            <a:noFill/>
            <a:ln>
              <a:noFill/>
            </a:ln>
          </p:spPr>
        </p:pic>
        <p:pic>
          <p:nvPicPr>
            <p:cNvPr id="1313" name="Google Shape;1313;p50"/>
            <p:cNvPicPr preferRelativeResize="0"/>
            <p:nvPr/>
          </p:nvPicPr>
          <p:blipFill rotWithShape="1">
            <a:blip r:embed="rId12">
              <a:alphaModFix/>
            </a:blip>
            <a:srcRect/>
            <a:stretch/>
          </p:blipFill>
          <p:spPr>
            <a:xfrm>
              <a:off x="1691893" y="383108"/>
              <a:ext cx="408431" cy="497128"/>
            </a:xfrm>
            <a:prstGeom prst="rect">
              <a:avLst/>
            </a:prstGeom>
            <a:noFill/>
            <a:ln>
              <a:noFill/>
            </a:ln>
          </p:spPr>
        </p:pic>
        <p:pic>
          <p:nvPicPr>
            <p:cNvPr id="1314" name="Google Shape;1314;p50"/>
            <p:cNvPicPr preferRelativeResize="0"/>
            <p:nvPr/>
          </p:nvPicPr>
          <p:blipFill rotWithShape="1">
            <a:blip r:embed="rId13">
              <a:alphaModFix/>
            </a:blip>
            <a:srcRect/>
            <a:stretch/>
          </p:blipFill>
          <p:spPr>
            <a:xfrm>
              <a:off x="1896109" y="462356"/>
              <a:ext cx="1092047" cy="396544"/>
            </a:xfrm>
            <a:prstGeom prst="rect">
              <a:avLst/>
            </a:prstGeom>
            <a:noFill/>
            <a:ln>
              <a:noFill/>
            </a:ln>
          </p:spPr>
        </p:pic>
        <p:pic>
          <p:nvPicPr>
            <p:cNvPr id="1315" name="Google Shape;1315;p50"/>
            <p:cNvPicPr preferRelativeResize="0"/>
            <p:nvPr/>
          </p:nvPicPr>
          <p:blipFill rotWithShape="1">
            <a:blip r:embed="rId14">
              <a:alphaModFix/>
            </a:blip>
            <a:srcRect/>
            <a:stretch/>
          </p:blipFill>
          <p:spPr>
            <a:xfrm>
              <a:off x="2932429" y="383108"/>
              <a:ext cx="475488" cy="497128"/>
            </a:xfrm>
            <a:prstGeom prst="rect">
              <a:avLst/>
            </a:prstGeom>
            <a:noFill/>
            <a:ln>
              <a:noFill/>
            </a:ln>
          </p:spPr>
        </p:pic>
        <p:pic>
          <p:nvPicPr>
            <p:cNvPr id="1316" name="Google Shape;1316;p50"/>
            <p:cNvPicPr preferRelativeResize="0"/>
            <p:nvPr/>
          </p:nvPicPr>
          <p:blipFill rotWithShape="1">
            <a:blip r:embed="rId15">
              <a:alphaModFix/>
            </a:blip>
            <a:srcRect/>
            <a:stretch/>
          </p:blipFill>
          <p:spPr>
            <a:xfrm>
              <a:off x="3249803" y="462356"/>
              <a:ext cx="1304925" cy="396544"/>
            </a:xfrm>
            <a:prstGeom prst="rect">
              <a:avLst/>
            </a:prstGeom>
            <a:noFill/>
            <a:ln>
              <a:noFill/>
            </a:ln>
          </p:spPr>
        </p:pic>
        <p:pic>
          <p:nvPicPr>
            <p:cNvPr id="1317" name="Google Shape;1317;p50"/>
            <p:cNvPicPr preferRelativeResize="0"/>
            <p:nvPr/>
          </p:nvPicPr>
          <p:blipFill rotWithShape="1">
            <a:blip r:embed="rId16">
              <a:alphaModFix/>
            </a:blip>
            <a:srcRect/>
            <a:stretch/>
          </p:blipFill>
          <p:spPr>
            <a:xfrm>
              <a:off x="4391279" y="383108"/>
              <a:ext cx="704545" cy="497128"/>
            </a:xfrm>
            <a:prstGeom prst="rect">
              <a:avLst/>
            </a:prstGeom>
            <a:noFill/>
            <a:ln>
              <a:noFill/>
            </a:ln>
          </p:spPr>
        </p:pic>
        <p:pic>
          <p:nvPicPr>
            <p:cNvPr id="1318" name="Google Shape;1318;p50"/>
            <p:cNvPicPr preferRelativeResize="0"/>
            <p:nvPr/>
          </p:nvPicPr>
          <p:blipFill rotWithShape="1">
            <a:blip r:embed="rId17">
              <a:alphaModFix/>
            </a:blip>
            <a:srcRect/>
            <a:stretch/>
          </p:blipFill>
          <p:spPr>
            <a:xfrm>
              <a:off x="4860670" y="462356"/>
              <a:ext cx="1725295" cy="396544"/>
            </a:xfrm>
            <a:prstGeom prst="rect">
              <a:avLst/>
            </a:prstGeom>
            <a:noFill/>
            <a:ln>
              <a:noFill/>
            </a:ln>
          </p:spPr>
        </p:pic>
        <p:pic>
          <p:nvPicPr>
            <p:cNvPr id="1319" name="Google Shape;1319;p50"/>
            <p:cNvPicPr preferRelativeResize="0"/>
            <p:nvPr/>
          </p:nvPicPr>
          <p:blipFill rotWithShape="1">
            <a:blip r:embed="rId18">
              <a:alphaModFix/>
            </a:blip>
            <a:srcRect/>
            <a:stretch/>
          </p:blipFill>
          <p:spPr>
            <a:xfrm>
              <a:off x="6529705" y="383108"/>
              <a:ext cx="435864" cy="497128"/>
            </a:xfrm>
            <a:prstGeom prst="rect">
              <a:avLst/>
            </a:prstGeom>
            <a:noFill/>
            <a:ln>
              <a:noFill/>
            </a:ln>
          </p:spPr>
        </p:pic>
        <p:pic>
          <p:nvPicPr>
            <p:cNvPr id="1320" name="Google Shape;1320;p50"/>
            <p:cNvPicPr preferRelativeResize="0"/>
            <p:nvPr/>
          </p:nvPicPr>
          <p:blipFill rotWithShape="1">
            <a:blip r:embed="rId19">
              <a:alphaModFix/>
            </a:blip>
            <a:srcRect/>
            <a:stretch/>
          </p:blipFill>
          <p:spPr>
            <a:xfrm>
              <a:off x="6747636" y="462356"/>
              <a:ext cx="1425067" cy="396544"/>
            </a:xfrm>
            <a:prstGeom prst="rect">
              <a:avLst/>
            </a:prstGeom>
            <a:noFill/>
            <a:ln>
              <a:noFill/>
            </a:ln>
          </p:spPr>
        </p:pic>
        <p:pic>
          <p:nvPicPr>
            <p:cNvPr id="1321" name="Google Shape;1321;p50"/>
            <p:cNvPicPr preferRelativeResize="0"/>
            <p:nvPr/>
          </p:nvPicPr>
          <p:blipFill rotWithShape="1">
            <a:blip r:embed="rId20">
              <a:alphaModFix/>
            </a:blip>
            <a:srcRect/>
            <a:stretch/>
          </p:blipFill>
          <p:spPr>
            <a:xfrm>
              <a:off x="8014461" y="383108"/>
              <a:ext cx="210311" cy="497128"/>
            </a:xfrm>
            <a:prstGeom prst="rect">
              <a:avLst/>
            </a:prstGeom>
            <a:noFill/>
            <a:ln>
              <a:noFill/>
            </a:ln>
          </p:spPr>
        </p:pic>
      </p:grpSp>
      <p:grpSp>
        <p:nvGrpSpPr>
          <p:cNvPr id="1322" name="Google Shape;1322;p50"/>
          <p:cNvGrpSpPr/>
          <p:nvPr/>
        </p:nvGrpSpPr>
        <p:grpSpPr>
          <a:xfrm>
            <a:off x="3526468" y="6914002"/>
            <a:ext cx="4744583" cy="368468"/>
            <a:chOff x="2479548" y="4004157"/>
            <a:chExt cx="3336035" cy="259079"/>
          </a:xfrm>
        </p:grpSpPr>
        <p:pic>
          <p:nvPicPr>
            <p:cNvPr id="1323" name="Google Shape;1323;p50"/>
            <p:cNvPicPr preferRelativeResize="0"/>
            <p:nvPr/>
          </p:nvPicPr>
          <p:blipFill rotWithShape="1">
            <a:blip r:embed="rId21">
              <a:alphaModFix/>
            </a:blip>
            <a:srcRect/>
            <a:stretch/>
          </p:blipFill>
          <p:spPr>
            <a:xfrm>
              <a:off x="2479548" y="4004157"/>
              <a:ext cx="451104" cy="259079"/>
            </a:xfrm>
            <a:prstGeom prst="rect">
              <a:avLst/>
            </a:prstGeom>
            <a:noFill/>
            <a:ln>
              <a:noFill/>
            </a:ln>
          </p:spPr>
        </p:pic>
        <p:pic>
          <p:nvPicPr>
            <p:cNvPr id="1324" name="Google Shape;1324;p50"/>
            <p:cNvPicPr preferRelativeResize="0"/>
            <p:nvPr/>
          </p:nvPicPr>
          <p:blipFill rotWithShape="1">
            <a:blip r:embed="rId22">
              <a:alphaModFix/>
            </a:blip>
            <a:srcRect/>
            <a:stretch/>
          </p:blipFill>
          <p:spPr>
            <a:xfrm>
              <a:off x="2817876" y="4004157"/>
              <a:ext cx="152400" cy="259079"/>
            </a:xfrm>
            <a:prstGeom prst="rect">
              <a:avLst/>
            </a:prstGeom>
            <a:noFill/>
            <a:ln>
              <a:noFill/>
            </a:ln>
          </p:spPr>
        </p:pic>
        <p:pic>
          <p:nvPicPr>
            <p:cNvPr id="1325" name="Google Shape;1325;p50"/>
            <p:cNvPicPr preferRelativeResize="0"/>
            <p:nvPr/>
          </p:nvPicPr>
          <p:blipFill rotWithShape="1">
            <a:blip r:embed="rId23">
              <a:alphaModFix/>
            </a:blip>
            <a:srcRect/>
            <a:stretch/>
          </p:blipFill>
          <p:spPr>
            <a:xfrm>
              <a:off x="2894076" y="4004157"/>
              <a:ext cx="2921507" cy="259079"/>
            </a:xfrm>
            <a:prstGeom prst="rect">
              <a:avLst/>
            </a:prstGeom>
            <a:noFill/>
            <a:ln>
              <a:noFill/>
            </a:ln>
          </p:spPr>
        </p:pic>
      </p:grpSp>
      <p:sp>
        <p:nvSpPr>
          <p:cNvPr id="1326" name="Google Shape;1326;p50"/>
          <p:cNvSpPr txBox="1"/>
          <p:nvPr/>
        </p:nvSpPr>
        <p:spPr>
          <a:xfrm>
            <a:off x="3693638" y="5805602"/>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4 x 4</a:t>
            </a:r>
            <a:endParaRPr/>
          </a:p>
        </p:txBody>
      </p:sp>
      <p:sp>
        <p:nvSpPr>
          <p:cNvPr id="1327" name="Google Shape;1327;p50"/>
          <p:cNvSpPr txBox="1"/>
          <p:nvPr/>
        </p:nvSpPr>
        <p:spPr>
          <a:xfrm>
            <a:off x="6765804" y="5735047"/>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3 x 3</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1331"/>
        <p:cNvGrpSpPr/>
        <p:nvPr/>
      </p:nvGrpSpPr>
      <p:grpSpPr>
        <a:xfrm>
          <a:off x="0" y="0"/>
          <a:ext cx="0" cy="0"/>
          <a:chOff x="0" y="0"/>
          <a:chExt cx="0" cy="0"/>
        </a:xfrm>
      </p:grpSpPr>
      <p:pic>
        <p:nvPicPr>
          <p:cNvPr id="1332" name="Google Shape;1332;p51"/>
          <p:cNvPicPr preferRelativeResize="0"/>
          <p:nvPr/>
        </p:nvPicPr>
        <p:blipFill rotWithShape="1">
          <a:blip r:embed="rId3">
            <a:alphaModFix/>
          </a:blip>
          <a:srcRect/>
          <a:stretch/>
        </p:blipFill>
        <p:spPr>
          <a:xfrm>
            <a:off x="6958472" y="4067250"/>
            <a:ext cx="312114" cy="379307"/>
          </a:xfrm>
          <a:prstGeom prst="rect">
            <a:avLst/>
          </a:prstGeom>
          <a:noFill/>
          <a:ln>
            <a:noFill/>
          </a:ln>
        </p:spPr>
      </p:pic>
      <p:graphicFrame>
        <p:nvGraphicFramePr>
          <p:cNvPr id="1333" name="Google Shape;1333;p51"/>
          <p:cNvGraphicFramePr/>
          <p:nvPr/>
        </p:nvGraphicFramePr>
        <p:xfrm>
          <a:off x="3491698" y="3829895"/>
          <a:ext cx="1477475" cy="1732175"/>
        </p:xfrm>
        <a:graphic>
          <a:graphicData uri="http://schemas.openxmlformats.org/drawingml/2006/table">
            <a:tbl>
              <a:tblPr firstRow="1" bandRow="1">
                <a:noFill/>
                <a:tableStyleId>{6F84EB96-A106-4A15-B49F-ACFDD6C5B9B5}</a:tableStyleId>
              </a:tblPr>
              <a:tblGrid>
                <a:gridCol w="359425">
                  <a:extLst>
                    <a:ext uri="{9D8B030D-6E8A-4147-A177-3AD203B41FA5}">
                      <a16:colId xmlns:a16="http://schemas.microsoft.com/office/drawing/2014/main" val="20000"/>
                    </a:ext>
                  </a:extLst>
                </a:gridCol>
                <a:gridCol w="379300">
                  <a:extLst>
                    <a:ext uri="{9D8B030D-6E8A-4147-A177-3AD203B41FA5}">
                      <a16:colId xmlns:a16="http://schemas.microsoft.com/office/drawing/2014/main" val="20001"/>
                    </a:ext>
                  </a:extLst>
                </a:gridCol>
                <a:gridCol w="369375">
                  <a:extLst>
                    <a:ext uri="{9D8B030D-6E8A-4147-A177-3AD203B41FA5}">
                      <a16:colId xmlns:a16="http://schemas.microsoft.com/office/drawing/2014/main" val="20002"/>
                    </a:ext>
                  </a:extLst>
                </a:gridCol>
                <a:gridCol w="369375">
                  <a:extLst>
                    <a:ext uri="{9D8B030D-6E8A-4147-A177-3AD203B41FA5}">
                      <a16:colId xmlns:a16="http://schemas.microsoft.com/office/drawing/2014/main" val="20003"/>
                    </a:ext>
                  </a:extLst>
                </a:gridCol>
              </a:tblGrid>
              <a:tr h="4298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2857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362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2857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2857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2857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37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2857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24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334" name="Google Shape;1334;p51"/>
          <p:cNvGraphicFramePr/>
          <p:nvPr/>
        </p:nvGraphicFramePr>
        <p:xfrm>
          <a:off x="6844949" y="4059574"/>
          <a:ext cx="1033150" cy="1137925"/>
        </p:xfrm>
        <a:graphic>
          <a:graphicData uri="http://schemas.openxmlformats.org/drawingml/2006/table">
            <a:tbl>
              <a:tblPr firstRow="1" bandRow="1">
                <a:noFill/>
                <a:tableStyleId>{6F84EB96-A106-4A15-B49F-ACFDD6C5B9B5}</a:tableStyleId>
              </a:tblPr>
              <a:tblGrid>
                <a:gridCol w="363050">
                  <a:extLst>
                    <a:ext uri="{9D8B030D-6E8A-4147-A177-3AD203B41FA5}">
                      <a16:colId xmlns:a16="http://schemas.microsoft.com/office/drawing/2014/main" val="20000"/>
                    </a:ext>
                  </a:extLst>
                </a:gridCol>
                <a:gridCol w="355825">
                  <a:extLst>
                    <a:ext uri="{9D8B030D-6E8A-4147-A177-3AD203B41FA5}">
                      <a16:colId xmlns:a16="http://schemas.microsoft.com/office/drawing/2014/main" val="20001"/>
                    </a:ext>
                  </a:extLst>
                </a:gridCol>
                <a:gridCol w="314275">
                  <a:extLst>
                    <a:ext uri="{9D8B030D-6E8A-4147-A177-3AD203B41FA5}">
                      <a16:colId xmlns:a16="http://schemas.microsoft.com/office/drawing/2014/main" val="20002"/>
                    </a:ext>
                  </a:extLst>
                </a:gridCol>
              </a:tblGrid>
              <a:tr h="36215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91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66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335" name="Google Shape;1335;p51"/>
          <p:cNvPicPr preferRelativeResize="0"/>
          <p:nvPr/>
        </p:nvPicPr>
        <p:blipFill rotWithShape="1">
          <a:blip r:embed="rId4">
            <a:alphaModFix/>
          </a:blip>
          <a:srcRect/>
          <a:stretch/>
        </p:blipFill>
        <p:spPr>
          <a:xfrm>
            <a:off x="3590588" y="3882656"/>
            <a:ext cx="312115" cy="368468"/>
          </a:xfrm>
          <a:prstGeom prst="rect">
            <a:avLst/>
          </a:prstGeom>
          <a:noFill/>
          <a:ln>
            <a:noFill/>
          </a:ln>
        </p:spPr>
      </p:pic>
      <p:pic>
        <p:nvPicPr>
          <p:cNvPr id="1336" name="Google Shape;1336;p51"/>
          <p:cNvPicPr preferRelativeResize="0"/>
          <p:nvPr/>
        </p:nvPicPr>
        <p:blipFill rotWithShape="1">
          <a:blip r:embed="rId5">
            <a:alphaModFix/>
          </a:blip>
          <a:srcRect/>
          <a:stretch/>
        </p:blipFill>
        <p:spPr>
          <a:xfrm>
            <a:off x="3980732" y="3878248"/>
            <a:ext cx="312115" cy="368902"/>
          </a:xfrm>
          <a:prstGeom prst="rect">
            <a:avLst/>
          </a:prstGeom>
          <a:noFill/>
          <a:ln>
            <a:noFill/>
          </a:ln>
        </p:spPr>
      </p:pic>
      <p:pic>
        <p:nvPicPr>
          <p:cNvPr id="1337" name="Google Shape;1337;p51"/>
          <p:cNvPicPr preferRelativeResize="0"/>
          <p:nvPr/>
        </p:nvPicPr>
        <p:blipFill rotWithShape="1">
          <a:blip r:embed="rId3">
            <a:alphaModFix/>
          </a:blip>
          <a:srcRect/>
          <a:stretch/>
        </p:blipFill>
        <p:spPr>
          <a:xfrm>
            <a:off x="3966824" y="4317774"/>
            <a:ext cx="312115" cy="379307"/>
          </a:xfrm>
          <a:prstGeom prst="rect">
            <a:avLst/>
          </a:prstGeom>
          <a:noFill/>
          <a:ln>
            <a:noFill/>
          </a:ln>
        </p:spPr>
      </p:pic>
      <p:pic>
        <p:nvPicPr>
          <p:cNvPr id="1338" name="Google Shape;1338;p51"/>
          <p:cNvPicPr preferRelativeResize="0"/>
          <p:nvPr/>
        </p:nvPicPr>
        <p:blipFill rotWithShape="1">
          <a:blip r:embed="rId6">
            <a:alphaModFix/>
          </a:blip>
          <a:srcRect/>
          <a:stretch/>
        </p:blipFill>
        <p:spPr>
          <a:xfrm>
            <a:off x="3598356" y="4338183"/>
            <a:ext cx="312115" cy="368469"/>
          </a:xfrm>
          <a:prstGeom prst="rect">
            <a:avLst/>
          </a:prstGeom>
          <a:noFill/>
          <a:ln>
            <a:noFill/>
          </a:ln>
        </p:spPr>
      </p:pic>
      <p:pic>
        <p:nvPicPr>
          <p:cNvPr id="1339" name="Google Shape;1339;p51"/>
          <p:cNvPicPr preferRelativeResize="0"/>
          <p:nvPr/>
        </p:nvPicPr>
        <p:blipFill rotWithShape="1">
          <a:blip r:embed="rId4">
            <a:alphaModFix/>
          </a:blip>
          <a:srcRect/>
          <a:stretch/>
        </p:blipFill>
        <p:spPr>
          <a:xfrm>
            <a:off x="4305852" y="3873985"/>
            <a:ext cx="312115" cy="368468"/>
          </a:xfrm>
          <a:prstGeom prst="rect">
            <a:avLst/>
          </a:prstGeom>
          <a:noFill/>
          <a:ln>
            <a:noFill/>
          </a:ln>
        </p:spPr>
      </p:pic>
      <p:pic>
        <p:nvPicPr>
          <p:cNvPr id="1340" name="Google Shape;1340;p51"/>
          <p:cNvPicPr preferRelativeResize="0"/>
          <p:nvPr/>
        </p:nvPicPr>
        <p:blipFill rotWithShape="1">
          <a:blip r:embed="rId7">
            <a:alphaModFix/>
          </a:blip>
          <a:srcRect/>
          <a:stretch/>
        </p:blipFill>
        <p:spPr>
          <a:xfrm>
            <a:off x="4695996" y="3869578"/>
            <a:ext cx="312114" cy="368902"/>
          </a:xfrm>
          <a:prstGeom prst="rect">
            <a:avLst/>
          </a:prstGeom>
          <a:noFill/>
          <a:ln>
            <a:noFill/>
          </a:ln>
        </p:spPr>
      </p:pic>
      <p:pic>
        <p:nvPicPr>
          <p:cNvPr id="1341" name="Google Shape;1341;p51"/>
          <p:cNvPicPr preferRelativeResize="0"/>
          <p:nvPr/>
        </p:nvPicPr>
        <p:blipFill rotWithShape="1">
          <a:blip r:embed="rId8">
            <a:alphaModFix/>
          </a:blip>
          <a:srcRect/>
          <a:stretch/>
        </p:blipFill>
        <p:spPr>
          <a:xfrm>
            <a:off x="4682632" y="4319940"/>
            <a:ext cx="312114" cy="368469"/>
          </a:xfrm>
          <a:prstGeom prst="rect">
            <a:avLst/>
          </a:prstGeom>
          <a:noFill/>
          <a:ln>
            <a:noFill/>
          </a:ln>
        </p:spPr>
      </p:pic>
      <p:pic>
        <p:nvPicPr>
          <p:cNvPr id="1342" name="Google Shape;1342;p51"/>
          <p:cNvPicPr preferRelativeResize="0"/>
          <p:nvPr/>
        </p:nvPicPr>
        <p:blipFill rotWithShape="1">
          <a:blip r:embed="rId4">
            <a:alphaModFix/>
          </a:blip>
          <a:srcRect/>
          <a:stretch/>
        </p:blipFill>
        <p:spPr>
          <a:xfrm>
            <a:off x="4314162" y="4329513"/>
            <a:ext cx="312115" cy="368469"/>
          </a:xfrm>
          <a:prstGeom prst="rect">
            <a:avLst/>
          </a:prstGeom>
          <a:noFill/>
          <a:ln>
            <a:noFill/>
          </a:ln>
        </p:spPr>
      </p:pic>
      <p:pic>
        <p:nvPicPr>
          <p:cNvPr id="1343" name="Google Shape;1343;p51"/>
          <p:cNvPicPr preferRelativeResize="0"/>
          <p:nvPr/>
        </p:nvPicPr>
        <p:blipFill rotWithShape="1">
          <a:blip r:embed="rId5">
            <a:alphaModFix/>
          </a:blip>
          <a:srcRect/>
          <a:stretch/>
        </p:blipFill>
        <p:spPr>
          <a:xfrm>
            <a:off x="4314162" y="4740429"/>
            <a:ext cx="312115" cy="368469"/>
          </a:xfrm>
          <a:prstGeom prst="rect">
            <a:avLst/>
          </a:prstGeom>
          <a:noFill/>
          <a:ln>
            <a:noFill/>
          </a:ln>
        </p:spPr>
      </p:pic>
      <p:pic>
        <p:nvPicPr>
          <p:cNvPr id="1344" name="Google Shape;1344;p51"/>
          <p:cNvPicPr preferRelativeResize="0"/>
          <p:nvPr/>
        </p:nvPicPr>
        <p:blipFill rotWithShape="1">
          <a:blip r:embed="rId5">
            <a:alphaModFix/>
          </a:blip>
          <a:srcRect/>
          <a:stretch/>
        </p:blipFill>
        <p:spPr>
          <a:xfrm>
            <a:off x="4704306" y="4736203"/>
            <a:ext cx="312115" cy="368902"/>
          </a:xfrm>
          <a:prstGeom prst="rect">
            <a:avLst/>
          </a:prstGeom>
          <a:noFill/>
          <a:ln>
            <a:noFill/>
          </a:ln>
        </p:spPr>
      </p:pic>
      <p:pic>
        <p:nvPicPr>
          <p:cNvPr id="1345" name="Google Shape;1345;p51"/>
          <p:cNvPicPr preferRelativeResize="0"/>
          <p:nvPr/>
        </p:nvPicPr>
        <p:blipFill rotWithShape="1">
          <a:blip r:embed="rId9">
            <a:alphaModFix/>
          </a:blip>
          <a:srcRect/>
          <a:stretch/>
        </p:blipFill>
        <p:spPr>
          <a:xfrm>
            <a:off x="4690397" y="5186566"/>
            <a:ext cx="312115" cy="368469"/>
          </a:xfrm>
          <a:prstGeom prst="rect">
            <a:avLst/>
          </a:prstGeom>
          <a:noFill/>
          <a:ln>
            <a:noFill/>
          </a:ln>
        </p:spPr>
      </p:pic>
      <p:pic>
        <p:nvPicPr>
          <p:cNvPr id="1346" name="Google Shape;1346;p51"/>
          <p:cNvPicPr preferRelativeResize="0"/>
          <p:nvPr/>
        </p:nvPicPr>
        <p:blipFill rotWithShape="1">
          <a:blip r:embed="rId7">
            <a:alphaModFix/>
          </a:blip>
          <a:srcRect/>
          <a:stretch/>
        </p:blipFill>
        <p:spPr>
          <a:xfrm>
            <a:off x="4321927" y="5196139"/>
            <a:ext cx="312115" cy="368469"/>
          </a:xfrm>
          <a:prstGeom prst="rect">
            <a:avLst/>
          </a:prstGeom>
          <a:noFill/>
          <a:ln>
            <a:noFill/>
          </a:ln>
        </p:spPr>
      </p:pic>
      <p:pic>
        <p:nvPicPr>
          <p:cNvPr id="1347" name="Google Shape;1347;p51"/>
          <p:cNvPicPr preferRelativeResize="0"/>
          <p:nvPr/>
        </p:nvPicPr>
        <p:blipFill rotWithShape="1">
          <a:blip r:embed="rId7">
            <a:alphaModFix/>
          </a:blip>
          <a:srcRect/>
          <a:stretch/>
        </p:blipFill>
        <p:spPr>
          <a:xfrm>
            <a:off x="3598356" y="4732591"/>
            <a:ext cx="312115" cy="368902"/>
          </a:xfrm>
          <a:prstGeom prst="rect">
            <a:avLst/>
          </a:prstGeom>
          <a:noFill/>
          <a:ln>
            <a:noFill/>
          </a:ln>
        </p:spPr>
      </p:pic>
      <p:pic>
        <p:nvPicPr>
          <p:cNvPr id="1348" name="Google Shape;1348;p51"/>
          <p:cNvPicPr preferRelativeResize="0"/>
          <p:nvPr/>
        </p:nvPicPr>
        <p:blipFill rotWithShape="1">
          <a:blip r:embed="rId5">
            <a:alphaModFix/>
          </a:blip>
          <a:srcRect/>
          <a:stretch/>
        </p:blipFill>
        <p:spPr>
          <a:xfrm>
            <a:off x="3988500" y="4728327"/>
            <a:ext cx="312115" cy="368469"/>
          </a:xfrm>
          <a:prstGeom prst="rect">
            <a:avLst/>
          </a:prstGeom>
          <a:noFill/>
          <a:ln>
            <a:noFill/>
          </a:ln>
        </p:spPr>
      </p:pic>
      <p:grpSp>
        <p:nvGrpSpPr>
          <p:cNvPr id="1349" name="Google Shape;1349;p51"/>
          <p:cNvGrpSpPr/>
          <p:nvPr/>
        </p:nvGrpSpPr>
        <p:grpSpPr>
          <a:xfrm>
            <a:off x="3606663" y="5178801"/>
            <a:ext cx="680585" cy="377861"/>
            <a:chOff x="2535935" y="2784094"/>
            <a:chExt cx="478536" cy="265683"/>
          </a:xfrm>
        </p:grpSpPr>
        <p:pic>
          <p:nvPicPr>
            <p:cNvPr id="1350" name="Google Shape;1350;p51"/>
            <p:cNvPicPr preferRelativeResize="0"/>
            <p:nvPr/>
          </p:nvPicPr>
          <p:blipFill rotWithShape="1">
            <a:blip r:embed="rId4">
              <a:alphaModFix/>
            </a:blip>
            <a:srcRect/>
            <a:stretch/>
          </p:blipFill>
          <p:spPr>
            <a:xfrm>
              <a:off x="2795015" y="2784094"/>
              <a:ext cx="219456" cy="259080"/>
            </a:xfrm>
            <a:prstGeom prst="rect">
              <a:avLst/>
            </a:prstGeom>
            <a:noFill/>
            <a:ln>
              <a:noFill/>
            </a:ln>
          </p:spPr>
        </p:pic>
        <p:pic>
          <p:nvPicPr>
            <p:cNvPr id="1351" name="Google Shape;1351;p51"/>
            <p:cNvPicPr preferRelativeResize="0"/>
            <p:nvPr/>
          </p:nvPicPr>
          <p:blipFill rotWithShape="1">
            <a:blip r:embed="rId9">
              <a:alphaModFix/>
            </a:blip>
            <a:srcRect/>
            <a:stretch/>
          </p:blipFill>
          <p:spPr>
            <a:xfrm>
              <a:off x="2535935" y="2790393"/>
              <a:ext cx="219456" cy="259384"/>
            </a:xfrm>
            <a:prstGeom prst="rect">
              <a:avLst/>
            </a:prstGeom>
            <a:noFill/>
            <a:ln>
              <a:noFill/>
            </a:ln>
          </p:spPr>
        </p:pic>
      </p:grpSp>
      <p:grpSp>
        <p:nvGrpSpPr>
          <p:cNvPr id="1352" name="Google Shape;1352;p51"/>
          <p:cNvGrpSpPr/>
          <p:nvPr/>
        </p:nvGrpSpPr>
        <p:grpSpPr>
          <a:xfrm>
            <a:off x="780289" y="1764065"/>
            <a:ext cx="10917165" cy="707026"/>
            <a:chOff x="548640" y="383108"/>
            <a:chExt cx="7676132" cy="497128"/>
          </a:xfrm>
        </p:grpSpPr>
        <p:pic>
          <p:nvPicPr>
            <p:cNvPr id="1353" name="Google Shape;1353;p51"/>
            <p:cNvPicPr preferRelativeResize="0"/>
            <p:nvPr/>
          </p:nvPicPr>
          <p:blipFill rotWithShape="1">
            <a:blip r:embed="rId10">
              <a:alphaModFix/>
            </a:blip>
            <a:srcRect/>
            <a:stretch/>
          </p:blipFill>
          <p:spPr>
            <a:xfrm>
              <a:off x="548640" y="383108"/>
              <a:ext cx="423672" cy="497128"/>
            </a:xfrm>
            <a:prstGeom prst="rect">
              <a:avLst/>
            </a:prstGeom>
            <a:noFill/>
            <a:ln>
              <a:noFill/>
            </a:ln>
          </p:spPr>
        </p:pic>
        <p:pic>
          <p:nvPicPr>
            <p:cNvPr id="1354" name="Google Shape;1354;p51"/>
            <p:cNvPicPr preferRelativeResize="0"/>
            <p:nvPr/>
          </p:nvPicPr>
          <p:blipFill rotWithShape="1">
            <a:blip r:embed="rId11">
              <a:alphaModFix/>
            </a:blip>
            <a:srcRect/>
            <a:stretch/>
          </p:blipFill>
          <p:spPr>
            <a:xfrm>
              <a:off x="760476" y="462356"/>
              <a:ext cx="976477" cy="396544"/>
            </a:xfrm>
            <a:prstGeom prst="rect">
              <a:avLst/>
            </a:prstGeom>
            <a:noFill/>
            <a:ln>
              <a:noFill/>
            </a:ln>
          </p:spPr>
        </p:pic>
        <p:pic>
          <p:nvPicPr>
            <p:cNvPr id="1355" name="Google Shape;1355;p51"/>
            <p:cNvPicPr preferRelativeResize="0"/>
            <p:nvPr/>
          </p:nvPicPr>
          <p:blipFill rotWithShape="1">
            <a:blip r:embed="rId12">
              <a:alphaModFix/>
            </a:blip>
            <a:srcRect/>
            <a:stretch/>
          </p:blipFill>
          <p:spPr>
            <a:xfrm>
              <a:off x="1691893" y="383108"/>
              <a:ext cx="408431" cy="497128"/>
            </a:xfrm>
            <a:prstGeom prst="rect">
              <a:avLst/>
            </a:prstGeom>
            <a:noFill/>
            <a:ln>
              <a:noFill/>
            </a:ln>
          </p:spPr>
        </p:pic>
        <p:pic>
          <p:nvPicPr>
            <p:cNvPr id="1356" name="Google Shape;1356;p51"/>
            <p:cNvPicPr preferRelativeResize="0"/>
            <p:nvPr/>
          </p:nvPicPr>
          <p:blipFill rotWithShape="1">
            <a:blip r:embed="rId13">
              <a:alphaModFix/>
            </a:blip>
            <a:srcRect/>
            <a:stretch/>
          </p:blipFill>
          <p:spPr>
            <a:xfrm>
              <a:off x="1896109" y="462356"/>
              <a:ext cx="1092047" cy="396544"/>
            </a:xfrm>
            <a:prstGeom prst="rect">
              <a:avLst/>
            </a:prstGeom>
            <a:noFill/>
            <a:ln>
              <a:noFill/>
            </a:ln>
          </p:spPr>
        </p:pic>
        <p:pic>
          <p:nvPicPr>
            <p:cNvPr id="1357" name="Google Shape;1357;p51"/>
            <p:cNvPicPr preferRelativeResize="0"/>
            <p:nvPr/>
          </p:nvPicPr>
          <p:blipFill rotWithShape="1">
            <a:blip r:embed="rId14">
              <a:alphaModFix/>
            </a:blip>
            <a:srcRect/>
            <a:stretch/>
          </p:blipFill>
          <p:spPr>
            <a:xfrm>
              <a:off x="2932429" y="383108"/>
              <a:ext cx="475488" cy="497128"/>
            </a:xfrm>
            <a:prstGeom prst="rect">
              <a:avLst/>
            </a:prstGeom>
            <a:noFill/>
            <a:ln>
              <a:noFill/>
            </a:ln>
          </p:spPr>
        </p:pic>
        <p:pic>
          <p:nvPicPr>
            <p:cNvPr id="1358" name="Google Shape;1358;p51"/>
            <p:cNvPicPr preferRelativeResize="0"/>
            <p:nvPr/>
          </p:nvPicPr>
          <p:blipFill rotWithShape="1">
            <a:blip r:embed="rId15">
              <a:alphaModFix/>
            </a:blip>
            <a:srcRect/>
            <a:stretch/>
          </p:blipFill>
          <p:spPr>
            <a:xfrm>
              <a:off x="3249803" y="462356"/>
              <a:ext cx="1304925" cy="396544"/>
            </a:xfrm>
            <a:prstGeom prst="rect">
              <a:avLst/>
            </a:prstGeom>
            <a:noFill/>
            <a:ln>
              <a:noFill/>
            </a:ln>
          </p:spPr>
        </p:pic>
        <p:pic>
          <p:nvPicPr>
            <p:cNvPr id="1359" name="Google Shape;1359;p51"/>
            <p:cNvPicPr preferRelativeResize="0"/>
            <p:nvPr/>
          </p:nvPicPr>
          <p:blipFill rotWithShape="1">
            <a:blip r:embed="rId16">
              <a:alphaModFix/>
            </a:blip>
            <a:srcRect/>
            <a:stretch/>
          </p:blipFill>
          <p:spPr>
            <a:xfrm>
              <a:off x="4391279" y="383108"/>
              <a:ext cx="704545" cy="497128"/>
            </a:xfrm>
            <a:prstGeom prst="rect">
              <a:avLst/>
            </a:prstGeom>
            <a:noFill/>
            <a:ln>
              <a:noFill/>
            </a:ln>
          </p:spPr>
        </p:pic>
        <p:pic>
          <p:nvPicPr>
            <p:cNvPr id="1360" name="Google Shape;1360;p51"/>
            <p:cNvPicPr preferRelativeResize="0"/>
            <p:nvPr/>
          </p:nvPicPr>
          <p:blipFill rotWithShape="1">
            <a:blip r:embed="rId17">
              <a:alphaModFix/>
            </a:blip>
            <a:srcRect/>
            <a:stretch/>
          </p:blipFill>
          <p:spPr>
            <a:xfrm>
              <a:off x="4860670" y="462356"/>
              <a:ext cx="1725295" cy="396544"/>
            </a:xfrm>
            <a:prstGeom prst="rect">
              <a:avLst/>
            </a:prstGeom>
            <a:noFill/>
            <a:ln>
              <a:noFill/>
            </a:ln>
          </p:spPr>
        </p:pic>
        <p:pic>
          <p:nvPicPr>
            <p:cNvPr id="1361" name="Google Shape;1361;p51"/>
            <p:cNvPicPr preferRelativeResize="0"/>
            <p:nvPr/>
          </p:nvPicPr>
          <p:blipFill rotWithShape="1">
            <a:blip r:embed="rId18">
              <a:alphaModFix/>
            </a:blip>
            <a:srcRect/>
            <a:stretch/>
          </p:blipFill>
          <p:spPr>
            <a:xfrm>
              <a:off x="6529705" y="383108"/>
              <a:ext cx="435864" cy="497128"/>
            </a:xfrm>
            <a:prstGeom prst="rect">
              <a:avLst/>
            </a:prstGeom>
            <a:noFill/>
            <a:ln>
              <a:noFill/>
            </a:ln>
          </p:spPr>
        </p:pic>
        <p:pic>
          <p:nvPicPr>
            <p:cNvPr id="1362" name="Google Shape;1362;p51"/>
            <p:cNvPicPr preferRelativeResize="0"/>
            <p:nvPr/>
          </p:nvPicPr>
          <p:blipFill rotWithShape="1">
            <a:blip r:embed="rId19">
              <a:alphaModFix/>
            </a:blip>
            <a:srcRect/>
            <a:stretch/>
          </p:blipFill>
          <p:spPr>
            <a:xfrm>
              <a:off x="6747636" y="462356"/>
              <a:ext cx="1425067" cy="396544"/>
            </a:xfrm>
            <a:prstGeom prst="rect">
              <a:avLst/>
            </a:prstGeom>
            <a:noFill/>
            <a:ln>
              <a:noFill/>
            </a:ln>
          </p:spPr>
        </p:pic>
        <p:pic>
          <p:nvPicPr>
            <p:cNvPr id="1363" name="Google Shape;1363;p51"/>
            <p:cNvPicPr preferRelativeResize="0"/>
            <p:nvPr/>
          </p:nvPicPr>
          <p:blipFill rotWithShape="1">
            <a:blip r:embed="rId20">
              <a:alphaModFix/>
            </a:blip>
            <a:srcRect/>
            <a:stretch/>
          </p:blipFill>
          <p:spPr>
            <a:xfrm>
              <a:off x="8014461" y="383108"/>
              <a:ext cx="210311" cy="497128"/>
            </a:xfrm>
            <a:prstGeom prst="rect">
              <a:avLst/>
            </a:prstGeom>
            <a:noFill/>
            <a:ln>
              <a:noFill/>
            </a:ln>
          </p:spPr>
        </p:pic>
      </p:grpSp>
      <p:grpSp>
        <p:nvGrpSpPr>
          <p:cNvPr id="1364" name="Google Shape;1364;p51"/>
          <p:cNvGrpSpPr/>
          <p:nvPr/>
        </p:nvGrpSpPr>
        <p:grpSpPr>
          <a:xfrm>
            <a:off x="3526468" y="6914002"/>
            <a:ext cx="4744583" cy="368468"/>
            <a:chOff x="2479548" y="4004157"/>
            <a:chExt cx="3336035" cy="259079"/>
          </a:xfrm>
        </p:grpSpPr>
        <p:pic>
          <p:nvPicPr>
            <p:cNvPr id="1365" name="Google Shape;1365;p51"/>
            <p:cNvPicPr preferRelativeResize="0"/>
            <p:nvPr/>
          </p:nvPicPr>
          <p:blipFill rotWithShape="1">
            <a:blip r:embed="rId21">
              <a:alphaModFix/>
            </a:blip>
            <a:srcRect/>
            <a:stretch/>
          </p:blipFill>
          <p:spPr>
            <a:xfrm>
              <a:off x="2479548" y="4004157"/>
              <a:ext cx="451104" cy="259079"/>
            </a:xfrm>
            <a:prstGeom prst="rect">
              <a:avLst/>
            </a:prstGeom>
            <a:noFill/>
            <a:ln>
              <a:noFill/>
            </a:ln>
          </p:spPr>
        </p:pic>
        <p:pic>
          <p:nvPicPr>
            <p:cNvPr id="1366" name="Google Shape;1366;p51"/>
            <p:cNvPicPr preferRelativeResize="0"/>
            <p:nvPr/>
          </p:nvPicPr>
          <p:blipFill rotWithShape="1">
            <a:blip r:embed="rId22">
              <a:alphaModFix/>
            </a:blip>
            <a:srcRect/>
            <a:stretch/>
          </p:blipFill>
          <p:spPr>
            <a:xfrm>
              <a:off x="2817876" y="4004157"/>
              <a:ext cx="152400" cy="259079"/>
            </a:xfrm>
            <a:prstGeom prst="rect">
              <a:avLst/>
            </a:prstGeom>
            <a:noFill/>
            <a:ln>
              <a:noFill/>
            </a:ln>
          </p:spPr>
        </p:pic>
        <p:pic>
          <p:nvPicPr>
            <p:cNvPr id="1367" name="Google Shape;1367;p51"/>
            <p:cNvPicPr preferRelativeResize="0"/>
            <p:nvPr/>
          </p:nvPicPr>
          <p:blipFill rotWithShape="1">
            <a:blip r:embed="rId23">
              <a:alphaModFix/>
            </a:blip>
            <a:srcRect/>
            <a:stretch/>
          </p:blipFill>
          <p:spPr>
            <a:xfrm>
              <a:off x="2894076" y="4004157"/>
              <a:ext cx="2921507" cy="259079"/>
            </a:xfrm>
            <a:prstGeom prst="rect">
              <a:avLst/>
            </a:prstGeom>
            <a:noFill/>
            <a:ln>
              <a:noFill/>
            </a:ln>
          </p:spPr>
        </p:pic>
      </p:grpSp>
      <p:pic>
        <p:nvPicPr>
          <p:cNvPr id="1368" name="Google Shape;1368;p51"/>
          <p:cNvPicPr preferRelativeResize="0"/>
          <p:nvPr/>
        </p:nvPicPr>
        <p:blipFill rotWithShape="1">
          <a:blip r:embed="rId3">
            <a:alphaModFix/>
          </a:blip>
          <a:srcRect/>
          <a:stretch/>
        </p:blipFill>
        <p:spPr>
          <a:xfrm>
            <a:off x="7323507" y="4067250"/>
            <a:ext cx="312115" cy="379307"/>
          </a:xfrm>
          <a:prstGeom prst="rect">
            <a:avLst/>
          </a:prstGeom>
          <a:noFill/>
          <a:ln>
            <a:noFill/>
          </a:ln>
        </p:spPr>
      </p:pic>
      <p:sp>
        <p:nvSpPr>
          <p:cNvPr id="1369" name="Google Shape;1369;p51"/>
          <p:cNvSpPr txBox="1"/>
          <p:nvPr/>
        </p:nvSpPr>
        <p:spPr>
          <a:xfrm>
            <a:off x="3693638" y="5805602"/>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4 x 4</a:t>
            </a:r>
            <a:endParaRPr/>
          </a:p>
        </p:txBody>
      </p:sp>
      <p:sp>
        <p:nvSpPr>
          <p:cNvPr id="1370" name="Google Shape;1370;p51"/>
          <p:cNvSpPr txBox="1"/>
          <p:nvPr/>
        </p:nvSpPr>
        <p:spPr>
          <a:xfrm>
            <a:off x="6765804" y="5735047"/>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3 x 3</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1374"/>
        <p:cNvGrpSpPr/>
        <p:nvPr/>
      </p:nvGrpSpPr>
      <p:grpSpPr>
        <a:xfrm>
          <a:off x="0" y="0"/>
          <a:ext cx="0" cy="0"/>
          <a:chOff x="0" y="0"/>
          <a:chExt cx="0" cy="0"/>
        </a:xfrm>
      </p:grpSpPr>
      <p:pic>
        <p:nvPicPr>
          <p:cNvPr id="1375" name="Google Shape;1375;p52"/>
          <p:cNvPicPr preferRelativeResize="0"/>
          <p:nvPr/>
        </p:nvPicPr>
        <p:blipFill rotWithShape="1">
          <a:blip r:embed="rId3">
            <a:alphaModFix/>
          </a:blip>
          <a:srcRect/>
          <a:stretch/>
        </p:blipFill>
        <p:spPr>
          <a:xfrm>
            <a:off x="6958472" y="4067250"/>
            <a:ext cx="312114" cy="379307"/>
          </a:xfrm>
          <a:prstGeom prst="rect">
            <a:avLst/>
          </a:prstGeom>
          <a:noFill/>
          <a:ln>
            <a:noFill/>
          </a:ln>
        </p:spPr>
      </p:pic>
      <p:graphicFrame>
        <p:nvGraphicFramePr>
          <p:cNvPr id="1376" name="Google Shape;1376;p52"/>
          <p:cNvGraphicFramePr/>
          <p:nvPr/>
        </p:nvGraphicFramePr>
        <p:xfrm>
          <a:off x="3491698" y="3845699"/>
          <a:ext cx="1477475" cy="1732175"/>
        </p:xfrm>
        <a:graphic>
          <a:graphicData uri="http://schemas.openxmlformats.org/drawingml/2006/table">
            <a:tbl>
              <a:tblPr firstRow="1" bandRow="1">
                <a:noFill/>
                <a:tableStyleId>{6F84EB96-A106-4A15-B49F-ACFDD6C5B9B5}</a:tableStyleId>
              </a:tblPr>
              <a:tblGrid>
                <a:gridCol w="359425">
                  <a:extLst>
                    <a:ext uri="{9D8B030D-6E8A-4147-A177-3AD203B41FA5}">
                      <a16:colId xmlns:a16="http://schemas.microsoft.com/office/drawing/2014/main" val="20000"/>
                    </a:ext>
                  </a:extLst>
                </a:gridCol>
                <a:gridCol w="379300">
                  <a:extLst>
                    <a:ext uri="{9D8B030D-6E8A-4147-A177-3AD203B41FA5}">
                      <a16:colId xmlns:a16="http://schemas.microsoft.com/office/drawing/2014/main" val="20001"/>
                    </a:ext>
                  </a:extLst>
                </a:gridCol>
                <a:gridCol w="369375">
                  <a:extLst>
                    <a:ext uri="{9D8B030D-6E8A-4147-A177-3AD203B41FA5}">
                      <a16:colId xmlns:a16="http://schemas.microsoft.com/office/drawing/2014/main" val="20002"/>
                    </a:ext>
                  </a:extLst>
                </a:gridCol>
                <a:gridCol w="369375">
                  <a:extLst>
                    <a:ext uri="{9D8B030D-6E8A-4147-A177-3AD203B41FA5}">
                      <a16:colId xmlns:a16="http://schemas.microsoft.com/office/drawing/2014/main" val="20003"/>
                    </a:ext>
                  </a:extLst>
                </a:gridCol>
              </a:tblGrid>
              <a:tr h="4298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362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37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24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377" name="Google Shape;1377;p52"/>
          <p:cNvGraphicFramePr/>
          <p:nvPr/>
        </p:nvGraphicFramePr>
        <p:xfrm>
          <a:off x="6844949" y="4059574"/>
          <a:ext cx="1033150" cy="1137925"/>
        </p:xfrm>
        <a:graphic>
          <a:graphicData uri="http://schemas.openxmlformats.org/drawingml/2006/table">
            <a:tbl>
              <a:tblPr firstRow="1" bandRow="1">
                <a:noFill/>
                <a:tableStyleId>{6F84EB96-A106-4A15-B49F-ACFDD6C5B9B5}</a:tableStyleId>
              </a:tblPr>
              <a:tblGrid>
                <a:gridCol w="363050">
                  <a:extLst>
                    <a:ext uri="{9D8B030D-6E8A-4147-A177-3AD203B41FA5}">
                      <a16:colId xmlns:a16="http://schemas.microsoft.com/office/drawing/2014/main" val="20000"/>
                    </a:ext>
                  </a:extLst>
                </a:gridCol>
                <a:gridCol w="355825">
                  <a:extLst>
                    <a:ext uri="{9D8B030D-6E8A-4147-A177-3AD203B41FA5}">
                      <a16:colId xmlns:a16="http://schemas.microsoft.com/office/drawing/2014/main" val="20001"/>
                    </a:ext>
                  </a:extLst>
                </a:gridCol>
                <a:gridCol w="314275">
                  <a:extLst>
                    <a:ext uri="{9D8B030D-6E8A-4147-A177-3AD203B41FA5}">
                      <a16:colId xmlns:a16="http://schemas.microsoft.com/office/drawing/2014/main" val="20002"/>
                    </a:ext>
                  </a:extLst>
                </a:gridCol>
              </a:tblGrid>
              <a:tr h="36215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91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66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378" name="Google Shape;1378;p52"/>
          <p:cNvPicPr preferRelativeResize="0"/>
          <p:nvPr/>
        </p:nvPicPr>
        <p:blipFill rotWithShape="1">
          <a:blip r:embed="rId4">
            <a:alphaModFix/>
          </a:blip>
          <a:srcRect/>
          <a:stretch/>
        </p:blipFill>
        <p:spPr>
          <a:xfrm>
            <a:off x="3590588" y="3882656"/>
            <a:ext cx="312115" cy="368468"/>
          </a:xfrm>
          <a:prstGeom prst="rect">
            <a:avLst/>
          </a:prstGeom>
          <a:noFill/>
          <a:ln>
            <a:noFill/>
          </a:ln>
        </p:spPr>
      </p:pic>
      <p:pic>
        <p:nvPicPr>
          <p:cNvPr id="1379" name="Google Shape;1379;p52"/>
          <p:cNvPicPr preferRelativeResize="0"/>
          <p:nvPr/>
        </p:nvPicPr>
        <p:blipFill rotWithShape="1">
          <a:blip r:embed="rId5">
            <a:alphaModFix/>
          </a:blip>
          <a:srcRect/>
          <a:stretch/>
        </p:blipFill>
        <p:spPr>
          <a:xfrm>
            <a:off x="3980732" y="3878248"/>
            <a:ext cx="312115" cy="368902"/>
          </a:xfrm>
          <a:prstGeom prst="rect">
            <a:avLst/>
          </a:prstGeom>
          <a:noFill/>
          <a:ln>
            <a:noFill/>
          </a:ln>
        </p:spPr>
      </p:pic>
      <p:pic>
        <p:nvPicPr>
          <p:cNvPr id="1380" name="Google Shape;1380;p52"/>
          <p:cNvPicPr preferRelativeResize="0"/>
          <p:nvPr/>
        </p:nvPicPr>
        <p:blipFill rotWithShape="1">
          <a:blip r:embed="rId6">
            <a:alphaModFix/>
          </a:blip>
          <a:srcRect/>
          <a:stretch/>
        </p:blipFill>
        <p:spPr>
          <a:xfrm>
            <a:off x="3966824" y="4328610"/>
            <a:ext cx="312115" cy="368469"/>
          </a:xfrm>
          <a:prstGeom prst="rect">
            <a:avLst/>
          </a:prstGeom>
          <a:noFill/>
          <a:ln>
            <a:noFill/>
          </a:ln>
        </p:spPr>
      </p:pic>
      <p:pic>
        <p:nvPicPr>
          <p:cNvPr id="1381" name="Google Shape;1381;p52"/>
          <p:cNvPicPr preferRelativeResize="0"/>
          <p:nvPr/>
        </p:nvPicPr>
        <p:blipFill rotWithShape="1">
          <a:blip r:embed="rId7">
            <a:alphaModFix/>
          </a:blip>
          <a:srcRect/>
          <a:stretch/>
        </p:blipFill>
        <p:spPr>
          <a:xfrm>
            <a:off x="3598356" y="4338183"/>
            <a:ext cx="312115" cy="368469"/>
          </a:xfrm>
          <a:prstGeom prst="rect">
            <a:avLst/>
          </a:prstGeom>
          <a:noFill/>
          <a:ln>
            <a:noFill/>
          </a:ln>
        </p:spPr>
      </p:pic>
      <p:pic>
        <p:nvPicPr>
          <p:cNvPr id="1382" name="Google Shape;1382;p52"/>
          <p:cNvPicPr preferRelativeResize="0"/>
          <p:nvPr/>
        </p:nvPicPr>
        <p:blipFill rotWithShape="1">
          <a:blip r:embed="rId4">
            <a:alphaModFix/>
          </a:blip>
          <a:srcRect/>
          <a:stretch/>
        </p:blipFill>
        <p:spPr>
          <a:xfrm>
            <a:off x="4305852" y="3873985"/>
            <a:ext cx="312115" cy="368468"/>
          </a:xfrm>
          <a:prstGeom prst="rect">
            <a:avLst/>
          </a:prstGeom>
          <a:noFill/>
          <a:ln>
            <a:noFill/>
          </a:ln>
        </p:spPr>
      </p:pic>
      <p:pic>
        <p:nvPicPr>
          <p:cNvPr id="1383" name="Google Shape;1383;p52"/>
          <p:cNvPicPr preferRelativeResize="0"/>
          <p:nvPr/>
        </p:nvPicPr>
        <p:blipFill rotWithShape="1">
          <a:blip r:embed="rId8">
            <a:alphaModFix/>
          </a:blip>
          <a:srcRect/>
          <a:stretch/>
        </p:blipFill>
        <p:spPr>
          <a:xfrm>
            <a:off x="4695996" y="3869578"/>
            <a:ext cx="312114" cy="368902"/>
          </a:xfrm>
          <a:prstGeom prst="rect">
            <a:avLst/>
          </a:prstGeom>
          <a:noFill/>
          <a:ln>
            <a:noFill/>
          </a:ln>
        </p:spPr>
      </p:pic>
      <p:pic>
        <p:nvPicPr>
          <p:cNvPr id="1384" name="Google Shape;1384;p52"/>
          <p:cNvPicPr preferRelativeResize="0"/>
          <p:nvPr/>
        </p:nvPicPr>
        <p:blipFill rotWithShape="1">
          <a:blip r:embed="rId9">
            <a:alphaModFix/>
          </a:blip>
          <a:srcRect/>
          <a:stretch/>
        </p:blipFill>
        <p:spPr>
          <a:xfrm>
            <a:off x="4682632" y="4309104"/>
            <a:ext cx="312114" cy="379307"/>
          </a:xfrm>
          <a:prstGeom prst="rect">
            <a:avLst/>
          </a:prstGeom>
          <a:noFill/>
          <a:ln>
            <a:noFill/>
          </a:ln>
        </p:spPr>
      </p:pic>
      <p:pic>
        <p:nvPicPr>
          <p:cNvPr id="1385" name="Google Shape;1385;p52"/>
          <p:cNvPicPr preferRelativeResize="0"/>
          <p:nvPr/>
        </p:nvPicPr>
        <p:blipFill rotWithShape="1">
          <a:blip r:embed="rId4">
            <a:alphaModFix/>
          </a:blip>
          <a:srcRect/>
          <a:stretch/>
        </p:blipFill>
        <p:spPr>
          <a:xfrm>
            <a:off x="4314162" y="4329513"/>
            <a:ext cx="312115" cy="368469"/>
          </a:xfrm>
          <a:prstGeom prst="rect">
            <a:avLst/>
          </a:prstGeom>
          <a:noFill/>
          <a:ln>
            <a:noFill/>
          </a:ln>
        </p:spPr>
      </p:pic>
      <p:pic>
        <p:nvPicPr>
          <p:cNvPr id="1386" name="Google Shape;1386;p52"/>
          <p:cNvPicPr preferRelativeResize="0"/>
          <p:nvPr/>
        </p:nvPicPr>
        <p:blipFill rotWithShape="1">
          <a:blip r:embed="rId5">
            <a:alphaModFix/>
          </a:blip>
          <a:srcRect/>
          <a:stretch/>
        </p:blipFill>
        <p:spPr>
          <a:xfrm>
            <a:off x="4314162" y="4740429"/>
            <a:ext cx="312115" cy="368469"/>
          </a:xfrm>
          <a:prstGeom prst="rect">
            <a:avLst/>
          </a:prstGeom>
          <a:noFill/>
          <a:ln>
            <a:noFill/>
          </a:ln>
        </p:spPr>
      </p:pic>
      <p:pic>
        <p:nvPicPr>
          <p:cNvPr id="1387" name="Google Shape;1387;p52"/>
          <p:cNvPicPr preferRelativeResize="0"/>
          <p:nvPr/>
        </p:nvPicPr>
        <p:blipFill rotWithShape="1">
          <a:blip r:embed="rId5">
            <a:alphaModFix/>
          </a:blip>
          <a:srcRect/>
          <a:stretch/>
        </p:blipFill>
        <p:spPr>
          <a:xfrm>
            <a:off x="4704306" y="4736203"/>
            <a:ext cx="312115" cy="368902"/>
          </a:xfrm>
          <a:prstGeom prst="rect">
            <a:avLst/>
          </a:prstGeom>
          <a:noFill/>
          <a:ln>
            <a:noFill/>
          </a:ln>
        </p:spPr>
      </p:pic>
      <p:pic>
        <p:nvPicPr>
          <p:cNvPr id="1388" name="Google Shape;1388;p52"/>
          <p:cNvPicPr preferRelativeResize="0"/>
          <p:nvPr/>
        </p:nvPicPr>
        <p:blipFill rotWithShape="1">
          <a:blip r:embed="rId10">
            <a:alphaModFix/>
          </a:blip>
          <a:srcRect/>
          <a:stretch/>
        </p:blipFill>
        <p:spPr>
          <a:xfrm>
            <a:off x="4690397" y="5186566"/>
            <a:ext cx="312115" cy="368469"/>
          </a:xfrm>
          <a:prstGeom prst="rect">
            <a:avLst/>
          </a:prstGeom>
          <a:noFill/>
          <a:ln>
            <a:noFill/>
          </a:ln>
        </p:spPr>
      </p:pic>
      <p:pic>
        <p:nvPicPr>
          <p:cNvPr id="1389" name="Google Shape;1389;p52"/>
          <p:cNvPicPr preferRelativeResize="0"/>
          <p:nvPr/>
        </p:nvPicPr>
        <p:blipFill rotWithShape="1">
          <a:blip r:embed="rId8">
            <a:alphaModFix/>
          </a:blip>
          <a:srcRect/>
          <a:stretch/>
        </p:blipFill>
        <p:spPr>
          <a:xfrm>
            <a:off x="4321927" y="5196139"/>
            <a:ext cx="312115" cy="368469"/>
          </a:xfrm>
          <a:prstGeom prst="rect">
            <a:avLst/>
          </a:prstGeom>
          <a:noFill/>
          <a:ln>
            <a:noFill/>
          </a:ln>
        </p:spPr>
      </p:pic>
      <p:pic>
        <p:nvPicPr>
          <p:cNvPr id="1390" name="Google Shape;1390;p52"/>
          <p:cNvPicPr preferRelativeResize="0"/>
          <p:nvPr/>
        </p:nvPicPr>
        <p:blipFill rotWithShape="1">
          <a:blip r:embed="rId8">
            <a:alphaModFix/>
          </a:blip>
          <a:srcRect/>
          <a:stretch/>
        </p:blipFill>
        <p:spPr>
          <a:xfrm>
            <a:off x="3598356" y="4732591"/>
            <a:ext cx="312115" cy="368902"/>
          </a:xfrm>
          <a:prstGeom prst="rect">
            <a:avLst/>
          </a:prstGeom>
          <a:noFill/>
          <a:ln>
            <a:noFill/>
          </a:ln>
        </p:spPr>
      </p:pic>
      <p:pic>
        <p:nvPicPr>
          <p:cNvPr id="1391" name="Google Shape;1391;p52"/>
          <p:cNvPicPr preferRelativeResize="0"/>
          <p:nvPr/>
        </p:nvPicPr>
        <p:blipFill rotWithShape="1">
          <a:blip r:embed="rId5">
            <a:alphaModFix/>
          </a:blip>
          <a:srcRect/>
          <a:stretch/>
        </p:blipFill>
        <p:spPr>
          <a:xfrm>
            <a:off x="3988500" y="4728327"/>
            <a:ext cx="312115" cy="368469"/>
          </a:xfrm>
          <a:prstGeom prst="rect">
            <a:avLst/>
          </a:prstGeom>
          <a:noFill/>
          <a:ln>
            <a:noFill/>
          </a:ln>
        </p:spPr>
      </p:pic>
      <p:grpSp>
        <p:nvGrpSpPr>
          <p:cNvPr id="1392" name="Google Shape;1392;p52"/>
          <p:cNvGrpSpPr/>
          <p:nvPr/>
        </p:nvGrpSpPr>
        <p:grpSpPr>
          <a:xfrm>
            <a:off x="3606663" y="5178801"/>
            <a:ext cx="680585" cy="377861"/>
            <a:chOff x="2535935" y="2784094"/>
            <a:chExt cx="478536" cy="265683"/>
          </a:xfrm>
        </p:grpSpPr>
        <p:pic>
          <p:nvPicPr>
            <p:cNvPr id="1393" name="Google Shape;1393;p52"/>
            <p:cNvPicPr preferRelativeResize="0"/>
            <p:nvPr/>
          </p:nvPicPr>
          <p:blipFill rotWithShape="1">
            <a:blip r:embed="rId4">
              <a:alphaModFix/>
            </a:blip>
            <a:srcRect/>
            <a:stretch/>
          </p:blipFill>
          <p:spPr>
            <a:xfrm>
              <a:off x="2795015" y="2784094"/>
              <a:ext cx="219456" cy="259080"/>
            </a:xfrm>
            <a:prstGeom prst="rect">
              <a:avLst/>
            </a:prstGeom>
            <a:noFill/>
            <a:ln>
              <a:noFill/>
            </a:ln>
          </p:spPr>
        </p:pic>
        <p:pic>
          <p:nvPicPr>
            <p:cNvPr id="1394" name="Google Shape;1394;p52"/>
            <p:cNvPicPr preferRelativeResize="0"/>
            <p:nvPr/>
          </p:nvPicPr>
          <p:blipFill rotWithShape="1">
            <a:blip r:embed="rId10">
              <a:alphaModFix/>
            </a:blip>
            <a:srcRect/>
            <a:stretch/>
          </p:blipFill>
          <p:spPr>
            <a:xfrm>
              <a:off x="2535935" y="2790393"/>
              <a:ext cx="219456" cy="259384"/>
            </a:xfrm>
            <a:prstGeom prst="rect">
              <a:avLst/>
            </a:prstGeom>
            <a:noFill/>
            <a:ln>
              <a:noFill/>
            </a:ln>
          </p:spPr>
        </p:pic>
      </p:grpSp>
      <p:grpSp>
        <p:nvGrpSpPr>
          <p:cNvPr id="1395" name="Google Shape;1395;p52"/>
          <p:cNvGrpSpPr/>
          <p:nvPr/>
        </p:nvGrpSpPr>
        <p:grpSpPr>
          <a:xfrm>
            <a:off x="780289" y="1764065"/>
            <a:ext cx="10917165" cy="707026"/>
            <a:chOff x="548640" y="383108"/>
            <a:chExt cx="7676132" cy="497128"/>
          </a:xfrm>
        </p:grpSpPr>
        <p:pic>
          <p:nvPicPr>
            <p:cNvPr id="1396" name="Google Shape;1396;p52"/>
            <p:cNvPicPr preferRelativeResize="0"/>
            <p:nvPr/>
          </p:nvPicPr>
          <p:blipFill rotWithShape="1">
            <a:blip r:embed="rId11">
              <a:alphaModFix/>
            </a:blip>
            <a:srcRect/>
            <a:stretch/>
          </p:blipFill>
          <p:spPr>
            <a:xfrm>
              <a:off x="548640" y="383108"/>
              <a:ext cx="423672" cy="497128"/>
            </a:xfrm>
            <a:prstGeom prst="rect">
              <a:avLst/>
            </a:prstGeom>
            <a:noFill/>
            <a:ln>
              <a:noFill/>
            </a:ln>
          </p:spPr>
        </p:pic>
        <p:pic>
          <p:nvPicPr>
            <p:cNvPr id="1397" name="Google Shape;1397;p52"/>
            <p:cNvPicPr preferRelativeResize="0"/>
            <p:nvPr/>
          </p:nvPicPr>
          <p:blipFill rotWithShape="1">
            <a:blip r:embed="rId12">
              <a:alphaModFix/>
            </a:blip>
            <a:srcRect/>
            <a:stretch/>
          </p:blipFill>
          <p:spPr>
            <a:xfrm>
              <a:off x="760476" y="462356"/>
              <a:ext cx="976477" cy="396544"/>
            </a:xfrm>
            <a:prstGeom prst="rect">
              <a:avLst/>
            </a:prstGeom>
            <a:noFill/>
            <a:ln>
              <a:noFill/>
            </a:ln>
          </p:spPr>
        </p:pic>
        <p:pic>
          <p:nvPicPr>
            <p:cNvPr id="1398" name="Google Shape;1398;p52"/>
            <p:cNvPicPr preferRelativeResize="0"/>
            <p:nvPr/>
          </p:nvPicPr>
          <p:blipFill rotWithShape="1">
            <a:blip r:embed="rId13">
              <a:alphaModFix/>
            </a:blip>
            <a:srcRect/>
            <a:stretch/>
          </p:blipFill>
          <p:spPr>
            <a:xfrm>
              <a:off x="1691893" y="383108"/>
              <a:ext cx="408431" cy="497128"/>
            </a:xfrm>
            <a:prstGeom prst="rect">
              <a:avLst/>
            </a:prstGeom>
            <a:noFill/>
            <a:ln>
              <a:noFill/>
            </a:ln>
          </p:spPr>
        </p:pic>
        <p:pic>
          <p:nvPicPr>
            <p:cNvPr id="1399" name="Google Shape;1399;p52"/>
            <p:cNvPicPr preferRelativeResize="0"/>
            <p:nvPr/>
          </p:nvPicPr>
          <p:blipFill rotWithShape="1">
            <a:blip r:embed="rId14">
              <a:alphaModFix/>
            </a:blip>
            <a:srcRect/>
            <a:stretch/>
          </p:blipFill>
          <p:spPr>
            <a:xfrm>
              <a:off x="1896109" y="462356"/>
              <a:ext cx="1092047" cy="396544"/>
            </a:xfrm>
            <a:prstGeom prst="rect">
              <a:avLst/>
            </a:prstGeom>
            <a:noFill/>
            <a:ln>
              <a:noFill/>
            </a:ln>
          </p:spPr>
        </p:pic>
        <p:pic>
          <p:nvPicPr>
            <p:cNvPr id="1400" name="Google Shape;1400;p52"/>
            <p:cNvPicPr preferRelativeResize="0"/>
            <p:nvPr/>
          </p:nvPicPr>
          <p:blipFill rotWithShape="1">
            <a:blip r:embed="rId15">
              <a:alphaModFix/>
            </a:blip>
            <a:srcRect/>
            <a:stretch/>
          </p:blipFill>
          <p:spPr>
            <a:xfrm>
              <a:off x="2932429" y="383108"/>
              <a:ext cx="475488" cy="497128"/>
            </a:xfrm>
            <a:prstGeom prst="rect">
              <a:avLst/>
            </a:prstGeom>
            <a:noFill/>
            <a:ln>
              <a:noFill/>
            </a:ln>
          </p:spPr>
        </p:pic>
        <p:pic>
          <p:nvPicPr>
            <p:cNvPr id="1401" name="Google Shape;1401;p52"/>
            <p:cNvPicPr preferRelativeResize="0"/>
            <p:nvPr/>
          </p:nvPicPr>
          <p:blipFill rotWithShape="1">
            <a:blip r:embed="rId16">
              <a:alphaModFix/>
            </a:blip>
            <a:srcRect/>
            <a:stretch/>
          </p:blipFill>
          <p:spPr>
            <a:xfrm>
              <a:off x="3249803" y="462356"/>
              <a:ext cx="1304925" cy="396544"/>
            </a:xfrm>
            <a:prstGeom prst="rect">
              <a:avLst/>
            </a:prstGeom>
            <a:noFill/>
            <a:ln>
              <a:noFill/>
            </a:ln>
          </p:spPr>
        </p:pic>
        <p:pic>
          <p:nvPicPr>
            <p:cNvPr id="1402" name="Google Shape;1402;p52"/>
            <p:cNvPicPr preferRelativeResize="0"/>
            <p:nvPr/>
          </p:nvPicPr>
          <p:blipFill rotWithShape="1">
            <a:blip r:embed="rId17">
              <a:alphaModFix/>
            </a:blip>
            <a:srcRect/>
            <a:stretch/>
          </p:blipFill>
          <p:spPr>
            <a:xfrm>
              <a:off x="4391279" y="383108"/>
              <a:ext cx="704545" cy="497128"/>
            </a:xfrm>
            <a:prstGeom prst="rect">
              <a:avLst/>
            </a:prstGeom>
            <a:noFill/>
            <a:ln>
              <a:noFill/>
            </a:ln>
          </p:spPr>
        </p:pic>
        <p:pic>
          <p:nvPicPr>
            <p:cNvPr id="1403" name="Google Shape;1403;p52"/>
            <p:cNvPicPr preferRelativeResize="0"/>
            <p:nvPr/>
          </p:nvPicPr>
          <p:blipFill rotWithShape="1">
            <a:blip r:embed="rId18">
              <a:alphaModFix/>
            </a:blip>
            <a:srcRect/>
            <a:stretch/>
          </p:blipFill>
          <p:spPr>
            <a:xfrm>
              <a:off x="4860670" y="462356"/>
              <a:ext cx="1725295" cy="396544"/>
            </a:xfrm>
            <a:prstGeom prst="rect">
              <a:avLst/>
            </a:prstGeom>
            <a:noFill/>
            <a:ln>
              <a:noFill/>
            </a:ln>
          </p:spPr>
        </p:pic>
        <p:pic>
          <p:nvPicPr>
            <p:cNvPr id="1404" name="Google Shape;1404;p52"/>
            <p:cNvPicPr preferRelativeResize="0"/>
            <p:nvPr/>
          </p:nvPicPr>
          <p:blipFill rotWithShape="1">
            <a:blip r:embed="rId19">
              <a:alphaModFix/>
            </a:blip>
            <a:srcRect/>
            <a:stretch/>
          </p:blipFill>
          <p:spPr>
            <a:xfrm>
              <a:off x="6529705" y="383108"/>
              <a:ext cx="435864" cy="497128"/>
            </a:xfrm>
            <a:prstGeom prst="rect">
              <a:avLst/>
            </a:prstGeom>
            <a:noFill/>
            <a:ln>
              <a:noFill/>
            </a:ln>
          </p:spPr>
        </p:pic>
        <p:pic>
          <p:nvPicPr>
            <p:cNvPr id="1405" name="Google Shape;1405;p52"/>
            <p:cNvPicPr preferRelativeResize="0"/>
            <p:nvPr/>
          </p:nvPicPr>
          <p:blipFill rotWithShape="1">
            <a:blip r:embed="rId20">
              <a:alphaModFix/>
            </a:blip>
            <a:srcRect/>
            <a:stretch/>
          </p:blipFill>
          <p:spPr>
            <a:xfrm>
              <a:off x="6747636" y="462356"/>
              <a:ext cx="1425067" cy="396544"/>
            </a:xfrm>
            <a:prstGeom prst="rect">
              <a:avLst/>
            </a:prstGeom>
            <a:noFill/>
            <a:ln>
              <a:noFill/>
            </a:ln>
          </p:spPr>
        </p:pic>
        <p:pic>
          <p:nvPicPr>
            <p:cNvPr id="1406" name="Google Shape;1406;p52"/>
            <p:cNvPicPr preferRelativeResize="0"/>
            <p:nvPr/>
          </p:nvPicPr>
          <p:blipFill rotWithShape="1">
            <a:blip r:embed="rId21">
              <a:alphaModFix/>
            </a:blip>
            <a:srcRect/>
            <a:stretch/>
          </p:blipFill>
          <p:spPr>
            <a:xfrm>
              <a:off x="8014461" y="383108"/>
              <a:ext cx="210311" cy="497128"/>
            </a:xfrm>
            <a:prstGeom prst="rect">
              <a:avLst/>
            </a:prstGeom>
            <a:noFill/>
            <a:ln>
              <a:noFill/>
            </a:ln>
          </p:spPr>
        </p:pic>
      </p:grpSp>
      <p:grpSp>
        <p:nvGrpSpPr>
          <p:cNvPr id="1407" name="Google Shape;1407;p52"/>
          <p:cNvGrpSpPr/>
          <p:nvPr/>
        </p:nvGrpSpPr>
        <p:grpSpPr>
          <a:xfrm>
            <a:off x="3526468" y="6914002"/>
            <a:ext cx="4744583" cy="368468"/>
            <a:chOff x="2479548" y="4004157"/>
            <a:chExt cx="3336035" cy="259079"/>
          </a:xfrm>
        </p:grpSpPr>
        <p:pic>
          <p:nvPicPr>
            <p:cNvPr id="1408" name="Google Shape;1408;p52"/>
            <p:cNvPicPr preferRelativeResize="0"/>
            <p:nvPr/>
          </p:nvPicPr>
          <p:blipFill rotWithShape="1">
            <a:blip r:embed="rId22">
              <a:alphaModFix/>
            </a:blip>
            <a:srcRect/>
            <a:stretch/>
          </p:blipFill>
          <p:spPr>
            <a:xfrm>
              <a:off x="2479548" y="4004157"/>
              <a:ext cx="451104" cy="259079"/>
            </a:xfrm>
            <a:prstGeom prst="rect">
              <a:avLst/>
            </a:prstGeom>
            <a:noFill/>
            <a:ln>
              <a:noFill/>
            </a:ln>
          </p:spPr>
        </p:pic>
        <p:pic>
          <p:nvPicPr>
            <p:cNvPr id="1409" name="Google Shape;1409;p52"/>
            <p:cNvPicPr preferRelativeResize="0"/>
            <p:nvPr/>
          </p:nvPicPr>
          <p:blipFill rotWithShape="1">
            <a:blip r:embed="rId23">
              <a:alphaModFix/>
            </a:blip>
            <a:srcRect/>
            <a:stretch/>
          </p:blipFill>
          <p:spPr>
            <a:xfrm>
              <a:off x="2817876" y="4004157"/>
              <a:ext cx="152400" cy="259079"/>
            </a:xfrm>
            <a:prstGeom prst="rect">
              <a:avLst/>
            </a:prstGeom>
            <a:noFill/>
            <a:ln>
              <a:noFill/>
            </a:ln>
          </p:spPr>
        </p:pic>
        <p:pic>
          <p:nvPicPr>
            <p:cNvPr id="1410" name="Google Shape;1410;p52"/>
            <p:cNvPicPr preferRelativeResize="0"/>
            <p:nvPr/>
          </p:nvPicPr>
          <p:blipFill rotWithShape="1">
            <a:blip r:embed="rId24">
              <a:alphaModFix/>
            </a:blip>
            <a:srcRect/>
            <a:stretch/>
          </p:blipFill>
          <p:spPr>
            <a:xfrm>
              <a:off x="2894076" y="4004157"/>
              <a:ext cx="2921507" cy="259079"/>
            </a:xfrm>
            <a:prstGeom prst="rect">
              <a:avLst/>
            </a:prstGeom>
            <a:noFill/>
            <a:ln>
              <a:noFill/>
            </a:ln>
          </p:spPr>
        </p:pic>
      </p:grpSp>
      <p:pic>
        <p:nvPicPr>
          <p:cNvPr id="1411" name="Google Shape;1411;p52"/>
          <p:cNvPicPr preferRelativeResize="0"/>
          <p:nvPr/>
        </p:nvPicPr>
        <p:blipFill rotWithShape="1">
          <a:blip r:embed="rId3">
            <a:alphaModFix/>
          </a:blip>
          <a:srcRect/>
          <a:stretch/>
        </p:blipFill>
        <p:spPr>
          <a:xfrm>
            <a:off x="7323507" y="4067250"/>
            <a:ext cx="312115" cy="379307"/>
          </a:xfrm>
          <a:prstGeom prst="rect">
            <a:avLst/>
          </a:prstGeom>
          <a:noFill/>
          <a:ln>
            <a:noFill/>
          </a:ln>
        </p:spPr>
      </p:pic>
      <p:pic>
        <p:nvPicPr>
          <p:cNvPr id="1412" name="Google Shape;1412;p52"/>
          <p:cNvPicPr preferRelativeResize="0"/>
          <p:nvPr/>
        </p:nvPicPr>
        <p:blipFill rotWithShape="1">
          <a:blip r:embed="rId9">
            <a:alphaModFix/>
          </a:blip>
          <a:srcRect/>
          <a:stretch/>
        </p:blipFill>
        <p:spPr>
          <a:xfrm>
            <a:off x="7652964" y="4067250"/>
            <a:ext cx="312115" cy="379307"/>
          </a:xfrm>
          <a:prstGeom prst="rect">
            <a:avLst/>
          </a:prstGeom>
          <a:noFill/>
          <a:ln>
            <a:noFill/>
          </a:ln>
        </p:spPr>
      </p:pic>
      <p:sp>
        <p:nvSpPr>
          <p:cNvPr id="1413" name="Google Shape;1413;p52"/>
          <p:cNvSpPr txBox="1"/>
          <p:nvPr/>
        </p:nvSpPr>
        <p:spPr>
          <a:xfrm>
            <a:off x="3693638" y="5805602"/>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4 x 4</a:t>
            </a:r>
            <a:endParaRPr/>
          </a:p>
        </p:txBody>
      </p:sp>
      <p:sp>
        <p:nvSpPr>
          <p:cNvPr id="1414" name="Google Shape;1414;p52"/>
          <p:cNvSpPr txBox="1"/>
          <p:nvPr/>
        </p:nvSpPr>
        <p:spPr>
          <a:xfrm>
            <a:off x="6765804" y="5735047"/>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3 x 3</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1418"/>
        <p:cNvGrpSpPr/>
        <p:nvPr/>
      </p:nvGrpSpPr>
      <p:grpSpPr>
        <a:xfrm>
          <a:off x="0" y="0"/>
          <a:ext cx="0" cy="0"/>
          <a:chOff x="0" y="0"/>
          <a:chExt cx="0" cy="0"/>
        </a:xfrm>
      </p:grpSpPr>
      <p:grpSp>
        <p:nvGrpSpPr>
          <p:cNvPr id="1419" name="Google Shape;1419;p53"/>
          <p:cNvGrpSpPr/>
          <p:nvPr/>
        </p:nvGrpSpPr>
        <p:grpSpPr>
          <a:xfrm>
            <a:off x="6958471" y="4067250"/>
            <a:ext cx="678017" cy="769451"/>
            <a:chOff x="4892675" y="2002535"/>
            <a:chExt cx="476731" cy="541020"/>
          </a:xfrm>
        </p:grpSpPr>
        <p:pic>
          <p:nvPicPr>
            <p:cNvPr id="1420" name="Google Shape;1420;p53"/>
            <p:cNvPicPr preferRelativeResize="0"/>
            <p:nvPr/>
          </p:nvPicPr>
          <p:blipFill rotWithShape="1">
            <a:blip r:embed="rId3">
              <a:alphaModFix/>
            </a:blip>
            <a:srcRect/>
            <a:stretch/>
          </p:blipFill>
          <p:spPr>
            <a:xfrm>
              <a:off x="4892675" y="2002535"/>
              <a:ext cx="219455" cy="266700"/>
            </a:xfrm>
            <a:prstGeom prst="rect">
              <a:avLst/>
            </a:prstGeom>
            <a:noFill/>
            <a:ln>
              <a:noFill/>
            </a:ln>
          </p:spPr>
        </p:pic>
        <p:pic>
          <p:nvPicPr>
            <p:cNvPr id="1421" name="Google Shape;1421;p53"/>
            <p:cNvPicPr preferRelativeResize="0"/>
            <p:nvPr/>
          </p:nvPicPr>
          <p:blipFill rotWithShape="1">
            <a:blip r:embed="rId4">
              <a:alphaModFix/>
            </a:blip>
            <a:srcRect/>
            <a:stretch/>
          </p:blipFill>
          <p:spPr>
            <a:xfrm>
              <a:off x="5149341" y="2276855"/>
              <a:ext cx="220065" cy="266700"/>
            </a:xfrm>
            <a:prstGeom prst="rect">
              <a:avLst/>
            </a:prstGeom>
            <a:noFill/>
            <a:ln>
              <a:noFill/>
            </a:ln>
          </p:spPr>
        </p:pic>
        <p:pic>
          <p:nvPicPr>
            <p:cNvPr id="1422" name="Google Shape;1422;p53"/>
            <p:cNvPicPr preferRelativeResize="0"/>
            <p:nvPr/>
          </p:nvPicPr>
          <p:blipFill rotWithShape="1">
            <a:blip r:embed="rId3">
              <a:alphaModFix/>
            </a:blip>
            <a:srcRect/>
            <a:stretch/>
          </p:blipFill>
          <p:spPr>
            <a:xfrm>
              <a:off x="4896357" y="2273807"/>
              <a:ext cx="219456" cy="266700"/>
            </a:xfrm>
            <a:prstGeom prst="rect">
              <a:avLst/>
            </a:prstGeom>
            <a:noFill/>
            <a:ln>
              <a:noFill/>
            </a:ln>
          </p:spPr>
        </p:pic>
      </p:grpSp>
      <p:graphicFrame>
        <p:nvGraphicFramePr>
          <p:cNvPr id="1423" name="Google Shape;1423;p53"/>
          <p:cNvGraphicFramePr/>
          <p:nvPr/>
        </p:nvGraphicFramePr>
        <p:xfrm>
          <a:off x="3491698" y="3845699"/>
          <a:ext cx="1477475" cy="1732175"/>
        </p:xfrm>
        <a:graphic>
          <a:graphicData uri="http://schemas.openxmlformats.org/drawingml/2006/table">
            <a:tbl>
              <a:tblPr firstRow="1" bandRow="1">
                <a:noFill/>
                <a:tableStyleId>{6F84EB96-A106-4A15-B49F-ACFDD6C5B9B5}</a:tableStyleId>
              </a:tblPr>
              <a:tblGrid>
                <a:gridCol w="359425">
                  <a:extLst>
                    <a:ext uri="{9D8B030D-6E8A-4147-A177-3AD203B41FA5}">
                      <a16:colId xmlns:a16="http://schemas.microsoft.com/office/drawing/2014/main" val="20000"/>
                    </a:ext>
                  </a:extLst>
                </a:gridCol>
                <a:gridCol w="379300">
                  <a:extLst>
                    <a:ext uri="{9D8B030D-6E8A-4147-A177-3AD203B41FA5}">
                      <a16:colId xmlns:a16="http://schemas.microsoft.com/office/drawing/2014/main" val="20001"/>
                    </a:ext>
                  </a:extLst>
                </a:gridCol>
                <a:gridCol w="369375">
                  <a:extLst>
                    <a:ext uri="{9D8B030D-6E8A-4147-A177-3AD203B41FA5}">
                      <a16:colId xmlns:a16="http://schemas.microsoft.com/office/drawing/2014/main" val="20002"/>
                    </a:ext>
                  </a:extLst>
                </a:gridCol>
                <a:gridCol w="369375">
                  <a:extLst>
                    <a:ext uri="{9D8B030D-6E8A-4147-A177-3AD203B41FA5}">
                      <a16:colId xmlns:a16="http://schemas.microsoft.com/office/drawing/2014/main" val="20003"/>
                    </a:ext>
                  </a:extLst>
                </a:gridCol>
              </a:tblGrid>
              <a:tr h="4298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4362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037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624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graphicFrame>
        <p:nvGraphicFramePr>
          <p:cNvPr id="1424" name="Google Shape;1424;p53"/>
          <p:cNvGraphicFramePr/>
          <p:nvPr/>
        </p:nvGraphicFramePr>
        <p:xfrm>
          <a:off x="6844949" y="4059574"/>
          <a:ext cx="1033150" cy="1137925"/>
        </p:xfrm>
        <a:graphic>
          <a:graphicData uri="http://schemas.openxmlformats.org/drawingml/2006/table">
            <a:tbl>
              <a:tblPr firstRow="1" bandRow="1">
                <a:noFill/>
                <a:tableStyleId>{6F84EB96-A106-4A15-B49F-ACFDD6C5B9B5}</a:tableStyleId>
              </a:tblPr>
              <a:tblGrid>
                <a:gridCol w="363050">
                  <a:extLst>
                    <a:ext uri="{9D8B030D-6E8A-4147-A177-3AD203B41FA5}">
                      <a16:colId xmlns:a16="http://schemas.microsoft.com/office/drawing/2014/main" val="20000"/>
                    </a:ext>
                  </a:extLst>
                </a:gridCol>
                <a:gridCol w="355825">
                  <a:extLst>
                    <a:ext uri="{9D8B030D-6E8A-4147-A177-3AD203B41FA5}">
                      <a16:colId xmlns:a16="http://schemas.microsoft.com/office/drawing/2014/main" val="20001"/>
                    </a:ext>
                  </a:extLst>
                </a:gridCol>
                <a:gridCol w="314275">
                  <a:extLst>
                    <a:ext uri="{9D8B030D-6E8A-4147-A177-3AD203B41FA5}">
                      <a16:colId xmlns:a16="http://schemas.microsoft.com/office/drawing/2014/main" val="20002"/>
                    </a:ext>
                  </a:extLst>
                </a:gridCol>
              </a:tblGrid>
              <a:tr h="36215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99175">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76600">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8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pic>
        <p:nvPicPr>
          <p:cNvPr id="1425" name="Google Shape;1425;p53"/>
          <p:cNvPicPr preferRelativeResize="0"/>
          <p:nvPr/>
        </p:nvPicPr>
        <p:blipFill rotWithShape="1">
          <a:blip r:embed="rId5">
            <a:alphaModFix/>
          </a:blip>
          <a:srcRect/>
          <a:stretch/>
        </p:blipFill>
        <p:spPr>
          <a:xfrm>
            <a:off x="3590588" y="3882656"/>
            <a:ext cx="312115" cy="368468"/>
          </a:xfrm>
          <a:prstGeom prst="rect">
            <a:avLst/>
          </a:prstGeom>
          <a:noFill/>
          <a:ln>
            <a:noFill/>
          </a:ln>
        </p:spPr>
      </p:pic>
      <p:pic>
        <p:nvPicPr>
          <p:cNvPr id="1426" name="Google Shape;1426;p53"/>
          <p:cNvPicPr preferRelativeResize="0"/>
          <p:nvPr/>
        </p:nvPicPr>
        <p:blipFill rotWithShape="1">
          <a:blip r:embed="rId6">
            <a:alphaModFix/>
          </a:blip>
          <a:srcRect/>
          <a:stretch/>
        </p:blipFill>
        <p:spPr>
          <a:xfrm>
            <a:off x="3980732" y="3878248"/>
            <a:ext cx="312115" cy="368902"/>
          </a:xfrm>
          <a:prstGeom prst="rect">
            <a:avLst/>
          </a:prstGeom>
          <a:noFill/>
          <a:ln>
            <a:noFill/>
          </a:ln>
        </p:spPr>
      </p:pic>
      <p:pic>
        <p:nvPicPr>
          <p:cNvPr id="1427" name="Google Shape;1427;p53"/>
          <p:cNvPicPr preferRelativeResize="0"/>
          <p:nvPr/>
        </p:nvPicPr>
        <p:blipFill rotWithShape="1">
          <a:blip r:embed="rId7">
            <a:alphaModFix/>
          </a:blip>
          <a:srcRect/>
          <a:stretch/>
        </p:blipFill>
        <p:spPr>
          <a:xfrm>
            <a:off x="3966824" y="4328610"/>
            <a:ext cx="312115" cy="368469"/>
          </a:xfrm>
          <a:prstGeom prst="rect">
            <a:avLst/>
          </a:prstGeom>
          <a:noFill/>
          <a:ln>
            <a:noFill/>
          </a:ln>
        </p:spPr>
      </p:pic>
      <p:pic>
        <p:nvPicPr>
          <p:cNvPr id="1428" name="Google Shape;1428;p53"/>
          <p:cNvPicPr preferRelativeResize="0"/>
          <p:nvPr/>
        </p:nvPicPr>
        <p:blipFill rotWithShape="1">
          <a:blip r:embed="rId8">
            <a:alphaModFix/>
          </a:blip>
          <a:srcRect/>
          <a:stretch/>
        </p:blipFill>
        <p:spPr>
          <a:xfrm>
            <a:off x="3598356" y="4338183"/>
            <a:ext cx="312115" cy="368469"/>
          </a:xfrm>
          <a:prstGeom prst="rect">
            <a:avLst/>
          </a:prstGeom>
          <a:noFill/>
          <a:ln>
            <a:noFill/>
          </a:ln>
        </p:spPr>
      </p:pic>
      <p:pic>
        <p:nvPicPr>
          <p:cNvPr id="1429" name="Google Shape;1429;p53"/>
          <p:cNvPicPr preferRelativeResize="0"/>
          <p:nvPr/>
        </p:nvPicPr>
        <p:blipFill rotWithShape="1">
          <a:blip r:embed="rId5">
            <a:alphaModFix/>
          </a:blip>
          <a:srcRect/>
          <a:stretch/>
        </p:blipFill>
        <p:spPr>
          <a:xfrm>
            <a:off x="4305852" y="3873985"/>
            <a:ext cx="312115" cy="368468"/>
          </a:xfrm>
          <a:prstGeom prst="rect">
            <a:avLst/>
          </a:prstGeom>
          <a:noFill/>
          <a:ln>
            <a:noFill/>
          </a:ln>
        </p:spPr>
      </p:pic>
      <p:pic>
        <p:nvPicPr>
          <p:cNvPr id="1430" name="Google Shape;1430;p53"/>
          <p:cNvPicPr preferRelativeResize="0"/>
          <p:nvPr/>
        </p:nvPicPr>
        <p:blipFill rotWithShape="1">
          <a:blip r:embed="rId9">
            <a:alphaModFix/>
          </a:blip>
          <a:srcRect/>
          <a:stretch/>
        </p:blipFill>
        <p:spPr>
          <a:xfrm>
            <a:off x="4695996" y="3869578"/>
            <a:ext cx="312114" cy="368902"/>
          </a:xfrm>
          <a:prstGeom prst="rect">
            <a:avLst/>
          </a:prstGeom>
          <a:noFill/>
          <a:ln>
            <a:noFill/>
          </a:ln>
        </p:spPr>
      </p:pic>
      <p:pic>
        <p:nvPicPr>
          <p:cNvPr id="1431" name="Google Shape;1431;p53"/>
          <p:cNvPicPr preferRelativeResize="0"/>
          <p:nvPr/>
        </p:nvPicPr>
        <p:blipFill rotWithShape="1">
          <a:blip r:embed="rId10">
            <a:alphaModFix/>
          </a:blip>
          <a:srcRect/>
          <a:stretch/>
        </p:blipFill>
        <p:spPr>
          <a:xfrm>
            <a:off x="4682632" y="4319940"/>
            <a:ext cx="312114" cy="368469"/>
          </a:xfrm>
          <a:prstGeom prst="rect">
            <a:avLst/>
          </a:prstGeom>
          <a:noFill/>
          <a:ln>
            <a:noFill/>
          </a:ln>
        </p:spPr>
      </p:pic>
      <p:pic>
        <p:nvPicPr>
          <p:cNvPr id="1432" name="Google Shape;1432;p53"/>
          <p:cNvPicPr preferRelativeResize="0"/>
          <p:nvPr/>
        </p:nvPicPr>
        <p:blipFill rotWithShape="1">
          <a:blip r:embed="rId5">
            <a:alphaModFix/>
          </a:blip>
          <a:srcRect/>
          <a:stretch/>
        </p:blipFill>
        <p:spPr>
          <a:xfrm>
            <a:off x="4314162" y="4329513"/>
            <a:ext cx="312115" cy="368469"/>
          </a:xfrm>
          <a:prstGeom prst="rect">
            <a:avLst/>
          </a:prstGeom>
          <a:noFill/>
          <a:ln>
            <a:noFill/>
          </a:ln>
        </p:spPr>
      </p:pic>
      <p:pic>
        <p:nvPicPr>
          <p:cNvPr id="1433" name="Google Shape;1433;p53"/>
          <p:cNvPicPr preferRelativeResize="0"/>
          <p:nvPr/>
        </p:nvPicPr>
        <p:blipFill rotWithShape="1">
          <a:blip r:embed="rId6">
            <a:alphaModFix/>
          </a:blip>
          <a:srcRect/>
          <a:stretch/>
        </p:blipFill>
        <p:spPr>
          <a:xfrm>
            <a:off x="4314162" y="4740429"/>
            <a:ext cx="312115" cy="368469"/>
          </a:xfrm>
          <a:prstGeom prst="rect">
            <a:avLst/>
          </a:prstGeom>
          <a:noFill/>
          <a:ln>
            <a:noFill/>
          </a:ln>
        </p:spPr>
      </p:pic>
      <p:pic>
        <p:nvPicPr>
          <p:cNvPr id="1434" name="Google Shape;1434;p53"/>
          <p:cNvPicPr preferRelativeResize="0"/>
          <p:nvPr/>
        </p:nvPicPr>
        <p:blipFill rotWithShape="1">
          <a:blip r:embed="rId6">
            <a:alphaModFix/>
          </a:blip>
          <a:srcRect/>
          <a:stretch/>
        </p:blipFill>
        <p:spPr>
          <a:xfrm>
            <a:off x="4704306" y="4736203"/>
            <a:ext cx="312115" cy="368902"/>
          </a:xfrm>
          <a:prstGeom prst="rect">
            <a:avLst/>
          </a:prstGeom>
          <a:noFill/>
          <a:ln>
            <a:noFill/>
          </a:ln>
        </p:spPr>
      </p:pic>
      <p:pic>
        <p:nvPicPr>
          <p:cNvPr id="1435" name="Google Shape;1435;p53"/>
          <p:cNvPicPr preferRelativeResize="0"/>
          <p:nvPr/>
        </p:nvPicPr>
        <p:blipFill rotWithShape="1">
          <a:blip r:embed="rId11">
            <a:alphaModFix/>
          </a:blip>
          <a:srcRect/>
          <a:stretch/>
        </p:blipFill>
        <p:spPr>
          <a:xfrm>
            <a:off x="4690397" y="5186566"/>
            <a:ext cx="312115" cy="368469"/>
          </a:xfrm>
          <a:prstGeom prst="rect">
            <a:avLst/>
          </a:prstGeom>
          <a:noFill/>
          <a:ln>
            <a:noFill/>
          </a:ln>
        </p:spPr>
      </p:pic>
      <p:pic>
        <p:nvPicPr>
          <p:cNvPr id="1436" name="Google Shape;1436;p53"/>
          <p:cNvPicPr preferRelativeResize="0"/>
          <p:nvPr/>
        </p:nvPicPr>
        <p:blipFill rotWithShape="1">
          <a:blip r:embed="rId9">
            <a:alphaModFix/>
          </a:blip>
          <a:srcRect/>
          <a:stretch/>
        </p:blipFill>
        <p:spPr>
          <a:xfrm>
            <a:off x="4321927" y="5196139"/>
            <a:ext cx="312115" cy="368469"/>
          </a:xfrm>
          <a:prstGeom prst="rect">
            <a:avLst/>
          </a:prstGeom>
          <a:noFill/>
          <a:ln>
            <a:noFill/>
          </a:ln>
        </p:spPr>
      </p:pic>
      <p:pic>
        <p:nvPicPr>
          <p:cNvPr id="1437" name="Google Shape;1437;p53"/>
          <p:cNvPicPr preferRelativeResize="0"/>
          <p:nvPr/>
        </p:nvPicPr>
        <p:blipFill rotWithShape="1">
          <a:blip r:embed="rId9">
            <a:alphaModFix/>
          </a:blip>
          <a:srcRect/>
          <a:stretch/>
        </p:blipFill>
        <p:spPr>
          <a:xfrm>
            <a:off x="3598356" y="4732591"/>
            <a:ext cx="312115" cy="368902"/>
          </a:xfrm>
          <a:prstGeom prst="rect">
            <a:avLst/>
          </a:prstGeom>
          <a:noFill/>
          <a:ln>
            <a:noFill/>
          </a:ln>
        </p:spPr>
      </p:pic>
      <p:pic>
        <p:nvPicPr>
          <p:cNvPr id="1438" name="Google Shape;1438;p53"/>
          <p:cNvPicPr preferRelativeResize="0"/>
          <p:nvPr/>
        </p:nvPicPr>
        <p:blipFill rotWithShape="1">
          <a:blip r:embed="rId6">
            <a:alphaModFix/>
          </a:blip>
          <a:srcRect/>
          <a:stretch/>
        </p:blipFill>
        <p:spPr>
          <a:xfrm>
            <a:off x="3988500" y="4728327"/>
            <a:ext cx="312115" cy="368469"/>
          </a:xfrm>
          <a:prstGeom prst="rect">
            <a:avLst/>
          </a:prstGeom>
          <a:noFill/>
          <a:ln>
            <a:noFill/>
          </a:ln>
        </p:spPr>
      </p:pic>
      <p:grpSp>
        <p:nvGrpSpPr>
          <p:cNvPr id="1439" name="Google Shape;1439;p53"/>
          <p:cNvGrpSpPr/>
          <p:nvPr/>
        </p:nvGrpSpPr>
        <p:grpSpPr>
          <a:xfrm>
            <a:off x="3606663" y="5178801"/>
            <a:ext cx="680585" cy="377861"/>
            <a:chOff x="2535935" y="2784094"/>
            <a:chExt cx="478536" cy="265683"/>
          </a:xfrm>
        </p:grpSpPr>
        <p:pic>
          <p:nvPicPr>
            <p:cNvPr id="1440" name="Google Shape;1440;p53"/>
            <p:cNvPicPr preferRelativeResize="0"/>
            <p:nvPr/>
          </p:nvPicPr>
          <p:blipFill rotWithShape="1">
            <a:blip r:embed="rId5">
              <a:alphaModFix/>
            </a:blip>
            <a:srcRect/>
            <a:stretch/>
          </p:blipFill>
          <p:spPr>
            <a:xfrm>
              <a:off x="2795015" y="2784094"/>
              <a:ext cx="219456" cy="259080"/>
            </a:xfrm>
            <a:prstGeom prst="rect">
              <a:avLst/>
            </a:prstGeom>
            <a:noFill/>
            <a:ln>
              <a:noFill/>
            </a:ln>
          </p:spPr>
        </p:pic>
        <p:pic>
          <p:nvPicPr>
            <p:cNvPr id="1441" name="Google Shape;1441;p53"/>
            <p:cNvPicPr preferRelativeResize="0"/>
            <p:nvPr/>
          </p:nvPicPr>
          <p:blipFill rotWithShape="1">
            <a:blip r:embed="rId11">
              <a:alphaModFix/>
            </a:blip>
            <a:srcRect/>
            <a:stretch/>
          </p:blipFill>
          <p:spPr>
            <a:xfrm>
              <a:off x="2535935" y="2790393"/>
              <a:ext cx="219456" cy="259384"/>
            </a:xfrm>
            <a:prstGeom prst="rect">
              <a:avLst/>
            </a:prstGeom>
            <a:noFill/>
            <a:ln>
              <a:noFill/>
            </a:ln>
          </p:spPr>
        </p:pic>
      </p:grpSp>
      <p:grpSp>
        <p:nvGrpSpPr>
          <p:cNvPr id="1442" name="Google Shape;1442;p53"/>
          <p:cNvGrpSpPr/>
          <p:nvPr/>
        </p:nvGrpSpPr>
        <p:grpSpPr>
          <a:xfrm>
            <a:off x="780289" y="1764065"/>
            <a:ext cx="10917165" cy="707026"/>
            <a:chOff x="548640" y="383108"/>
            <a:chExt cx="7676132" cy="497128"/>
          </a:xfrm>
        </p:grpSpPr>
        <p:pic>
          <p:nvPicPr>
            <p:cNvPr id="1443" name="Google Shape;1443;p53"/>
            <p:cNvPicPr preferRelativeResize="0"/>
            <p:nvPr/>
          </p:nvPicPr>
          <p:blipFill rotWithShape="1">
            <a:blip r:embed="rId12">
              <a:alphaModFix/>
            </a:blip>
            <a:srcRect/>
            <a:stretch/>
          </p:blipFill>
          <p:spPr>
            <a:xfrm>
              <a:off x="548640" y="383108"/>
              <a:ext cx="423672" cy="497128"/>
            </a:xfrm>
            <a:prstGeom prst="rect">
              <a:avLst/>
            </a:prstGeom>
            <a:noFill/>
            <a:ln>
              <a:noFill/>
            </a:ln>
          </p:spPr>
        </p:pic>
        <p:pic>
          <p:nvPicPr>
            <p:cNvPr id="1444" name="Google Shape;1444;p53"/>
            <p:cNvPicPr preferRelativeResize="0"/>
            <p:nvPr/>
          </p:nvPicPr>
          <p:blipFill rotWithShape="1">
            <a:blip r:embed="rId13">
              <a:alphaModFix/>
            </a:blip>
            <a:srcRect/>
            <a:stretch/>
          </p:blipFill>
          <p:spPr>
            <a:xfrm>
              <a:off x="760476" y="462356"/>
              <a:ext cx="976477" cy="396544"/>
            </a:xfrm>
            <a:prstGeom prst="rect">
              <a:avLst/>
            </a:prstGeom>
            <a:noFill/>
            <a:ln>
              <a:noFill/>
            </a:ln>
          </p:spPr>
        </p:pic>
        <p:pic>
          <p:nvPicPr>
            <p:cNvPr id="1445" name="Google Shape;1445;p53"/>
            <p:cNvPicPr preferRelativeResize="0"/>
            <p:nvPr/>
          </p:nvPicPr>
          <p:blipFill rotWithShape="1">
            <a:blip r:embed="rId14">
              <a:alphaModFix/>
            </a:blip>
            <a:srcRect/>
            <a:stretch/>
          </p:blipFill>
          <p:spPr>
            <a:xfrm>
              <a:off x="1691893" y="383108"/>
              <a:ext cx="408431" cy="497128"/>
            </a:xfrm>
            <a:prstGeom prst="rect">
              <a:avLst/>
            </a:prstGeom>
            <a:noFill/>
            <a:ln>
              <a:noFill/>
            </a:ln>
          </p:spPr>
        </p:pic>
        <p:pic>
          <p:nvPicPr>
            <p:cNvPr id="1446" name="Google Shape;1446;p53"/>
            <p:cNvPicPr preferRelativeResize="0"/>
            <p:nvPr/>
          </p:nvPicPr>
          <p:blipFill rotWithShape="1">
            <a:blip r:embed="rId15">
              <a:alphaModFix/>
            </a:blip>
            <a:srcRect/>
            <a:stretch/>
          </p:blipFill>
          <p:spPr>
            <a:xfrm>
              <a:off x="1896109" y="462356"/>
              <a:ext cx="1092047" cy="396544"/>
            </a:xfrm>
            <a:prstGeom prst="rect">
              <a:avLst/>
            </a:prstGeom>
            <a:noFill/>
            <a:ln>
              <a:noFill/>
            </a:ln>
          </p:spPr>
        </p:pic>
        <p:pic>
          <p:nvPicPr>
            <p:cNvPr id="1447" name="Google Shape;1447;p53"/>
            <p:cNvPicPr preferRelativeResize="0"/>
            <p:nvPr/>
          </p:nvPicPr>
          <p:blipFill rotWithShape="1">
            <a:blip r:embed="rId16">
              <a:alphaModFix/>
            </a:blip>
            <a:srcRect/>
            <a:stretch/>
          </p:blipFill>
          <p:spPr>
            <a:xfrm>
              <a:off x="2932429" y="383108"/>
              <a:ext cx="475488" cy="497128"/>
            </a:xfrm>
            <a:prstGeom prst="rect">
              <a:avLst/>
            </a:prstGeom>
            <a:noFill/>
            <a:ln>
              <a:noFill/>
            </a:ln>
          </p:spPr>
        </p:pic>
        <p:pic>
          <p:nvPicPr>
            <p:cNvPr id="1448" name="Google Shape;1448;p53"/>
            <p:cNvPicPr preferRelativeResize="0"/>
            <p:nvPr/>
          </p:nvPicPr>
          <p:blipFill rotWithShape="1">
            <a:blip r:embed="rId17">
              <a:alphaModFix/>
            </a:blip>
            <a:srcRect/>
            <a:stretch/>
          </p:blipFill>
          <p:spPr>
            <a:xfrm>
              <a:off x="3249803" y="462356"/>
              <a:ext cx="1304925" cy="396544"/>
            </a:xfrm>
            <a:prstGeom prst="rect">
              <a:avLst/>
            </a:prstGeom>
            <a:noFill/>
            <a:ln>
              <a:noFill/>
            </a:ln>
          </p:spPr>
        </p:pic>
        <p:pic>
          <p:nvPicPr>
            <p:cNvPr id="1449" name="Google Shape;1449;p53"/>
            <p:cNvPicPr preferRelativeResize="0"/>
            <p:nvPr/>
          </p:nvPicPr>
          <p:blipFill rotWithShape="1">
            <a:blip r:embed="rId18">
              <a:alphaModFix/>
            </a:blip>
            <a:srcRect/>
            <a:stretch/>
          </p:blipFill>
          <p:spPr>
            <a:xfrm>
              <a:off x="4391279" y="383108"/>
              <a:ext cx="704545" cy="497128"/>
            </a:xfrm>
            <a:prstGeom prst="rect">
              <a:avLst/>
            </a:prstGeom>
            <a:noFill/>
            <a:ln>
              <a:noFill/>
            </a:ln>
          </p:spPr>
        </p:pic>
        <p:pic>
          <p:nvPicPr>
            <p:cNvPr id="1450" name="Google Shape;1450;p53"/>
            <p:cNvPicPr preferRelativeResize="0"/>
            <p:nvPr/>
          </p:nvPicPr>
          <p:blipFill rotWithShape="1">
            <a:blip r:embed="rId19">
              <a:alphaModFix/>
            </a:blip>
            <a:srcRect/>
            <a:stretch/>
          </p:blipFill>
          <p:spPr>
            <a:xfrm>
              <a:off x="4860670" y="462356"/>
              <a:ext cx="1725295" cy="396544"/>
            </a:xfrm>
            <a:prstGeom prst="rect">
              <a:avLst/>
            </a:prstGeom>
            <a:noFill/>
            <a:ln>
              <a:noFill/>
            </a:ln>
          </p:spPr>
        </p:pic>
        <p:pic>
          <p:nvPicPr>
            <p:cNvPr id="1451" name="Google Shape;1451;p53"/>
            <p:cNvPicPr preferRelativeResize="0"/>
            <p:nvPr/>
          </p:nvPicPr>
          <p:blipFill rotWithShape="1">
            <a:blip r:embed="rId20">
              <a:alphaModFix/>
            </a:blip>
            <a:srcRect/>
            <a:stretch/>
          </p:blipFill>
          <p:spPr>
            <a:xfrm>
              <a:off x="6529705" y="383108"/>
              <a:ext cx="435864" cy="497128"/>
            </a:xfrm>
            <a:prstGeom prst="rect">
              <a:avLst/>
            </a:prstGeom>
            <a:noFill/>
            <a:ln>
              <a:noFill/>
            </a:ln>
          </p:spPr>
        </p:pic>
        <p:pic>
          <p:nvPicPr>
            <p:cNvPr id="1452" name="Google Shape;1452;p53"/>
            <p:cNvPicPr preferRelativeResize="0"/>
            <p:nvPr/>
          </p:nvPicPr>
          <p:blipFill rotWithShape="1">
            <a:blip r:embed="rId21">
              <a:alphaModFix/>
            </a:blip>
            <a:srcRect/>
            <a:stretch/>
          </p:blipFill>
          <p:spPr>
            <a:xfrm>
              <a:off x="6747636" y="462356"/>
              <a:ext cx="1425067" cy="396544"/>
            </a:xfrm>
            <a:prstGeom prst="rect">
              <a:avLst/>
            </a:prstGeom>
            <a:noFill/>
            <a:ln>
              <a:noFill/>
            </a:ln>
          </p:spPr>
        </p:pic>
        <p:pic>
          <p:nvPicPr>
            <p:cNvPr id="1453" name="Google Shape;1453;p53"/>
            <p:cNvPicPr preferRelativeResize="0"/>
            <p:nvPr/>
          </p:nvPicPr>
          <p:blipFill rotWithShape="1">
            <a:blip r:embed="rId22">
              <a:alphaModFix/>
            </a:blip>
            <a:srcRect/>
            <a:stretch/>
          </p:blipFill>
          <p:spPr>
            <a:xfrm>
              <a:off x="8014461" y="383108"/>
              <a:ext cx="210311" cy="497128"/>
            </a:xfrm>
            <a:prstGeom prst="rect">
              <a:avLst/>
            </a:prstGeom>
            <a:noFill/>
            <a:ln>
              <a:noFill/>
            </a:ln>
          </p:spPr>
        </p:pic>
      </p:grpSp>
      <p:grpSp>
        <p:nvGrpSpPr>
          <p:cNvPr id="1454" name="Google Shape;1454;p53"/>
          <p:cNvGrpSpPr/>
          <p:nvPr/>
        </p:nvGrpSpPr>
        <p:grpSpPr>
          <a:xfrm>
            <a:off x="3526468" y="6914002"/>
            <a:ext cx="4744583" cy="368468"/>
            <a:chOff x="2479548" y="4004157"/>
            <a:chExt cx="3336035" cy="259079"/>
          </a:xfrm>
        </p:grpSpPr>
        <p:pic>
          <p:nvPicPr>
            <p:cNvPr id="1455" name="Google Shape;1455;p53"/>
            <p:cNvPicPr preferRelativeResize="0"/>
            <p:nvPr/>
          </p:nvPicPr>
          <p:blipFill rotWithShape="1">
            <a:blip r:embed="rId23">
              <a:alphaModFix/>
            </a:blip>
            <a:srcRect/>
            <a:stretch/>
          </p:blipFill>
          <p:spPr>
            <a:xfrm>
              <a:off x="2479548" y="4004157"/>
              <a:ext cx="451104" cy="259079"/>
            </a:xfrm>
            <a:prstGeom prst="rect">
              <a:avLst/>
            </a:prstGeom>
            <a:noFill/>
            <a:ln>
              <a:noFill/>
            </a:ln>
          </p:spPr>
        </p:pic>
        <p:pic>
          <p:nvPicPr>
            <p:cNvPr id="1456" name="Google Shape;1456;p53"/>
            <p:cNvPicPr preferRelativeResize="0"/>
            <p:nvPr/>
          </p:nvPicPr>
          <p:blipFill rotWithShape="1">
            <a:blip r:embed="rId24">
              <a:alphaModFix/>
            </a:blip>
            <a:srcRect/>
            <a:stretch/>
          </p:blipFill>
          <p:spPr>
            <a:xfrm>
              <a:off x="2817876" y="4004157"/>
              <a:ext cx="152400" cy="259079"/>
            </a:xfrm>
            <a:prstGeom prst="rect">
              <a:avLst/>
            </a:prstGeom>
            <a:noFill/>
            <a:ln>
              <a:noFill/>
            </a:ln>
          </p:spPr>
        </p:pic>
        <p:pic>
          <p:nvPicPr>
            <p:cNvPr id="1457" name="Google Shape;1457;p53"/>
            <p:cNvPicPr preferRelativeResize="0"/>
            <p:nvPr/>
          </p:nvPicPr>
          <p:blipFill rotWithShape="1">
            <a:blip r:embed="rId25">
              <a:alphaModFix/>
            </a:blip>
            <a:srcRect/>
            <a:stretch/>
          </p:blipFill>
          <p:spPr>
            <a:xfrm>
              <a:off x="2894076" y="4004157"/>
              <a:ext cx="2921507" cy="259079"/>
            </a:xfrm>
            <a:prstGeom prst="rect">
              <a:avLst/>
            </a:prstGeom>
            <a:noFill/>
            <a:ln>
              <a:noFill/>
            </a:ln>
          </p:spPr>
        </p:pic>
      </p:grpSp>
      <p:pic>
        <p:nvPicPr>
          <p:cNvPr id="1458" name="Google Shape;1458;p53"/>
          <p:cNvPicPr preferRelativeResize="0"/>
          <p:nvPr/>
        </p:nvPicPr>
        <p:blipFill rotWithShape="1">
          <a:blip r:embed="rId3">
            <a:alphaModFix/>
          </a:blip>
          <a:srcRect/>
          <a:stretch/>
        </p:blipFill>
        <p:spPr>
          <a:xfrm>
            <a:off x="7323507" y="4067250"/>
            <a:ext cx="312115" cy="379307"/>
          </a:xfrm>
          <a:prstGeom prst="rect">
            <a:avLst/>
          </a:prstGeom>
          <a:noFill/>
          <a:ln>
            <a:noFill/>
          </a:ln>
        </p:spPr>
      </p:pic>
      <p:pic>
        <p:nvPicPr>
          <p:cNvPr id="1459" name="Google Shape;1459;p53"/>
          <p:cNvPicPr preferRelativeResize="0"/>
          <p:nvPr/>
        </p:nvPicPr>
        <p:blipFill rotWithShape="1">
          <a:blip r:embed="rId26">
            <a:alphaModFix/>
          </a:blip>
          <a:srcRect/>
          <a:stretch/>
        </p:blipFill>
        <p:spPr>
          <a:xfrm>
            <a:off x="7652422" y="4067250"/>
            <a:ext cx="312657" cy="764213"/>
          </a:xfrm>
          <a:prstGeom prst="rect">
            <a:avLst/>
          </a:prstGeom>
          <a:noFill/>
          <a:ln>
            <a:noFill/>
          </a:ln>
        </p:spPr>
      </p:pic>
      <p:grpSp>
        <p:nvGrpSpPr>
          <p:cNvPr id="1460" name="Google Shape;1460;p53"/>
          <p:cNvGrpSpPr/>
          <p:nvPr/>
        </p:nvGrpSpPr>
        <p:grpSpPr>
          <a:xfrm>
            <a:off x="6958472" y="4829405"/>
            <a:ext cx="672276" cy="384074"/>
            <a:chOff x="4892675" y="2538425"/>
            <a:chExt cx="472694" cy="270052"/>
          </a:xfrm>
        </p:grpSpPr>
        <p:pic>
          <p:nvPicPr>
            <p:cNvPr id="1461" name="Google Shape;1461;p53"/>
            <p:cNvPicPr preferRelativeResize="0"/>
            <p:nvPr/>
          </p:nvPicPr>
          <p:blipFill rotWithShape="1">
            <a:blip r:embed="rId27">
              <a:alphaModFix/>
            </a:blip>
            <a:srcRect/>
            <a:stretch/>
          </p:blipFill>
          <p:spPr>
            <a:xfrm>
              <a:off x="5145913" y="2541473"/>
              <a:ext cx="219456" cy="267004"/>
            </a:xfrm>
            <a:prstGeom prst="rect">
              <a:avLst/>
            </a:prstGeom>
            <a:noFill/>
            <a:ln>
              <a:noFill/>
            </a:ln>
          </p:spPr>
        </p:pic>
        <p:pic>
          <p:nvPicPr>
            <p:cNvPr id="1462" name="Google Shape;1462;p53"/>
            <p:cNvPicPr preferRelativeResize="0"/>
            <p:nvPr/>
          </p:nvPicPr>
          <p:blipFill rotWithShape="1">
            <a:blip r:embed="rId28">
              <a:alphaModFix/>
            </a:blip>
            <a:srcRect/>
            <a:stretch/>
          </p:blipFill>
          <p:spPr>
            <a:xfrm>
              <a:off x="4892675" y="2538425"/>
              <a:ext cx="219455" cy="267004"/>
            </a:xfrm>
            <a:prstGeom prst="rect">
              <a:avLst/>
            </a:prstGeom>
            <a:noFill/>
            <a:ln>
              <a:noFill/>
            </a:ln>
          </p:spPr>
        </p:pic>
      </p:grpSp>
      <p:pic>
        <p:nvPicPr>
          <p:cNvPr id="1463" name="Google Shape;1463;p53"/>
          <p:cNvPicPr preferRelativeResize="0"/>
          <p:nvPr/>
        </p:nvPicPr>
        <p:blipFill rotWithShape="1">
          <a:blip r:embed="rId28">
            <a:alphaModFix/>
          </a:blip>
          <a:srcRect/>
          <a:stretch/>
        </p:blipFill>
        <p:spPr>
          <a:xfrm>
            <a:off x="7647184" y="4828935"/>
            <a:ext cx="312114" cy="379307"/>
          </a:xfrm>
          <a:prstGeom prst="rect">
            <a:avLst/>
          </a:prstGeom>
          <a:noFill/>
          <a:ln>
            <a:noFill/>
          </a:ln>
        </p:spPr>
      </p:pic>
      <p:sp>
        <p:nvSpPr>
          <p:cNvPr id="1464" name="Google Shape;1464;p53"/>
          <p:cNvSpPr txBox="1"/>
          <p:nvPr/>
        </p:nvSpPr>
        <p:spPr>
          <a:xfrm>
            <a:off x="3693638" y="5805602"/>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4 x 4</a:t>
            </a:r>
            <a:endParaRPr/>
          </a:p>
        </p:txBody>
      </p:sp>
      <p:sp>
        <p:nvSpPr>
          <p:cNvPr id="1465" name="Google Shape;1465;p53"/>
          <p:cNvSpPr txBox="1"/>
          <p:nvPr/>
        </p:nvSpPr>
        <p:spPr>
          <a:xfrm>
            <a:off x="6765804" y="5735047"/>
            <a:ext cx="106150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Calibri"/>
              <a:buNone/>
            </a:pPr>
            <a:r>
              <a:rPr lang="en-US" sz="3600" b="0" i="0" u="none" strike="noStrike" cap="none">
                <a:solidFill>
                  <a:srgbClr val="000000"/>
                </a:solidFill>
                <a:latin typeface="Calibri"/>
                <a:ea typeface="Calibri"/>
                <a:cs typeface="Calibri"/>
                <a:sym typeface="Calibri"/>
              </a:rPr>
              <a:t>3 x 3</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469"/>
        <p:cNvGrpSpPr/>
        <p:nvPr/>
      </p:nvGrpSpPr>
      <p:grpSpPr>
        <a:xfrm>
          <a:off x="0" y="0"/>
          <a:ext cx="0" cy="0"/>
          <a:chOff x="0" y="0"/>
          <a:chExt cx="0" cy="0"/>
        </a:xfrm>
      </p:grpSpPr>
      <p:grpSp>
        <p:nvGrpSpPr>
          <p:cNvPr id="1470" name="Google Shape;1470;p54"/>
          <p:cNvGrpSpPr/>
          <p:nvPr/>
        </p:nvGrpSpPr>
        <p:grpSpPr>
          <a:xfrm>
            <a:off x="780288" y="1764065"/>
            <a:ext cx="2082210" cy="707026"/>
            <a:chOff x="548640" y="383108"/>
            <a:chExt cx="1464054" cy="497128"/>
          </a:xfrm>
        </p:grpSpPr>
        <p:pic>
          <p:nvPicPr>
            <p:cNvPr id="1471" name="Google Shape;1471;p54"/>
            <p:cNvPicPr preferRelativeResize="0"/>
            <p:nvPr/>
          </p:nvPicPr>
          <p:blipFill rotWithShape="1">
            <a:blip r:embed="rId3">
              <a:alphaModFix/>
            </a:blip>
            <a:srcRect/>
            <a:stretch/>
          </p:blipFill>
          <p:spPr>
            <a:xfrm>
              <a:off x="548640" y="383108"/>
              <a:ext cx="423672" cy="497128"/>
            </a:xfrm>
            <a:prstGeom prst="rect">
              <a:avLst/>
            </a:prstGeom>
            <a:noFill/>
            <a:ln>
              <a:noFill/>
            </a:ln>
          </p:spPr>
        </p:pic>
        <p:pic>
          <p:nvPicPr>
            <p:cNvPr id="1472" name="Google Shape;1472;p54"/>
            <p:cNvPicPr preferRelativeResize="0"/>
            <p:nvPr/>
          </p:nvPicPr>
          <p:blipFill rotWithShape="1">
            <a:blip r:embed="rId4">
              <a:alphaModFix/>
            </a:blip>
            <a:srcRect/>
            <a:stretch/>
          </p:blipFill>
          <p:spPr>
            <a:xfrm>
              <a:off x="760476" y="462356"/>
              <a:ext cx="616102" cy="396544"/>
            </a:xfrm>
            <a:prstGeom prst="rect">
              <a:avLst/>
            </a:prstGeom>
            <a:noFill/>
            <a:ln>
              <a:noFill/>
            </a:ln>
          </p:spPr>
        </p:pic>
        <p:pic>
          <p:nvPicPr>
            <p:cNvPr id="1473" name="Google Shape;1473;p54"/>
            <p:cNvPicPr preferRelativeResize="0"/>
            <p:nvPr/>
          </p:nvPicPr>
          <p:blipFill rotWithShape="1">
            <a:blip r:embed="rId5">
              <a:alphaModFix/>
            </a:blip>
            <a:srcRect/>
            <a:stretch/>
          </p:blipFill>
          <p:spPr>
            <a:xfrm>
              <a:off x="1320038" y="383108"/>
              <a:ext cx="466344" cy="497128"/>
            </a:xfrm>
            <a:prstGeom prst="rect">
              <a:avLst/>
            </a:prstGeom>
            <a:noFill/>
            <a:ln>
              <a:noFill/>
            </a:ln>
          </p:spPr>
        </p:pic>
        <p:pic>
          <p:nvPicPr>
            <p:cNvPr id="1474" name="Google Shape;1474;p54"/>
            <p:cNvPicPr preferRelativeResize="0"/>
            <p:nvPr/>
          </p:nvPicPr>
          <p:blipFill rotWithShape="1">
            <a:blip r:embed="rId6">
              <a:alphaModFix/>
            </a:blip>
            <a:srcRect/>
            <a:stretch/>
          </p:blipFill>
          <p:spPr>
            <a:xfrm>
              <a:off x="1553209" y="462356"/>
              <a:ext cx="459485" cy="396544"/>
            </a:xfrm>
            <a:prstGeom prst="rect">
              <a:avLst/>
            </a:prstGeom>
            <a:noFill/>
            <a:ln>
              <a:noFill/>
            </a:ln>
          </p:spPr>
        </p:pic>
      </p:grpSp>
      <p:pic>
        <p:nvPicPr>
          <p:cNvPr id="1475" name="Google Shape;1475;p54"/>
          <p:cNvPicPr preferRelativeResize="0"/>
          <p:nvPr/>
        </p:nvPicPr>
        <p:blipFill rotWithShape="1">
          <a:blip r:embed="rId7">
            <a:alphaModFix/>
          </a:blip>
          <a:srcRect/>
          <a:stretch/>
        </p:blipFill>
        <p:spPr>
          <a:xfrm>
            <a:off x="603982" y="2912534"/>
            <a:ext cx="11325013" cy="369824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469">
          <a:extLst>
            <a:ext uri="{FF2B5EF4-FFF2-40B4-BE49-F238E27FC236}">
              <a16:creationId xmlns:a16="http://schemas.microsoft.com/office/drawing/2014/main" id="{27C01C57-0F4A-4635-2A87-EC642D0C2CCA}"/>
            </a:ext>
          </a:extLst>
        </p:cNvPr>
        <p:cNvGrpSpPr/>
        <p:nvPr/>
      </p:nvGrpSpPr>
      <p:grpSpPr>
        <a:xfrm>
          <a:off x="0" y="0"/>
          <a:ext cx="0" cy="0"/>
          <a:chOff x="0" y="0"/>
          <a:chExt cx="0" cy="0"/>
        </a:xfrm>
      </p:grpSpPr>
      <p:grpSp>
        <p:nvGrpSpPr>
          <p:cNvPr id="1470" name="Google Shape;1470;p54">
            <a:extLst>
              <a:ext uri="{FF2B5EF4-FFF2-40B4-BE49-F238E27FC236}">
                <a16:creationId xmlns:a16="http://schemas.microsoft.com/office/drawing/2014/main" id="{6FD1ECD5-ADC7-7B34-05CA-237C294D36A5}"/>
              </a:ext>
            </a:extLst>
          </p:cNvPr>
          <p:cNvGrpSpPr/>
          <p:nvPr/>
        </p:nvGrpSpPr>
        <p:grpSpPr>
          <a:xfrm>
            <a:off x="780288" y="1764065"/>
            <a:ext cx="2082210" cy="707026"/>
            <a:chOff x="548640" y="383108"/>
            <a:chExt cx="1464054" cy="497128"/>
          </a:xfrm>
        </p:grpSpPr>
        <p:pic>
          <p:nvPicPr>
            <p:cNvPr id="1471" name="Google Shape;1471;p54">
              <a:extLst>
                <a:ext uri="{FF2B5EF4-FFF2-40B4-BE49-F238E27FC236}">
                  <a16:creationId xmlns:a16="http://schemas.microsoft.com/office/drawing/2014/main" id="{5B799DF8-0F10-7718-731F-DDAE705F060B}"/>
                </a:ext>
              </a:extLst>
            </p:cNvPr>
            <p:cNvPicPr preferRelativeResize="0"/>
            <p:nvPr/>
          </p:nvPicPr>
          <p:blipFill rotWithShape="1">
            <a:blip r:embed="rId3">
              <a:alphaModFix/>
            </a:blip>
            <a:srcRect/>
            <a:stretch/>
          </p:blipFill>
          <p:spPr>
            <a:xfrm>
              <a:off x="548640" y="383108"/>
              <a:ext cx="423672" cy="497128"/>
            </a:xfrm>
            <a:prstGeom prst="rect">
              <a:avLst/>
            </a:prstGeom>
            <a:noFill/>
            <a:ln>
              <a:noFill/>
            </a:ln>
          </p:spPr>
        </p:pic>
        <p:pic>
          <p:nvPicPr>
            <p:cNvPr id="1472" name="Google Shape;1472;p54">
              <a:extLst>
                <a:ext uri="{FF2B5EF4-FFF2-40B4-BE49-F238E27FC236}">
                  <a16:creationId xmlns:a16="http://schemas.microsoft.com/office/drawing/2014/main" id="{BB04A843-9EB3-CFDA-5BA0-7FB2D71D9F4F}"/>
                </a:ext>
              </a:extLst>
            </p:cNvPr>
            <p:cNvPicPr preferRelativeResize="0"/>
            <p:nvPr/>
          </p:nvPicPr>
          <p:blipFill rotWithShape="1">
            <a:blip r:embed="rId4">
              <a:alphaModFix/>
            </a:blip>
            <a:srcRect/>
            <a:stretch/>
          </p:blipFill>
          <p:spPr>
            <a:xfrm>
              <a:off x="760476" y="462356"/>
              <a:ext cx="616102" cy="396544"/>
            </a:xfrm>
            <a:prstGeom prst="rect">
              <a:avLst/>
            </a:prstGeom>
            <a:noFill/>
            <a:ln>
              <a:noFill/>
            </a:ln>
          </p:spPr>
        </p:pic>
        <p:pic>
          <p:nvPicPr>
            <p:cNvPr id="1473" name="Google Shape;1473;p54">
              <a:extLst>
                <a:ext uri="{FF2B5EF4-FFF2-40B4-BE49-F238E27FC236}">
                  <a16:creationId xmlns:a16="http://schemas.microsoft.com/office/drawing/2014/main" id="{0656B7B4-2EDA-A9E4-3A57-899671E23067}"/>
                </a:ext>
              </a:extLst>
            </p:cNvPr>
            <p:cNvPicPr preferRelativeResize="0"/>
            <p:nvPr/>
          </p:nvPicPr>
          <p:blipFill rotWithShape="1">
            <a:blip r:embed="rId5">
              <a:alphaModFix/>
            </a:blip>
            <a:srcRect/>
            <a:stretch/>
          </p:blipFill>
          <p:spPr>
            <a:xfrm>
              <a:off x="1320038" y="383108"/>
              <a:ext cx="466344" cy="497128"/>
            </a:xfrm>
            <a:prstGeom prst="rect">
              <a:avLst/>
            </a:prstGeom>
            <a:noFill/>
            <a:ln>
              <a:noFill/>
            </a:ln>
          </p:spPr>
        </p:pic>
        <p:pic>
          <p:nvPicPr>
            <p:cNvPr id="1474" name="Google Shape;1474;p54">
              <a:extLst>
                <a:ext uri="{FF2B5EF4-FFF2-40B4-BE49-F238E27FC236}">
                  <a16:creationId xmlns:a16="http://schemas.microsoft.com/office/drawing/2014/main" id="{72921D10-42DA-A77A-C81D-F5DD163D32B8}"/>
                </a:ext>
              </a:extLst>
            </p:cNvPr>
            <p:cNvPicPr preferRelativeResize="0"/>
            <p:nvPr/>
          </p:nvPicPr>
          <p:blipFill rotWithShape="1">
            <a:blip r:embed="rId6">
              <a:alphaModFix/>
            </a:blip>
            <a:srcRect/>
            <a:stretch/>
          </p:blipFill>
          <p:spPr>
            <a:xfrm>
              <a:off x="1553209" y="462356"/>
              <a:ext cx="459485" cy="396544"/>
            </a:xfrm>
            <a:prstGeom prst="rect">
              <a:avLst/>
            </a:prstGeom>
            <a:noFill/>
            <a:ln>
              <a:noFill/>
            </a:ln>
          </p:spPr>
        </p:pic>
      </p:grpSp>
      <p:pic>
        <p:nvPicPr>
          <p:cNvPr id="1475" name="Google Shape;1475;p54">
            <a:extLst>
              <a:ext uri="{FF2B5EF4-FFF2-40B4-BE49-F238E27FC236}">
                <a16:creationId xmlns:a16="http://schemas.microsoft.com/office/drawing/2014/main" id="{3B3B6010-152A-E715-0B98-AC926E44B002}"/>
              </a:ext>
            </a:extLst>
          </p:cNvPr>
          <p:cNvPicPr preferRelativeResize="0"/>
          <p:nvPr/>
        </p:nvPicPr>
        <p:blipFill rotWithShape="1">
          <a:blip r:embed="rId7">
            <a:alphaModFix/>
          </a:blip>
          <a:srcRect/>
          <a:stretch/>
        </p:blipFill>
        <p:spPr>
          <a:xfrm>
            <a:off x="603982" y="2912534"/>
            <a:ext cx="11325013" cy="3698240"/>
          </a:xfrm>
          <a:prstGeom prst="rect">
            <a:avLst/>
          </a:prstGeom>
          <a:noFill/>
          <a:ln>
            <a:noFill/>
          </a:ln>
        </p:spPr>
      </p:pic>
      <mc:AlternateContent xmlns:mc="http://schemas.openxmlformats.org/markup-compatibility/2006">
        <mc:Choice xmlns:p14="http://schemas.microsoft.com/office/powerpoint/2010/main" Requires="p14">
          <p:contentPart p14:bwMode="auto" r:id="rId8">
            <p14:nvContentPartPr>
              <p14:cNvPr id="2" name="Ink 1">
                <a:extLst>
                  <a:ext uri="{FF2B5EF4-FFF2-40B4-BE49-F238E27FC236}">
                    <a16:creationId xmlns:a16="http://schemas.microsoft.com/office/drawing/2014/main" id="{9824FB26-5399-2FD6-51DF-E3AAF7B9F2CE}"/>
                  </a:ext>
                </a:extLst>
              </p14:cNvPr>
              <p14:cNvContentPartPr/>
              <p14:nvPr/>
            </p14:nvContentPartPr>
            <p14:xfrm>
              <a:off x="2322882" y="6383491"/>
              <a:ext cx="1500840" cy="1526400"/>
            </p14:xfrm>
          </p:contentPart>
        </mc:Choice>
        <mc:Fallback>
          <p:pic>
            <p:nvPicPr>
              <p:cNvPr id="2" name="Ink 1">
                <a:extLst>
                  <a:ext uri="{FF2B5EF4-FFF2-40B4-BE49-F238E27FC236}">
                    <a16:creationId xmlns:a16="http://schemas.microsoft.com/office/drawing/2014/main" id="{9824FB26-5399-2FD6-51DF-E3AAF7B9F2CE}"/>
                  </a:ext>
                </a:extLst>
              </p:cNvPr>
              <p:cNvPicPr/>
              <p:nvPr/>
            </p:nvPicPr>
            <p:blipFill>
              <a:blip r:embed="rId9"/>
              <a:stretch>
                <a:fillRect/>
              </a:stretch>
            </p:blipFill>
            <p:spPr>
              <a:xfrm>
                <a:off x="2305242" y="6365491"/>
                <a:ext cx="1536480" cy="15620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4" name="Ink 3">
                <a:extLst>
                  <a:ext uri="{FF2B5EF4-FFF2-40B4-BE49-F238E27FC236}">
                    <a16:creationId xmlns:a16="http://schemas.microsoft.com/office/drawing/2014/main" id="{C99A2FF6-1D02-B9C0-C780-1C65CF5198BB}"/>
                  </a:ext>
                </a:extLst>
              </p14:cNvPr>
              <p14:cNvContentPartPr/>
              <p14:nvPr/>
            </p14:nvContentPartPr>
            <p14:xfrm>
              <a:off x="9010962" y="2391811"/>
              <a:ext cx="3717360" cy="4107600"/>
            </p14:xfrm>
          </p:contentPart>
        </mc:Choice>
        <mc:Fallback>
          <p:pic>
            <p:nvPicPr>
              <p:cNvPr id="4" name="Ink 3">
                <a:extLst>
                  <a:ext uri="{FF2B5EF4-FFF2-40B4-BE49-F238E27FC236}">
                    <a16:creationId xmlns:a16="http://schemas.microsoft.com/office/drawing/2014/main" id="{C99A2FF6-1D02-B9C0-C780-1C65CF5198BB}"/>
                  </a:ext>
                </a:extLst>
              </p:cNvPr>
              <p:cNvPicPr/>
              <p:nvPr/>
            </p:nvPicPr>
            <p:blipFill>
              <a:blip r:embed="rId11"/>
              <a:stretch>
                <a:fillRect/>
              </a:stretch>
            </p:blipFill>
            <p:spPr>
              <a:xfrm>
                <a:off x="8992962" y="2373811"/>
                <a:ext cx="3753000" cy="41432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5" name="Ink 4">
                <a:extLst>
                  <a:ext uri="{FF2B5EF4-FFF2-40B4-BE49-F238E27FC236}">
                    <a16:creationId xmlns:a16="http://schemas.microsoft.com/office/drawing/2014/main" id="{2320A1AF-F9CB-54C2-FE49-657F91B8E42A}"/>
                  </a:ext>
                </a:extLst>
              </p14:cNvPr>
              <p14:cNvContentPartPr/>
              <p14:nvPr/>
            </p14:nvContentPartPr>
            <p14:xfrm>
              <a:off x="10611882" y="7153891"/>
              <a:ext cx="480960" cy="789840"/>
            </p14:xfrm>
          </p:contentPart>
        </mc:Choice>
        <mc:Fallback>
          <p:pic>
            <p:nvPicPr>
              <p:cNvPr id="5" name="Ink 4">
                <a:extLst>
                  <a:ext uri="{FF2B5EF4-FFF2-40B4-BE49-F238E27FC236}">
                    <a16:creationId xmlns:a16="http://schemas.microsoft.com/office/drawing/2014/main" id="{2320A1AF-F9CB-54C2-FE49-657F91B8E42A}"/>
                  </a:ext>
                </a:extLst>
              </p:cNvPr>
              <p:cNvPicPr/>
              <p:nvPr/>
            </p:nvPicPr>
            <p:blipFill>
              <a:blip r:embed="rId13"/>
              <a:stretch>
                <a:fillRect/>
              </a:stretch>
            </p:blipFill>
            <p:spPr>
              <a:xfrm>
                <a:off x="10594242" y="7136251"/>
                <a:ext cx="516600" cy="825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6" name="Ink 5">
                <a:extLst>
                  <a:ext uri="{FF2B5EF4-FFF2-40B4-BE49-F238E27FC236}">
                    <a16:creationId xmlns:a16="http://schemas.microsoft.com/office/drawing/2014/main" id="{ECFB3DE5-6B92-8A5D-DAC9-74FF5BE2316D}"/>
                  </a:ext>
                </a:extLst>
              </p14:cNvPr>
              <p14:cNvContentPartPr/>
              <p14:nvPr/>
            </p14:nvContentPartPr>
            <p14:xfrm>
              <a:off x="10948482" y="8427211"/>
              <a:ext cx="360" cy="360"/>
            </p14:xfrm>
          </p:contentPart>
        </mc:Choice>
        <mc:Fallback>
          <p:pic>
            <p:nvPicPr>
              <p:cNvPr id="6" name="Ink 5">
                <a:extLst>
                  <a:ext uri="{FF2B5EF4-FFF2-40B4-BE49-F238E27FC236}">
                    <a16:creationId xmlns:a16="http://schemas.microsoft.com/office/drawing/2014/main" id="{ECFB3DE5-6B92-8A5D-DAC9-74FF5BE2316D}"/>
                  </a:ext>
                </a:extLst>
              </p:cNvPr>
              <p:cNvPicPr/>
              <p:nvPr/>
            </p:nvPicPr>
            <p:blipFill>
              <a:blip r:embed="rId15"/>
              <a:stretch>
                <a:fillRect/>
              </a:stretch>
            </p:blipFill>
            <p:spPr>
              <a:xfrm>
                <a:off x="10930842" y="8409571"/>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7" name="Ink 6">
                <a:extLst>
                  <a:ext uri="{FF2B5EF4-FFF2-40B4-BE49-F238E27FC236}">
                    <a16:creationId xmlns:a16="http://schemas.microsoft.com/office/drawing/2014/main" id="{4E31CD06-C9FF-AA10-CEB7-9856BD0633B2}"/>
                  </a:ext>
                </a:extLst>
              </p14:cNvPr>
              <p14:cNvContentPartPr/>
              <p14:nvPr/>
            </p14:nvContentPartPr>
            <p14:xfrm>
              <a:off x="7669242" y="1623931"/>
              <a:ext cx="2224800" cy="2776320"/>
            </p14:xfrm>
          </p:contentPart>
        </mc:Choice>
        <mc:Fallback>
          <p:pic>
            <p:nvPicPr>
              <p:cNvPr id="7" name="Ink 6">
                <a:extLst>
                  <a:ext uri="{FF2B5EF4-FFF2-40B4-BE49-F238E27FC236}">
                    <a16:creationId xmlns:a16="http://schemas.microsoft.com/office/drawing/2014/main" id="{4E31CD06-C9FF-AA10-CEB7-9856BD0633B2}"/>
                  </a:ext>
                </a:extLst>
              </p:cNvPr>
              <p:cNvPicPr/>
              <p:nvPr/>
            </p:nvPicPr>
            <p:blipFill>
              <a:blip r:embed="rId17"/>
              <a:stretch>
                <a:fillRect/>
              </a:stretch>
            </p:blipFill>
            <p:spPr>
              <a:xfrm>
                <a:off x="7651602" y="1606291"/>
                <a:ext cx="2260440" cy="2811960"/>
              </a:xfrm>
              <a:prstGeom prst="rect">
                <a:avLst/>
              </a:prstGeom>
            </p:spPr>
          </p:pic>
        </mc:Fallback>
      </mc:AlternateContent>
      <p:grpSp>
        <p:nvGrpSpPr>
          <p:cNvPr id="24" name="Group 23">
            <a:extLst>
              <a:ext uri="{FF2B5EF4-FFF2-40B4-BE49-F238E27FC236}">
                <a16:creationId xmlns:a16="http://schemas.microsoft.com/office/drawing/2014/main" id="{83A96818-D28A-809A-BACD-8831D73B6B48}"/>
              </a:ext>
            </a:extLst>
          </p:cNvPr>
          <p:cNvGrpSpPr/>
          <p:nvPr/>
        </p:nvGrpSpPr>
        <p:grpSpPr>
          <a:xfrm>
            <a:off x="6348042" y="406771"/>
            <a:ext cx="2094480" cy="1372680"/>
            <a:chOff x="6348042" y="406771"/>
            <a:chExt cx="2094480" cy="1372680"/>
          </a:xfrm>
        </p:grpSpPr>
        <mc:AlternateContent xmlns:mc="http://schemas.openxmlformats.org/markup-compatibility/2006">
          <mc:Choice xmlns:p14="http://schemas.microsoft.com/office/powerpoint/2010/main" Requires="p14">
            <p:contentPart p14:bwMode="auto" r:id="rId18">
              <p14:nvContentPartPr>
                <p14:cNvPr id="8" name="Ink 7">
                  <a:extLst>
                    <a:ext uri="{FF2B5EF4-FFF2-40B4-BE49-F238E27FC236}">
                      <a16:creationId xmlns:a16="http://schemas.microsoft.com/office/drawing/2014/main" id="{CEEE929E-AAB4-8836-C3AA-7278548F6281}"/>
                    </a:ext>
                  </a:extLst>
                </p14:cNvPr>
                <p14:cNvContentPartPr/>
                <p14:nvPr/>
              </p14:nvContentPartPr>
              <p14:xfrm>
                <a:off x="6348042" y="863251"/>
                <a:ext cx="476640" cy="756720"/>
              </p14:xfrm>
            </p:contentPart>
          </mc:Choice>
          <mc:Fallback>
            <p:pic>
              <p:nvPicPr>
                <p:cNvPr id="8" name="Ink 7">
                  <a:extLst>
                    <a:ext uri="{FF2B5EF4-FFF2-40B4-BE49-F238E27FC236}">
                      <a16:creationId xmlns:a16="http://schemas.microsoft.com/office/drawing/2014/main" id="{CEEE929E-AAB4-8836-C3AA-7278548F6281}"/>
                    </a:ext>
                  </a:extLst>
                </p:cNvPr>
                <p:cNvPicPr/>
                <p:nvPr/>
              </p:nvPicPr>
              <p:blipFill>
                <a:blip r:embed="rId19"/>
                <a:stretch>
                  <a:fillRect/>
                </a:stretch>
              </p:blipFill>
              <p:spPr>
                <a:xfrm>
                  <a:off x="6330402" y="845611"/>
                  <a:ext cx="512280" cy="792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9" name="Ink 8">
                  <a:extLst>
                    <a:ext uri="{FF2B5EF4-FFF2-40B4-BE49-F238E27FC236}">
                      <a16:creationId xmlns:a16="http://schemas.microsoft.com/office/drawing/2014/main" id="{37FFC203-FAD3-6CB0-50D9-ECDAAE084731}"/>
                    </a:ext>
                  </a:extLst>
                </p14:cNvPr>
                <p14:cNvContentPartPr/>
                <p14:nvPr/>
              </p14:nvContentPartPr>
              <p14:xfrm>
                <a:off x="6874722" y="1222531"/>
                <a:ext cx="304200" cy="267840"/>
              </p14:xfrm>
            </p:contentPart>
          </mc:Choice>
          <mc:Fallback>
            <p:pic>
              <p:nvPicPr>
                <p:cNvPr id="9" name="Ink 8">
                  <a:extLst>
                    <a:ext uri="{FF2B5EF4-FFF2-40B4-BE49-F238E27FC236}">
                      <a16:creationId xmlns:a16="http://schemas.microsoft.com/office/drawing/2014/main" id="{37FFC203-FAD3-6CB0-50D9-ECDAAE084731}"/>
                    </a:ext>
                  </a:extLst>
                </p:cNvPr>
                <p:cNvPicPr/>
                <p:nvPr/>
              </p:nvPicPr>
              <p:blipFill>
                <a:blip r:embed="rId21"/>
                <a:stretch>
                  <a:fillRect/>
                </a:stretch>
              </p:blipFill>
              <p:spPr>
                <a:xfrm>
                  <a:off x="6857082" y="1204531"/>
                  <a:ext cx="33984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C78DE326-8C12-688A-6A96-005BDF7A0763}"/>
                    </a:ext>
                  </a:extLst>
                </p14:cNvPr>
                <p14:cNvContentPartPr/>
                <p14:nvPr/>
              </p14:nvContentPartPr>
              <p14:xfrm>
                <a:off x="7346682" y="1029571"/>
                <a:ext cx="496080" cy="315000"/>
              </p14:xfrm>
            </p:contentPart>
          </mc:Choice>
          <mc:Fallback>
            <p:pic>
              <p:nvPicPr>
                <p:cNvPr id="12" name="Ink 11">
                  <a:extLst>
                    <a:ext uri="{FF2B5EF4-FFF2-40B4-BE49-F238E27FC236}">
                      <a16:creationId xmlns:a16="http://schemas.microsoft.com/office/drawing/2014/main" id="{C78DE326-8C12-688A-6A96-005BDF7A0763}"/>
                    </a:ext>
                  </a:extLst>
                </p:cNvPr>
                <p:cNvPicPr/>
                <p:nvPr/>
              </p:nvPicPr>
              <p:blipFill>
                <a:blip r:embed="rId23"/>
                <a:stretch>
                  <a:fillRect/>
                </a:stretch>
              </p:blipFill>
              <p:spPr>
                <a:xfrm>
                  <a:off x="7329042" y="1011931"/>
                  <a:ext cx="531720" cy="3506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F3140E37-D520-2E3D-F38D-9378C662AC35}"/>
                    </a:ext>
                  </a:extLst>
                </p14:cNvPr>
                <p14:cNvContentPartPr/>
                <p14:nvPr/>
              </p14:nvContentPartPr>
              <p14:xfrm>
                <a:off x="7997562" y="406771"/>
                <a:ext cx="343800" cy="652320"/>
              </p14:xfrm>
            </p:contentPart>
          </mc:Choice>
          <mc:Fallback>
            <p:pic>
              <p:nvPicPr>
                <p:cNvPr id="15" name="Ink 14">
                  <a:extLst>
                    <a:ext uri="{FF2B5EF4-FFF2-40B4-BE49-F238E27FC236}">
                      <a16:creationId xmlns:a16="http://schemas.microsoft.com/office/drawing/2014/main" id="{F3140E37-D520-2E3D-F38D-9378C662AC35}"/>
                    </a:ext>
                  </a:extLst>
                </p:cNvPr>
                <p:cNvPicPr/>
                <p:nvPr/>
              </p:nvPicPr>
              <p:blipFill>
                <a:blip r:embed="rId25"/>
                <a:stretch>
                  <a:fillRect/>
                </a:stretch>
              </p:blipFill>
              <p:spPr>
                <a:xfrm>
                  <a:off x="7979922" y="388771"/>
                  <a:ext cx="379440" cy="68796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8" name="Ink 17">
                  <a:extLst>
                    <a:ext uri="{FF2B5EF4-FFF2-40B4-BE49-F238E27FC236}">
                      <a16:creationId xmlns:a16="http://schemas.microsoft.com/office/drawing/2014/main" id="{7E0EA95A-3917-1ADD-B623-14724CB894B7}"/>
                    </a:ext>
                  </a:extLst>
                </p14:cNvPr>
                <p14:cNvContentPartPr/>
                <p14:nvPr/>
              </p14:nvContentPartPr>
              <p14:xfrm>
                <a:off x="8442162" y="1148011"/>
                <a:ext cx="360" cy="360"/>
              </p14:xfrm>
            </p:contentPart>
          </mc:Choice>
          <mc:Fallback>
            <p:pic>
              <p:nvPicPr>
                <p:cNvPr id="18" name="Ink 17">
                  <a:extLst>
                    <a:ext uri="{FF2B5EF4-FFF2-40B4-BE49-F238E27FC236}">
                      <a16:creationId xmlns:a16="http://schemas.microsoft.com/office/drawing/2014/main" id="{7E0EA95A-3917-1ADD-B623-14724CB894B7}"/>
                    </a:ext>
                  </a:extLst>
                </p:cNvPr>
                <p:cNvPicPr/>
                <p:nvPr/>
              </p:nvPicPr>
              <p:blipFill>
                <a:blip r:embed="rId15"/>
                <a:stretch>
                  <a:fillRect/>
                </a:stretch>
              </p:blipFill>
              <p:spPr>
                <a:xfrm>
                  <a:off x="8424522" y="1130011"/>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9" name="Ink 18">
                  <a:extLst>
                    <a:ext uri="{FF2B5EF4-FFF2-40B4-BE49-F238E27FC236}">
                      <a16:creationId xmlns:a16="http://schemas.microsoft.com/office/drawing/2014/main" id="{8B7DB22C-8265-820A-FE87-D448ECF70A23}"/>
                    </a:ext>
                  </a:extLst>
                </p14:cNvPr>
                <p14:cNvContentPartPr/>
                <p14:nvPr/>
              </p14:nvContentPartPr>
              <p14:xfrm>
                <a:off x="8389242" y="1271131"/>
                <a:ext cx="360" cy="360"/>
              </p14:xfrm>
            </p:contentPart>
          </mc:Choice>
          <mc:Fallback>
            <p:pic>
              <p:nvPicPr>
                <p:cNvPr id="19" name="Ink 18">
                  <a:extLst>
                    <a:ext uri="{FF2B5EF4-FFF2-40B4-BE49-F238E27FC236}">
                      <a16:creationId xmlns:a16="http://schemas.microsoft.com/office/drawing/2014/main" id="{8B7DB22C-8265-820A-FE87-D448ECF70A23}"/>
                    </a:ext>
                  </a:extLst>
                </p:cNvPr>
                <p:cNvPicPr/>
                <p:nvPr/>
              </p:nvPicPr>
              <p:blipFill>
                <a:blip r:embed="rId15"/>
                <a:stretch>
                  <a:fillRect/>
                </a:stretch>
              </p:blipFill>
              <p:spPr>
                <a:xfrm>
                  <a:off x="8371242" y="1253131"/>
                  <a:ext cx="36000"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2" name="Ink 21">
                  <a:extLst>
                    <a:ext uri="{FF2B5EF4-FFF2-40B4-BE49-F238E27FC236}">
                      <a16:creationId xmlns:a16="http://schemas.microsoft.com/office/drawing/2014/main" id="{3F735C8E-A1A8-FA05-C1B7-C5212CA5165A}"/>
                    </a:ext>
                  </a:extLst>
                </p14:cNvPr>
                <p14:cNvContentPartPr/>
                <p14:nvPr/>
              </p14:nvContentPartPr>
              <p14:xfrm>
                <a:off x="6658002" y="1402171"/>
                <a:ext cx="1081080" cy="377280"/>
              </p14:xfrm>
            </p:contentPart>
          </mc:Choice>
          <mc:Fallback>
            <p:pic>
              <p:nvPicPr>
                <p:cNvPr id="22" name="Ink 21">
                  <a:extLst>
                    <a:ext uri="{FF2B5EF4-FFF2-40B4-BE49-F238E27FC236}">
                      <a16:creationId xmlns:a16="http://schemas.microsoft.com/office/drawing/2014/main" id="{3F735C8E-A1A8-FA05-C1B7-C5212CA5165A}"/>
                    </a:ext>
                  </a:extLst>
                </p:cNvPr>
                <p:cNvPicPr/>
                <p:nvPr/>
              </p:nvPicPr>
              <p:blipFill>
                <a:blip r:embed="rId29"/>
                <a:stretch>
                  <a:fillRect/>
                </a:stretch>
              </p:blipFill>
              <p:spPr>
                <a:xfrm>
                  <a:off x="6640362" y="1384531"/>
                  <a:ext cx="1116720" cy="412920"/>
                </a:xfrm>
                <a:prstGeom prst="rect">
                  <a:avLst/>
                </a:prstGeom>
              </p:spPr>
            </p:pic>
          </mc:Fallback>
        </mc:AlternateContent>
      </p:grpSp>
    </p:spTree>
    <p:extLst>
      <p:ext uri="{BB962C8B-B14F-4D97-AF65-F5344CB8AC3E}">
        <p14:creationId xmlns:p14="http://schemas.microsoft.com/office/powerpoint/2010/main" val="362232708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479"/>
        <p:cNvGrpSpPr/>
        <p:nvPr/>
      </p:nvGrpSpPr>
      <p:grpSpPr>
        <a:xfrm>
          <a:off x="0" y="0"/>
          <a:ext cx="0" cy="0"/>
          <a:chOff x="0" y="0"/>
          <a:chExt cx="0" cy="0"/>
        </a:xfrm>
      </p:grpSpPr>
      <p:grpSp>
        <p:nvGrpSpPr>
          <p:cNvPr id="1480" name="Google Shape;1480;p55"/>
          <p:cNvGrpSpPr/>
          <p:nvPr/>
        </p:nvGrpSpPr>
        <p:grpSpPr>
          <a:xfrm>
            <a:off x="780289" y="1764065"/>
            <a:ext cx="4075376" cy="707026"/>
            <a:chOff x="548640" y="383108"/>
            <a:chExt cx="2865499" cy="497128"/>
          </a:xfrm>
        </p:grpSpPr>
        <p:pic>
          <p:nvPicPr>
            <p:cNvPr id="1481" name="Google Shape;1481;p55"/>
            <p:cNvPicPr preferRelativeResize="0"/>
            <p:nvPr/>
          </p:nvPicPr>
          <p:blipFill rotWithShape="1">
            <a:blip r:embed="rId3">
              <a:alphaModFix/>
            </a:blip>
            <a:srcRect/>
            <a:stretch/>
          </p:blipFill>
          <p:spPr>
            <a:xfrm>
              <a:off x="548640" y="383108"/>
              <a:ext cx="377952" cy="497128"/>
            </a:xfrm>
            <a:prstGeom prst="rect">
              <a:avLst/>
            </a:prstGeom>
            <a:noFill/>
            <a:ln>
              <a:noFill/>
            </a:ln>
          </p:spPr>
        </p:pic>
        <p:pic>
          <p:nvPicPr>
            <p:cNvPr id="1482" name="Google Shape;1482;p55"/>
            <p:cNvPicPr preferRelativeResize="0"/>
            <p:nvPr/>
          </p:nvPicPr>
          <p:blipFill rotWithShape="1">
            <a:blip r:embed="rId4">
              <a:alphaModFix/>
            </a:blip>
            <a:srcRect/>
            <a:stretch/>
          </p:blipFill>
          <p:spPr>
            <a:xfrm>
              <a:off x="737616" y="462356"/>
              <a:ext cx="1037297" cy="396544"/>
            </a:xfrm>
            <a:prstGeom prst="rect">
              <a:avLst/>
            </a:prstGeom>
            <a:noFill/>
            <a:ln>
              <a:noFill/>
            </a:ln>
          </p:spPr>
        </p:pic>
        <p:pic>
          <p:nvPicPr>
            <p:cNvPr id="1483" name="Google Shape;1483;p55"/>
            <p:cNvPicPr preferRelativeResize="0"/>
            <p:nvPr/>
          </p:nvPicPr>
          <p:blipFill rotWithShape="1">
            <a:blip r:embed="rId5">
              <a:alphaModFix/>
            </a:blip>
            <a:srcRect/>
            <a:stretch/>
          </p:blipFill>
          <p:spPr>
            <a:xfrm>
              <a:off x="1702562" y="383108"/>
              <a:ext cx="377951" cy="497128"/>
            </a:xfrm>
            <a:prstGeom prst="rect">
              <a:avLst/>
            </a:prstGeom>
            <a:noFill/>
            <a:ln>
              <a:noFill/>
            </a:ln>
          </p:spPr>
        </p:pic>
        <p:pic>
          <p:nvPicPr>
            <p:cNvPr id="1484" name="Google Shape;1484;p55"/>
            <p:cNvPicPr preferRelativeResize="0"/>
            <p:nvPr/>
          </p:nvPicPr>
          <p:blipFill rotWithShape="1">
            <a:blip r:embed="rId6">
              <a:alphaModFix/>
            </a:blip>
            <a:srcRect/>
            <a:stretch/>
          </p:blipFill>
          <p:spPr>
            <a:xfrm>
              <a:off x="1891537" y="462356"/>
              <a:ext cx="1522602" cy="396544"/>
            </a:xfrm>
            <a:prstGeom prst="rect">
              <a:avLst/>
            </a:prstGeom>
            <a:noFill/>
            <a:ln>
              <a:noFill/>
            </a:ln>
          </p:spPr>
        </p:pic>
      </p:grpSp>
      <p:grpSp>
        <p:nvGrpSpPr>
          <p:cNvPr id="1485" name="Google Shape;1485;p55"/>
          <p:cNvGrpSpPr/>
          <p:nvPr/>
        </p:nvGrpSpPr>
        <p:grpSpPr>
          <a:xfrm>
            <a:off x="541867" y="3684694"/>
            <a:ext cx="1084510" cy="1405366"/>
            <a:chOff x="381000" y="1733550"/>
            <a:chExt cx="762546" cy="988148"/>
          </a:xfrm>
        </p:grpSpPr>
        <p:sp>
          <p:nvSpPr>
            <p:cNvPr id="1486" name="Google Shape;1486;p55"/>
            <p:cNvSpPr/>
            <p:nvPr/>
          </p:nvSpPr>
          <p:spPr>
            <a:xfrm>
              <a:off x="381000" y="2110193"/>
              <a:ext cx="385445" cy="611505"/>
            </a:xfrm>
            <a:custGeom>
              <a:avLst/>
              <a:gdLst/>
              <a:ahLst/>
              <a:cxnLst/>
              <a:rect l="l" t="t" r="r" b="b"/>
              <a:pathLst>
                <a:path w="385445" h="611505" extrusionOk="0">
                  <a:moveTo>
                    <a:pt x="385356" y="0"/>
                  </a:moveTo>
                  <a:lnTo>
                    <a:pt x="0" y="0"/>
                  </a:lnTo>
                  <a:lnTo>
                    <a:pt x="0" y="611035"/>
                  </a:lnTo>
                  <a:lnTo>
                    <a:pt x="385356" y="611035"/>
                  </a:lnTo>
                  <a:lnTo>
                    <a:pt x="385356"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487" name="Google Shape;1487;p55"/>
            <p:cNvSpPr/>
            <p:nvPr/>
          </p:nvSpPr>
          <p:spPr>
            <a:xfrm>
              <a:off x="766356" y="1733550"/>
              <a:ext cx="377190" cy="988060"/>
            </a:xfrm>
            <a:custGeom>
              <a:avLst/>
              <a:gdLst/>
              <a:ahLst/>
              <a:cxnLst/>
              <a:rect l="l" t="t" r="r" b="b"/>
              <a:pathLst>
                <a:path w="377190" h="988060" extrusionOk="0">
                  <a:moveTo>
                    <a:pt x="376643" y="0"/>
                  </a:moveTo>
                  <a:lnTo>
                    <a:pt x="0" y="376681"/>
                  </a:lnTo>
                  <a:lnTo>
                    <a:pt x="0" y="987679"/>
                  </a:lnTo>
                  <a:lnTo>
                    <a:pt x="376643" y="610997"/>
                  </a:lnTo>
                  <a:lnTo>
                    <a:pt x="376643"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488" name="Google Shape;1488;p55"/>
            <p:cNvSpPr/>
            <p:nvPr/>
          </p:nvSpPr>
          <p:spPr>
            <a:xfrm>
              <a:off x="381000" y="1733550"/>
              <a:ext cx="762000" cy="377190"/>
            </a:xfrm>
            <a:custGeom>
              <a:avLst/>
              <a:gdLst/>
              <a:ahLst/>
              <a:cxnLst/>
              <a:rect l="l" t="t" r="r" b="b"/>
              <a:pathLst>
                <a:path w="762000" h="377189" extrusionOk="0">
                  <a:moveTo>
                    <a:pt x="762000" y="0"/>
                  </a:moveTo>
                  <a:lnTo>
                    <a:pt x="376643" y="0"/>
                  </a:lnTo>
                  <a:lnTo>
                    <a:pt x="0" y="376681"/>
                  </a:lnTo>
                  <a:lnTo>
                    <a:pt x="385356" y="376681"/>
                  </a:lnTo>
                  <a:lnTo>
                    <a:pt x="762000"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489" name="Google Shape;1489;p55"/>
            <p:cNvSpPr/>
            <p:nvPr/>
          </p:nvSpPr>
          <p:spPr>
            <a:xfrm>
              <a:off x="381000" y="1733550"/>
              <a:ext cx="762000" cy="988060"/>
            </a:xfrm>
            <a:custGeom>
              <a:avLst/>
              <a:gdLst/>
              <a:ahLst/>
              <a:cxnLst/>
              <a:rect l="l" t="t" r="r" b="b"/>
              <a:pathLst>
                <a:path w="762000" h="988060" extrusionOk="0">
                  <a:moveTo>
                    <a:pt x="0" y="376681"/>
                  </a:moveTo>
                  <a:lnTo>
                    <a:pt x="376643" y="0"/>
                  </a:lnTo>
                  <a:lnTo>
                    <a:pt x="762000" y="0"/>
                  </a:lnTo>
                  <a:lnTo>
                    <a:pt x="762000" y="610997"/>
                  </a:lnTo>
                  <a:lnTo>
                    <a:pt x="385356" y="987679"/>
                  </a:lnTo>
                  <a:lnTo>
                    <a:pt x="0" y="987679"/>
                  </a:lnTo>
                  <a:lnTo>
                    <a:pt x="0" y="376681"/>
                  </a:lnTo>
                  <a:close/>
                </a:path>
                <a:path w="762000" h="988060" extrusionOk="0">
                  <a:moveTo>
                    <a:pt x="0" y="376681"/>
                  </a:moveTo>
                  <a:lnTo>
                    <a:pt x="385356" y="376681"/>
                  </a:lnTo>
                  <a:lnTo>
                    <a:pt x="762000" y="0"/>
                  </a:lnTo>
                </a:path>
                <a:path w="762000" h="988060" extrusionOk="0">
                  <a:moveTo>
                    <a:pt x="385356" y="376681"/>
                  </a:moveTo>
                  <a:lnTo>
                    <a:pt x="385356"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sp>
        <p:nvSpPr>
          <p:cNvPr id="1490" name="Google Shape;1490;p55"/>
          <p:cNvSpPr/>
          <p:nvPr/>
        </p:nvSpPr>
        <p:spPr>
          <a:xfrm>
            <a:off x="3939010" y="3512362"/>
            <a:ext cx="1480199" cy="1734876"/>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491" name="Google Shape;1491;p55"/>
          <p:cNvGrpSpPr/>
          <p:nvPr/>
        </p:nvGrpSpPr>
        <p:grpSpPr>
          <a:xfrm>
            <a:off x="624230" y="3684694"/>
            <a:ext cx="553155" cy="1405240"/>
            <a:chOff x="438912" y="1733550"/>
            <a:chExt cx="388937" cy="988060"/>
          </a:xfrm>
        </p:grpSpPr>
        <p:sp>
          <p:nvSpPr>
            <p:cNvPr id="1492" name="Google Shape;1492;p55"/>
            <p:cNvSpPr/>
            <p:nvPr/>
          </p:nvSpPr>
          <p:spPr>
            <a:xfrm>
              <a:off x="438912" y="2110422"/>
              <a:ext cx="12065" cy="610870"/>
            </a:xfrm>
            <a:custGeom>
              <a:avLst/>
              <a:gdLst/>
              <a:ahLst/>
              <a:cxnLst/>
              <a:rect l="l" t="t" r="r" b="b"/>
              <a:pathLst>
                <a:path w="12065" h="610869" extrusionOk="0">
                  <a:moveTo>
                    <a:pt x="11751" y="0"/>
                  </a:moveTo>
                  <a:lnTo>
                    <a:pt x="0" y="0"/>
                  </a:lnTo>
                  <a:lnTo>
                    <a:pt x="0" y="610806"/>
                  </a:lnTo>
                  <a:lnTo>
                    <a:pt x="11751" y="610806"/>
                  </a:lnTo>
                  <a:lnTo>
                    <a:pt x="11751"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493" name="Google Shape;1493;p55"/>
            <p:cNvSpPr/>
            <p:nvPr/>
          </p:nvSpPr>
          <p:spPr>
            <a:xfrm>
              <a:off x="450659" y="1733550"/>
              <a:ext cx="377190" cy="988060"/>
            </a:xfrm>
            <a:custGeom>
              <a:avLst/>
              <a:gdLst/>
              <a:ahLst/>
              <a:cxnLst/>
              <a:rect l="l" t="t" r="r" b="b"/>
              <a:pathLst>
                <a:path w="377190" h="988060" extrusionOk="0">
                  <a:moveTo>
                    <a:pt x="376872" y="0"/>
                  </a:moveTo>
                  <a:lnTo>
                    <a:pt x="0" y="376808"/>
                  </a:lnTo>
                  <a:lnTo>
                    <a:pt x="0" y="987679"/>
                  </a:lnTo>
                  <a:lnTo>
                    <a:pt x="376872" y="610743"/>
                  </a:lnTo>
                  <a:lnTo>
                    <a:pt x="376872"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494" name="Google Shape;1494;p55"/>
            <p:cNvSpPr/>
            <p:nvPr/>
          </p:nvSpPr>
          <p:spPr>
            <a:xfrm>
              <a:off x="438912" y="1733550"/>
              <a:ext cx="388620" cy="377190"/>
            </a:xfrm>
            <a:custGeom>
              <a:avLst/>
              <a:gdLst/>
              <a:ahLst/>
              <a:cxnLst/>
              <a:rect l="l" t="t" r="r" b="b"/>
              <a:pathLst>
                <a:path w="388619" h="377189" extrusionOk="0">
                  <a:moveTo>
                    <a:pt x="388619" y="0"/>
                  </a:moveTo>
                  <a:lnTo>
                    <a:pt x="376872" y="0"/>
                  </a:lnTo>
                  <a:lnTo>
                    <a:pt x="0" y="376808"/>
                  </a:lnTo>
                  <a:lnTo>
                    <a:pt x="11747" y="376808"/>
                  </a:lnTo>
                  <a:lnTo>
                    <a:pt x="388619"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495" name="Google Shape;1495;p55"/>
            <p:cNvSpPr/>
            <p:nvPr/>
          </p:nvSpPr>
          <p:spPr>
            <a:xfrm>
              <a:off x="438912" y="1733550"/>
              <a:ext cx="388620" cy="988060"/>
            </a:xfrm>
            <a:custGeom>
              <a:avLst/>
              <a:gdLst/>
              <a:ahLst/>
              <a:cxnLst/>
              <a:rect l="l" t="t" r="r" b="b"/>
              <a:pathLst>
                <a:path w="388619" h="988060" extrusionOk="0">
                  <a:moveTo>
                    <a:pt x="0" y="376808"/>
                  </a:moveTo>
                  <a:lnTo>
                    <a:pt x="376872" y="0"/>
                  </a:lnTo>
                  <a:lnTo>
                    <a:pt x="388619" y="0"/>
                  </a:lnTo>
                  <a:lnTo>
                    <a:pt x="388619" y="610743"/>
                  </a:lnTo>
                  <a:lnTo>
                    <a:pt x="11747" y="987679"/>
                  </a:lnTo>
                  <a:lnTo>
                    <a:pt x="0" y="987679"/>
                  </a:lnTo>
                  <a:lnTo>
                    <a:pt x="0" y="376808"/>
                  </a:lnTo>
                  <a:close/>
                </a:path>
                <a:path w="388619" h="988060" extrusionOk="0">
                  <a:moveTo>
                    <a:pt x="0" y="376808"/>
                  </a:moveTo>
                  <a:lnTo>
                    <a:pt x="11747" y="376808"/>
                  </a:lnTo>
                  <a:lnTo>
                    <a:pt x="388619" y="0"/>
                  </a:lnTo>
                </a:path>
                <a:path w="388619" h="988060" extrusionOk="0">
                  <a:moveTo>
                    <a:pt x="11747" y="376808"/>
                  </a:moveTo>
                  <a:lnTo>
                    <a:pt x="11747"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496" name="Google Shape;1496;p55"/>
          <p:cNvPicPr preferRelativeResize="0"/>
          <p:nvPr/>
        </p:nvPicPr>
        <p:blipFill rotWithShape="1">
          <a:blip r:embed="rId7">
            <a:alphaModFix/>
          </a:blip>
          <a:srcRect/>
          <a:stretch/>
        </p:blipFill>
        <p:spPr>
          <a:xfrm>
            <a:off x="3939010" y="3512361"/>
            <a:ext cx="179176" cy="1734352"/>
          </a:xfrm>
          <a:prstGeom prst="rect">
            <a:avLst/>
          </a:prstGeom>
          <a:noFill/>
          <a:ln>
            <a:noFill/>
          </a:ln>
        </p:spPr>
      </p:pic>
      <p:sp>
        <p:nvSpPr>
          <p:cNvPr id="1497" name="Google Shape;1497;p55"/>
          <p:cNvSpPr/>
          <p:nvPr/>
        </p:nvSpPr>
        <p:spPr>
          <a:xfrm>
            <a:off x="3939009" y="3512362"/>
            <a:ext cx="179718" cy="1734876"/>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498" name="Google Shape;1498;p55"/>
          <p:cNvPicPr preferRelativeResize="0"/>
          <p:nvPr/>
        </p:nvPicPr>
        <p:blipFill rotWithShape="1">
          <a:blip r:embed="rId8">
            <a:alphaModFix/>
          </a:blip>
          <a:srcRect/>
          <a:stretch/>
        </p:blipFill>
        <p:spPr>
          <a:xfrm>
            <a:off x="4155757" y="3512722"/>
            <a:ext cx="179176" cy="1734352"/>
          </a:xfrm>
          <a:prstGeom prst="rect">
            <a:avLst/>
          </a:prstGeom>
          <a:noFill/>
          <a:ln>
            <a:noFill/>
          </a:ln>
        </p:spPr>
      </p:pic>
      <p:sp>
        <p:nvSpPr>
          <p:cNvPr id="1499" name="Google Shape;1499;p55"/>
          <p:cNvSpPr/>
          <p:nvPr/>
        </p:nvSpPr>
        <p:spPr>
          <a:xfrm>
            <a:off x="4155756" y="3512723"/>
            <a:ext cx="179718" cy="1734876"/>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00" name="Google Shape;1500;p55"/>
          <p:cNvPicPr preferRelativeResize="0"/>
          <p:nvPr/>
        </p:nvPicPr>
        <p:blipFill rotWithShape="1">
          <a:blip r:embed="rId9">
            <a:alphaModFix/>
          </a:blip>
          <a:srcRect/>
          <a:stretch/>
        </p:blipFill>
        <p:spPr>
          <a:xfrm>
            <a:off x="4615802" y="4057677"/>
            <a:ext cx="651106" cy="368469"/>
          </a:xfrm>
          <a:prstGeom prst="rect">
            <a:avLst/>
          </a:prstGeom>
          <a:noFill/>
          <a:ln>
            <a:noFill/>
          </a:ln>
        </p:spPr>
      </p:pic>
      <p:sp>
        <p:nvSpPr>
          <p:cNvPr id="1501" name="Google Shape;1501;p55"/>
          <p:cNvSpPr/>
          <p:nvPr/>
        </p:nvSpPr>
        <p:spPr>
          <a:xfrm>
            <a:off x="6044342" y="4325722"/>
            <a:ext cx="866987" cy="108373"/>
          </a:xfrm>
          <a:custGeom>
            <a:avLst/>
            <a:gdLst/>
            <a:ahLst/>
            <a:cxnLst/>
            <a:rect l="l" t="t" r="r" b="b"/>
            <a:pathLst>
              <a:path w="609600" h="76200" extrusionOk="0">
                <a:moveTo>
                  <a:pt x="558800" y="38100"/>
                </a:moveTo>
                <a:lnTo>
                  <a:pt x="533400" y="76200"/>
                </a:lnTo>
                <a:lnTo>
                  <a:pt x="600201" y="42799"/>
                </a:lnTo>
                <a:lnTo>
                  <a:pt x="558800" y="42799"/>
                </a:lnTo>
                <a:lnTo>
                  <a:pt x="558800" y="38100"/>
                </a:lnTo>
                <a:close/>
              </a:path>
              <a:path w="609600" h="76200" extrusionOk="0">
                <a:moveTo>
                  <a:pt x="555582" y="33274"/>
                </a:moveTo>
                <a:lnTo>
                  <a:pt x="0" y="33274"/>
                </a:lnTo>
                <a:lnTo>
                  <a:pt x="0" y="42799"/>
                </a:lnTo>
                <a:lnTo>
                  <a:pt x="555667" y="42799"/>
                </a:lnTo>
                <a:lnTo>
                  <a:pt x="558800" y="38100"/>
                </a:lnTo>
                <a:lnTo>
                  <a:pt x="555582" y="33274"/>
                </a:lnTo>
                <a:close/>
              </a:path>
              <a:path w="609600" h="76200" extrusionOk="0">
                <a:moveTo>
                  <a:pt x="599948" y="33274"/>
                </a:moveTo>
                <a:lnTo>
                  <a:pt x="558800" y="33274"/>
                </a:lnTo>
                <a:lnTo>
                  <a:pt x="558800" y="42799"/>
                </a:lnTo>
                <a:lnTo>
                  <a:pt x="600201" y="42799"/>
                </a:lnTo>
                <a:lnTo>
                  <a:pt x="609600" y="38100"/>
                </a:lnTo>
                <a:lnTo>
                  <a:pt x="599948" y="33274"/>
                </a:lnTo>
                <a:close/>
              </a:path>
              <a:path w="609600" h="76200" extrusionOk="0">
                <a:moveTo>
                  <a:pt x="533400" y="0"/>
                </a:moveTo>
                <a:lnTo>
                  <a:pt x="558800" y="38100"/>
                </a:lnTo>
                <a:lnTo>
                  <a:pt x="558800" y="33274"/>
                </a:lnTo>
                <a:lnTo>
                  <a:pt x="599948" y="33274"/>
                </a:lnTo>
                <a:lnTo>
                  <a:pt x="53340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02" name="Google Shape;1502;p55"/>
          <p:cNvSpPr/>
          <p:nvPr/>
        </p:nvSpPr>
        <p:spPr>
          <a:xfrm>
            <a:off x="7586134" y="2709333"/>
            <a:ext cx="108373" cy="3576320"/>
          </a:xfrm>
          <a:custGeom>
            <a:avLst/>
            <a:gdLst/>
            <a:ahLst/>
            <a:cxnLst/>
            <a:rect l="l" t="t" r="r" b="b"/>
            <a:pathLst>
              <a:path w="76200" h="2514600" extrusionOk="0">
                <a:moveTo>
                  <a:pt x="76200" y="2514600"/>
                </a:moveTo>
                <a:lnTo>
                  <a:pt x="46559" y="2514107"/>
                </a:lnTo>
                <a:lnTo>
                  <a:pt x="22336" y="2512758"/>
                </a:lnTo>
                <a:lnTo>
                  <a:pt x="5994" y="2510742"/>
                </a:lnTo>
                <a:lnTo>
                  <a:pt x="0" y="2508250"/>
                </a:lnTo>
                <a:lnTo>
                  <a:pt x="0" y="6350"/>
                </a:lnTo>
                <a:lnTo>
                  <a:pt x="5994" y="3857"/>
                </a:lnTo>
                <a:lnTo>
                  <a:pt x="22336" y="1841"/>
                </a:lnTo>
                <a:lnTo>
                  <a:pt x="46559" y="492"/>
                </a:lnTo>
                <a:lnTo>
                  <a:pt x="762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03" name="Google Shape;1503;p55"/>
          <p:cNvPicPr preferRelativeResize="0"/>
          <p:nvPr/>
        </p:nvPicPr>
        <p:blipFill rotWithShape="1">
          <a:blip r:embed="rId10">
            <a:alphaModFix/>
          </a:blip>
          <a:srcRect/>
          <a:stretch/>
        </p:blipFill>
        <p:spPr>
          <a:xfrm>
            <a:off x="5975705" y="5224317"/>
            <a:ext cx="1151646" cy="368469"/>
          </a:xfrm>
          <a:prstGeom prst="rect">
            <a:avLst/>
          </a:prstGeom>
          <a:noFill/>
          <a:ln>
            <a:noFill/>
          </a:ln>
        </p:spPr>
      </p:pic>
      <p:sp>
        <p:nvSpPr>
          <p:cNvPr id="1504" name="Google Shape;1504;p55"/>
          <p:cNvSpPr/>
          <p:nvPr/>
        </p:nvSpPr>
        <p:spPr>
          <a:xfrm>
            <a:off x="8236374" y="2710778"/>
            <a:ext cx="108373" cy="3576320"/>
          </a:xfrm>
          <a:custGeom>
            <a:avLst/>
            <a:gdLst/>
            <a:ahLst/>
            <a:cxnLst/>
            <a:rect l="l" t="t" r="r" b="b"/>
            <a:pathLst>
              <a:path w="76200" h="2514600" extrusionOk="0">
                <a:moveTo>
                  <a:pt x="0" y="2514600"/>
                </a:moveTo>
                <a:lnTo>
                  <a:pt x="29640" y="2514090"/>
                </a:lnTo>
                <a:lnTo>
                  <a:pt x="53863" y="2512710"/>
                </a:lnTo>
                <a:lnTo>
                  <a:pt x="70205" y="2510688"/>
                </a:lnTo>
                <a:lnTo>
                  <a:pt x="76200" y="2508250"/>
                </a:lnTo>
                <a:lnTo>
                  <a:pt x="76200" y="6350"/>
                </a:lnTo>
                <a:lnTo>
                  <a:pt x="70205" y="3857"/>
                </a:lnTo>
                <a:lnTo>
                  <a:pt x="53863" y="1841"/>
                </a:lnTo>
                <a:lnTo>
                  <a:pt x="29640" y="492"/>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05" name="Google Shape;1505;p55"/>
          <p:cNvGrpSpPr/>
          <p:nvPr/>
        </p:nvGrpSpPr>
        <p:grpSpPr>
          <a:xfrm>
            <a:off x="7851285" y="2725407"/>
            <a:ext cx="726643" cy="1718621"/>
            <a:chOff x="5520435" y="1059052"/>
            <a:chExt cx="510921" cy="1208405"/>
          </a:xfrm>
        </p:grpSpPr>
        <p:pic>
          <p:nvPicPr>
            <p:cNvPr id="1506" name="Google Shape;1506;p55"/>
            <p:cNvPicPr preferRelativeResize="0"/>
            <p:nvPr/>
          </p:nvPicPr>
          <p:blipFill rotWithShape="1">
            <a:blip r:embed="rId11">
              <a:alphaModFix/>
            </a:blip>
            <a:srcRect/>
            <a:stretch/>
          </p:blipFill>
          <p:spPr>
            <a:xfrm>
              <a:off x="5520689" y="1059052"/>
              <a:ext cx="125984" cy="553593"/>
            </a:xfrm>
            <a:prstGeom prst="rect">
              <a:avLst/>
            </a:prstGeom>
            <a:noFill/>
            <a:ln>
              <a:noFill/>
            </a:ln>
          </p:spPr>
        </p:pic>
        <p:sp>
          <p:nvSpPr>
            <p:cNvPr id="1507" name="Google Shape;1507;p55"/>
            <p:cNvSpPr/>
            <p:nvPr/>
          </p:nvSpPr>
          <p:spPr>
            <a:xfrm>
              <a:off x="5520689" y="1059052"/>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08" name="Google Shape;1508;p55"/>
            <p:cNvPicPr preferRelativeResize="0"/>
            <p:nvPr/>
          </p:nvPicPr>
          <p:blipFill rotWithShape="1">
            <a:blip r:embed="rId12">
              <a:alphaModFix/>
            </a:blip>
            <a:srcRect/>
            <a:stretch/>
          </p:blipFill>
          <p:spPr>
            <a:xfrm>
              <a:off x="5520435" y="1612645"/>
              <a:ext cx="125984" cy="553592"/>
            </a:xfrm>
            <a:prstGeom prst="rect">
              <a:avLst/>
            </a:prstGeom>
            <a:noFill/>
            <a:ln>
              <a:noFill/>
            </a:ln>
          </p:spPr>
        </p:pic>
        <p:sp>
          <p:nvSpPr>
            <p:cNvPr id="1509" name="Google Shape;1509;p55"/>
            <p:cNvSpPr/>
            <p:nvPr/>
          </p:nvSpPr>
          <p:spPr>
            <a:xfrm>
              <a:off x="5520435" y="1612645"/>
              <a:ext cx="126364" cy="553720"/>
            </a:xfrm>
            <a:custGeom>
              <a:avLst/>
              <a:gdLst/>
              <a:ahLst/>
              <a:cxnLst/>
              <a:rect l="l" t="t" r="r" b="b"/>
              <a:pathLst>
                <a:path w="126364" h="553719" extrusionOk="0">
                  <a:moveTo>
                    <a:pt x="0" y="553592"/>
                  </a:moveTo>
                  <a:lnTo>
                    <a:pt x="125984" y="553592"/>
                  </a:lnTo>
                  <a:lnTo>
                    <a:pt x="125984" y="0"/>
                  </a:lnTo>
                  <a:lnTo>
                    <a:pt x="0" y="0"/>
                  </a:lnTo>
                  <a:lnTo>
                    <a:pt x="0" y="553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10" name="Google Shape;1510;p55"/>
            <p:cNvPicPr preferRelativeResize="0"/>
            <p:nvPr/>
          </p:nvPicPr>
          <p:blipFill rotWithShape="1">
            <a:blip r:embed="rId9">
              <a:alphaModFix/>
            </a:blip>
            <a:srcRect/>
            <a:stretch/>
          </p:blipFill>
          <p:spPr>
            <a:xfrm>
              <a:off x="5574156" y="2008377"/>
              <a:ext cx="457200" cy="259080"/>
            </a:xfrm>
            <a:prstGeom prst="rect">
              <a:avLst/>
            </a:prstGeom>
            <a:noFill/>
            <a:ln>
              <a:noFill/>
            </a:ln>
          </p:spPr>
        </p:pic>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514"/>
        <p:cNvGrpSpPr/>
        <p:nvPr/>
      </p:nvGrpSpPr>
      <p:grpSpPr>
        <a:xfrm>
          <a:off x="0" y="0"/>
          <a:ext cx="0" cy="0"/>
          <a:chOff x="0" y="0"/>
          <a:chExt cx="0" cy="0"/>
        </a:xfrm>
      </p:grpSpPr>
      <p:grpSp>
        <p:nvGrpSpPr>
          <p:cNvPr id="1515" name="Google Shape;1515;p56"/>
          <p:cNvGrpSpPr/>
          <p:nvPr/>
        </p:nvGrpSpPr>
        <p:grpSpPr>
          <a:xfrm>
            <a:off x="4047382" y="3033712"/>
            <a:ext cx="1480199" cy="1735238"/>
            <a:chOff x="2845816" y="1275829"/>
            <a:chExt cx="1040765" cy="1220089"/>
          </a:xfrm>
        </p:grpSpPr>
        <p:sp>
          <p:nvSpPr>
            <p:cNvPr id="1516" name="Google Shape;1516;p56"/>
            <p:cNvSpPr/>
            <p:nvPr/>
          </p:nvSpPr>
          <p:spPr>
            <a:xfrm>
              <a:off x="2845816" y="127582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7" name="Google Shape;1517;p56"/>
            <p:cNvSpPr/>
            <p:nvPr/>
          </p:nvSpPr>
          <p:spPr>
            <a:xfrm>
              <a:off x="2845816" y="1275829"/>
              <a:ext cx="126364" cy="336550"/>
            </a:xfrm>
            <a:custGeom>
              <a:avLst/>
              <a:gdLst/>
              <a:ahLst/>
              <a:cxnLst/>
              <a:rect l="l" t="t" r="r" b="b"/>
              <a:pathLst>
                <a:path w="126364" h="336550" extrusionOk="0">
                  <a:moveTo>
                    <a:pt x="0" y="336550"/>
                  </a:moveTo>
                  <a:lnTo>
                    <a:pt x="125983" y="336550"/>
                  </a:lnTo>
                  <a:lnTo>
                    <a:pt x="125983" y="0"/>
                  </a:lnTo>
                  <a:lnTo>
                    <a:pt x="0" y="0"/>
                  </a:lnTo>
                  <a:lnTo>
                    <a:pt x="0" y="336550"/>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8" name="Google Shape;1518;p56"/>
            <p:cNvSpPr/>
            <p:nvPr/>
          </p:nvSpPr>
          <p:spPr>
            <a:xfrm>
              <a:off x="2845816" y="127582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9" name="Google Shape;1519;p56"/>
            <p:cNvSpPr/>
            <p:nvPr/>
          </p:nvSpPr>
          <p:spPr>
            <a:xfrm>
              <a:off x="2998216" y="1276083"/>
              <a:ext cx="126364" cy="336550"/>
            </a:xfrm>
            <a:custGeom>
              <a:avLst/>
              <a:gdLst/>
              <a:ahLst/>
              <a:cxnLst/>
              <a:rect l="l" t="t" r="r" b="b"/>
              <a:pathLst>
                <a:path w="126364" h="336550" extrusionOk="0">
                  <a:moveTo>
                    <a:pt x="0" y="336296"/>
                  </a:moveTo>
                  <a:lnTo>
                    <a:pt x="125983" y="336296"/>
                  </a:lnTo>
                  <a:lnTo>
                    <a:pt x="125983" y="0"/>
                  </a:lnTo>
                  <a:lnTo>
                    <a:pt x="0" y="0"/>
                  </a:lnTo>
                  <a:lnTo>
                    <a:pt x="0" y="336296"/>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0" name="Google Shape;1520;p56"/>
            <p:cNvSpPr/>
            <p:nvPr/>
          </p:nvSpPr>
          <p:spPr>
            <a:xfrm>
              <a:off x="2998216" y="127608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21" name="Google Shape;1521;p56"/>
            <p:cNvPicPr preferRelativeResize="0"/>
            <p:nvPr/>
          </p:nvPicPr>
          <p:blipFill rotWithShape="1">
            <a:blip r:embed="rId3">
              <a:alphaModFix/>
            </a:blip>
            <a:srcRect/>
            <a:stretch/>
          </p:blipFill>
          <p:spPr>
            <a:xfrm>
              <a:off x="3321685" y="1659077"/>
              <a:ext cx="457809" cy="259384"/>
            </a:xfrm>
            <a:prstGeom prst="rect">
              <a:avLst/>
            </a:prstGeom>
            <a:noFill/>
            <a:ln>
              <a:noFill/>
            </a:ln>
          </p:spPr>
        </p:pic>
      </p:grpSp>
      <p:grpSp>
        <p:nvGrpSpPr>
          <p:cNvPr id="1522" name="Google Shape;1522;p56"/>
          <p:cNvGrpSpPr/>
          <p:nvPr/>
        </p:nvGrpSpPr>
        <p:grpSpPr>
          <a:xfrm>
            <a:off x="780289" y="1764065"/>
            <a:ext cx="4075376" cy="707026"/>
            <a:chOff x="548640" y="383108"/>
            <a:chExt cx="2865499" cy="497128"/>
          </a:xfrm>
        </p:grpSpPr>
        <p:pic>
          <p:nvPicPr>
            <p:cNvPr id="1523" name="Google Shape;1523;p56"/>
            <p:cNvPicPr preferRelativeResize="0"/>
            <p:nvPr/>
          </p:nvPicPr>
          <p:blipFill rotWithShape="1">
            <a:blip r:embed="rId4">
              <a:alphaModFix/>
            </a:blip>
            <a:srcRect/>
            <a:stretch/>
          </p:blipFill>
          <p:spPr>
            <a:xfrm>
              <a:off x="548640" y="383108"/>
              <a:ext cx="377952" cy="497128"/>
            </a:xfrm>
            <a:prstGeom prst="rect">
              <a:avLst/>
            </a:prstGeom>
            <a:noFill/>
            <a:ln>
              <a:noFill/>
            </a:ln>
          </p:spPr>
        </p:pic>
        <p:pic>
          <p:nvPicPr>
            <p:cNvPr id="1524" name="Google Shape;1524;p56"/>
            <p:cNvPicPr preferRelativeResize="0"/>
            <p:nvPr/>
          </p:nvPicPr>
          <p:blipFill rotWithShape="1">
            <a:blip r:embed="rId5">
              <a:alphaModFix/>
            </a:blip>
            <a:srcRect/>
            <a:stretch/>
          </p:blipFill>
          <p:spPr>
            <a:xfrm>
              <a:off x="737616" y="462356"/>
              <a:ext cx="1037297" cy="396544"/>
            </a:xfrm>
            <a:prstGeom prst="rect">
              <a:avLst/>
            </a:prstGeom>
            <a:noFill/>
            <a:ln>
              <a:noFill/>
            </a:ln>
          </p:spPr>
        </p:pic>
        <p:pic>
          <p:nvPicPr>
            <p:cNvPr id="1525" name="Google Shape;1525;p56"/>
            <p:cNvPicPr preferRelativeResize="0"/>
            <p:nvPr/>
          </p:nvPicPr>
          <p:blipFill rotWithShape="1">
            <a:blip r:embed="rId6">
              <a:alphaModFix/>
            </a:blip>
            <a:srcRect/>
            <a:stretch/>
          </p:blipFill>
          <p:spPr>
            <a:xfrm>
              <a:off x="1702562" y="383108"/>
              <a:ext cx="377951" cy="497128"/>
            </a:xfrm>
            <a:prstGeom prst="rect">
              <a:avLst/>
            </a:prstGeom>
            <a:noFill/>
            <a:ln>
              <a:noFill/>
            </a:ln>
          </p:spPr>
        </p:pic>
        <p:pic>
          <p:nvPicPr>
            <p:cNvPr id="1526" name="Google Shape;1526;p56"/>
            <p:cNvPicPr preferRelativeResize="0"/>
            <p:nvPr/>
          </p:nvPicPr>
          <p:blipFill rotWithShape="1">
            <a:blip r:embed="rId7">
              <a:alphaModFix/>
            </a:blip>
            <a:srcRect/>
            <a:stretch/>
          </p:blipFill>
          <p:spPr>
            <a:xfrm>
              <a:off x="1891537" y="462356"/>
              <a:ext cx="1522602" cy="396544"/>
            </a:xfrm>
            <a:prstGeom prst="rect">
              <a:avLst/>
            </a:prstGeom>
            <a:noFill/>
            <a:ln>
              <a:noFill/>
            </a:ln>
          </p:spPr>
        </p:pic>
      </p:grpSp>
      <p:grpSp>
        <p:nvGrpSpPr>
          <p:cNvPr id="1527" name="Google Shape;1527;p56"/>
          <p:cNvGrpSpPr/>
          <p:nvPr/>
        </p:nvGrpSpPr>
        <p:grpSpPr>
          <a:xfrm>
            <a:off x="541867" y="3684694"/>
            <a:ext cx="1084510" cy="1405366"/>
            <a:chOff x="381000" y="1733550"/>
            <a:chExt cx="762546" cy="988148"/>
          </a:xfrm>
        </p:grpSpPr>
        <p:sp>
          <p:nvSpPr>
            <p:cNvPr id="1528" name="Google Shape;1528;p56"/>
            <p:cNvSpPr/>
            <p:nvPr/>
          </p:nvSpPr>
          <p:spPr>
            <a:xfrm>
              <a:off x="381000" y="2110193"/>
              <a:ext cx="385445" cy="611505"/>
            </a:xfrm>
            <a:custGeom>
              <a:avLst/>
              <a:gdLst/>
              <a:ahLst/>
              <a:cxnLst/>
              <a:rect l="l" t="t" r="r" b="b"/>
              <a:pathLst>
                <a:path w="385445" h="611505" extrusionOk="0">
                  <a:moveTo>
                    <a:pt x="385356" y="0"/>
                  </a:moveTo>
                  <a:lnTo>
                    <a:pt x="0" y="0"/>
                  </a:lnTo>
                  <a:lnTo>
                    <a:pt x="0" y="611035"/>
                  </a:lnTo>
                  <a:lnTo>
                    <a:pt x="385356" y="611035"/>
                  </a:lnTo>
                  <a:lnTo>
                    <a:pt x="385356"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9" name="Google Shape;1529;p56"/>
            <p:cNvSpPr/>
            <p:nvPr/>
          </p:nvSpPr>
          <p:spPr>
            <a:xfrm>
              <a:off x="766356" y="1733550"/>
              <a:ext cx="377190" cy="988060"/>
            </a:xfrm>
            <a:custGeom>
              <a:avLst/>
              <a:gdLst/>
              <a:ahLst/>
              <a:cxnLst/>
              <a:rect l="l" t="t" r="r" b="b"/>
              <a:pathLst>
                <a:path w="377190" h="988060" extrusionOk="0">
                  <a:moveTo>
                    <a:pt x="376643" y="0"/>
                  </a:moveTo>
                  <a:lnTo>
                    <a:pt x="0" y="376681"/>
                  </a:lnTo>
                  <a:lnTo>
                    <a:pt x="0" y="987679"/>
                  </a:lnTo>
                  <a:lnTo>
                    <a:pt x="376643" y="610997"/>
                  </a:lnTo>
                  <a:lnTo>
                    <a:pt x="376643"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0" name="Google Shape;1530;p56"/>
            <p:cNvSpPr/>
            <p:nvPr/>
          </p:nvSpPr>
          <p:spPr>
            <a:xfrm>
              <a:off x="381000" y="1733550"/>
              <a:ext cx="762000" cy="377190"/>
            </a:xfrm>
            <a:custGeom>
              <a:avLst/>
              <a:gdLst/>
              <a:ahLst/>
              <a:cxnLst/>
              <a:rect l="l" t="t" r="r" b="b"/>
              <a:pathLst>
                <a:path w="762000" h="377189" extrusionOk="0">
                  <a:moveTo>
                    <a:pt x="762000" y="0"/>
                  </a:moveTo>
                  <a:lnTo>
                    <a:pt x="376643" y="0"/>
                  </a:lnTo>
                  <a:lnTo>
                    <a:pt x="0" y="376681"/>
                  </a:lnTo>
                  <a:lnTo>
                    <a:pt x="385356" y="376681"/>
                  </a:lnTo>
                  <a:lnTo>
                    <a:pt x="762000"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1" name="Google Shape;1531;p56"/>
            <p:cNvSpPr/>
            <p:nvPr/>
          </p:nvSpPr>
          <p:spPr>
            <a:xfrm>
              <a:off x="381000" y="1733550"/>
              <a:ext cx="762000" cy="988060"/>
            </a:xfrm>
            <a:custGeom>
              <a:avLst/>
              <a:gdLst/>
              <a:ahLst/>
              <a:cxnLst/>
              <a:rect l="l" t="t" r="r" b="b"/>
              <a:pathLst>
                <a:path w="762000" h="988060" extrusionOk="0">
                  <a:moveTo>
                    <a:pt x="0" y="376681"/>
                  </a:moveTo>
                  <a:lnTo>
                    <a:pt x="376643" y="0"/>
                  </a:lnTo>
                  <a:lnTo>
                    <a:pt x="762000" y="0"/>
                  </a:lnTo>
                  <a:lnTo>
                    <a:pt x="762000" y="610997"/>
                  </a:lnTo>
                  <a:lnTo>
                    <a:pt x="385356" y="987679"/>
                  </a:lnTo>
                  <a:lnTo>
                    <a:pt x="0" y="987679"/>
                  </a:lnTo>
                  <a:lnTo>
                    <a:pt x="0" y="376681"/>
                  </a:lnTo>
                  <a:close/>
                </a:path>
                <a:path w="762000" h="988060" extrusionOk="0">
                  <a:moveTo>
                    <a:pt x="0" y="376681"/>
                  </a:moveTo>
                  <a:lnTo>
                    <a:pt x="385356" y="376681"/>
                  </a:lnTo>
                  <a:lnTo>
                    <a:pt x="762000" y="0"/>
                  </a:lnTo>
                </a:path>
                <a:path w="762000" h="988060" extrusionOk="0">
                  <a:moveTo>
                    <a:pt x="385356" y="376681"/>
                  </a:moveTo>
                  <a:lnTo>
                    <a:pt x="385356"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sp>
        <p:nvSpPr>
          <p:cNvPr id="1532" name="Google Shape;1532;p56"/>
          <p:cNvSpPr/>
          <p:nvPr/>
        </p:nvSpPr>
        <p:spPr>
          <a:xfrm>
            <a:off x="4118187" y="3512362"/>
            <a:ext cx="37931" cy="1734876"/>
          </a:xfrm>
          <a:custGeom>
            <a:avLst/>
            <a:gdLst/>
            <a:ahLst/>
            <a:cxnLst/>
            <a:rect l="l" t="t" r="r" b="b"/>
            <a:pathLst>
              <a:path w="26669" h="1219835" extrusionOk="0">
                <a:moveTo>
                  <a:pt x="0" y="1219466"/>
                </a:moveTo>
                <a:lnTo>
                  <a:pt x="26416" y="1219466"/>
                </a:lnTo>
                <a:lnTo>
                  <a:pt x="26416"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33" name="Google Shape;1533;p56"/>
          <p:cNvGrpSpPr/>
          <p:nvPr/>
        </p:nvGrpSpPr>
        <p:grpSpPr>
          <a:xfrm>
            <a:off x="3939009" y="3512361"/>
            <a:ext cx="1480199" cy="1734876"/>
            <a:chOff x="2769616" y="1612379"/>
            <a:chExt cx="1040765" cy="1219835"/>
          </a:xfrm>
        </p:grpSpPr>
        <p:sp>
          <p:nvSpPr>
            <p:cNvPr id="1534" name="Google Shape;1534;p56"/>
            <p:cNvSpPr/>
            <p:nvPr/>
          </p:nvSpPr>
          <p:spPr>
            <a:xfrm>
              <a:off x="3048000" y="1612379"/>
              <a:ext cx="762000" cy="1219835"/>
            </a:xfrm>
            <a:custGeom>
              <a:avLst/>
              <a:gdLst/>
              <a:ahLst/>
              <a:cxnLst/>
              <a:rect l="l" t="t" r="r" b="b"/>
              <a:pathLst>
                <a:path w="762000" h="1219835" extrusionOk="0">
                  <a:moveTo>
                    <a:pt x="0" y="1219466"/>
                  </a:moveTo>
                  <a:lnTo>
                    <a:pt x="762000" y="1219466"/>
                  </a:lnTo>
                  <a:lnTo>
                    <a:pt x="762000"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5" name="Google Shape;1535;p56"/>
            <p:cNvSpPr/>
            <p:nvPr/>
          </p:nvSpPr>
          <p:spPr>
            <a:xfrm>
              <a:off x="2769616" y="161237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36" name="Google Shape;1536;p56"/>
          <p:cNvGrpSpPr/>
          <p:nvPr/>
        </p:nvGrpSpPr>
        <p:grpSpPr>
          <a:xfrm>
            <a:off x="624230" y="3684694"/>
            <a:ext cx="553155" cy="1405240"/>
            <a:chOff x="438912" y="1733550"/>
            <a:chExt cx="388937" cy="988060"/>
          </a:xfrm>
        </p:grpSpPr>
        <p:sp>
          <p:nvSpPr>
            <p:cNvPr id="1537" name="Google Shape;1537;p56"/>
            <p:cNvSpPr/>
            <p:nvPr/>
          </p:nvSpPr>
          <p:spPr>
            <a:xfrm>
              <a:off x="438912" y="2110422"/>
              <a:ext cx="12065" cy="610870"/>
            </a:xfrm>
            <a:custGeom>
              <a:avLst/>
              <a:gdLst/>
              <a:ahLst/>
              <a:cxnLst/>
              <a:rect l="l" t="t" r="r" b="b"/>
              <a:pathLst>
                <a:path w="12065" h="610869" extrusionOk="0">
                  <a:moveTo>
                    <a:pt x="11751" y="0"/>
                  </a:moveTo>
                  <a:lnTo>
                    <a:pt x="0" y="0"/>
                  </a:lnTo>
                  <a:lnTo>
                    <a:pt x="0" y="610806"/>
                  </a:lnTo>
                  <a:lnTo>
                    <a:pt x="11751" y="610806"/>
                  </a:lnTo>
                  <a:lnTo>
                    <a:pt x="11751"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8" name="Google Shape;1538;p56"/>
            <p:cNvSpPr/>
            <p:nvPr/>
          </p:nvSpPr>
          <p:spPr>
            <a:xfrm>
              <a:off x="450659" y="1733550"/>
              <a:ext cx="377190" cy="988060"/>
            </a:xfrm>
            <a:custGeom>
              <a:avLst/>
              <a:gdLst/>
              <a:ahLst/>
              <a:cxnLst/>
              <a:rect l="l" t="t" r="r" b="b"/>
              <a:pathLst>
                <a:path w="377190" h="988060" extrusionOk="0">
                  <a:moveTo>
                    <a:pt x="376872" y="0"/>
                  </a:moveTo>
                  <a:lnTo>
                    <a:pt x="0" y="376808"/>
                  </a:lnTo>
                  <a:lnTo>
                    <a:pt x="0" y="987679"/>
                  </a:lnTo>
                  <a:lnTo>
                    <a:pt x="376872" y="610743"/>
                  </a:lnTo>
                  <a:lnTo>
                    <a:pt x="376872"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9" name="Google Shape;1539;p56"/>
            <p:cNvSpPr/>
            <p:nvPr/>
          </p:nvSpPr>
          <p:spPr>
            <a:xfrm>
              <a:off x="438912" y="1733550"/>
              <a:ext cx="388620" cy="377190"/>
            </a:xfrm>
            <a:custGeom>
              <a:avLst/>
              <a:gdLst/>
              <a:ahLst/>
              <a:cxnLst/>
              <a:rect l="l" t="t" r="r" b="b"/>
              <a:pathLst>
                <a:path w="388619" h="377189" extrusionOk="0">
                  <a:moveTo>
                    <a:pt x="388619" y="0"/>
                  </a:moveTo>
                  <a:lnTo>
                    <a:pt x="376872" y="0"/>
                  </a:lnTo>
                  <a:lnTo>
                    <a:pt x="0" y="376808"/>
                  </a:lnTo>
                  <a:lnTo>
                    <a:pt x="11747" y="376808"/>
                  </a:lnTo>
                  <a:lnTo>
                    <a:pt x="388619"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0" name="Google Shape;1540;p56"/>
            <p:cNvSpPr/>
            <p:nvPr/>
          </p:nvSpPr>
          <p:spPr>
            <a:xfrm>
              <a:off x="438912" y="1733550"/>
              <a:ext cx="388620" cy="988060"/>
            </a:xfrm>
            <a:custGeom>
              <a:avLst/>
              <a:gdLst/>
              <a:ahLst/>
              <a:cxnLst/>
              <a:rect l="l" t="t" r="r" b="b"/>
              <a:pathLst>
                <a:path w="388619" h="988060" extrusionOk="0">
                  <a:moveTo>
                    <a:pt x="0" y="376808"/>
                  </a:moveTo>
                  <a:lnTo>
                    <a:pt x="376872" y="0"/>
                  </a:lnTo>
                  <a:lnTo>
                    <a:pt x="388619" y="0"/>
                  </a:lnTo>
                  <a:lnTo>
                    <a:pt x="388619" y="610743"/>
                  </a:lnTo>
                  <a:lnTo>
                    <a:pt x="11747" y="987679"/>
                  </a:lnTo>
                  <a:lnTo>
                    <a:pt x="0" y="987679"/>
                  </a:lnTo>
                  <a:lnTo>
                    <a:pt x="0" y="376808"/>
                  </a:lnTo>
                  <a:close/>
                </a:path>
                <a:path w="388619" h="988060" extrusionOk="0">
                  <a:moveTo>
                    <a:pt x="0" y="376808"/>
                  </a:moveTo>
                  <a:lnTo>
                    <a:pt x="11747" y="376808"/>
                  </a:lnTo>
                  <a:lnTo>
                    <a:pt x="388619" y="0"/>
                  </a:lnTo>
                </a:path>
                <a:path w="388619" h="988060" extrusionOk="0">
                  <a:moveTo>
                    <a:pt x="11747" y="376808"/>
                  </a:moveTo>
                  <a:lnTo>
                    <a:pt x="11747"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41" name="Google Shape;1541;p56"/>
          <p:cNvGrpSpPr/>
          <p:nvPr/>
        </p:nvGrpSpPr>
        <p:grpSpPr>
          <a:xfrm>
            <a:off x="3939009" y="3512361"/>
            <a:ext cx="396464" cy="1735238"/>
            <a:chOff x="2769616" y="1612379"/>
            <a:chExt cx="278764" cy="1220089"/>
          </a:xfrm>
        </p:grpSpPr>
        <p:pic>
          <p:nvPicPr>
            <p:cNvPr id="1542" name="Google Shape;1542;p56"/>
            <p:cNvPicPr preferRelativeResize="0"/>
            <p:nvPr/>
          </p:nvPicPr>
          <p:blipFill rotWithShape="1">
            <a:blip r:embed="rId8">
              <a:alphaModFix/>
            </a:blip>
            <a:srcRect/>
            <a:stretch/>
          </p:blipFill>
          <p:spPr>
            <a:xfrm>
              <a:off x="2769616" y="1612379"/>
              <a:ext cx="125983" cy="1219466"/>
            </a:xfrm>
            <a:prstGeom prst="rect">
              <a:avLst/>
            </a:prstGeom>
            <a:noFill/>
            <a:ln>
              <a:noFill/>
            </a:ln>
          </p:spPr>
        </p:pic>
        <p:sp>
          <p:nvSpPr>
            <p:cNvPr id="1543" name="Google Shape;1543;p56"/>
            <p:cNvSpPr/>
            <p:nvPr/>
          </p:nvSpPr>
          <p:spPr>
            <a:xfrm>
              <a:off x="2769616" y="161237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4" name="Google Shape;1544;p56"/>
            <p:cNvPicPr preferRelativeResize="0"/>
            <p:nvPr/>
          </p:nvPicPr>
          <p:blipFill rotWithShape="1">
            <a:blip r:embed="rId9">
              <a:alphaModFix/>
            </a:blip>
            <a:srcRect/>
            <a:stretch/>
          </p:blipFill>
          <p:spPr>
            <a:xfrm>
              <a:off x="2922016" y="1612633"/>
              <a:ext cx="125983" cy="1219466"/>
            </a:xfrm>
            <a:prstGeom prst="rect">
              <a:avLst/>
            </a:prstGeom>
            <a:noFill/>
            <a:ln>
              <a:noFill/>
            </a:ln>
          </p:spPr>
        </p:pic>
        <p:sp>
          <p:nvSpPr>
            <p:cNvPr id="1545" name="Google Shape;1545;p56"/>
            <p:cNvSpPr/>
            <p:nvPr/>
          </p:nvSpPr>
          <p:spPr>
            <a:xfrm>
              <a:off x="2922016" y="161263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46" name="Google Shape;1546;p56"/>
          <p:cNvPicPr preferRelativeResize="0"/>
          <p:nvPr/>
        </p:nvPicPr>
        <p:blipFill rotWithShape="1">
          <a:blip r:embed="rId3">
            <a:alphaModFix/>
          </a:blip>
          <a:srcRect/>
          <a:stretch/>
        </p:blipFill>
        <p:spPr>
          <a:xfrm>
            <a:off x="4615802" y="4057677"/>
            <a:ext cx="651106" cy="368469"/>
          </a:xfrm>
          <a:prstGeom prst="rect">
            <a:avLst/>
          </a:prstGeom>
          <a:noFill/>
          <a:ln>
            <a:noFill/>
          </a:ln>
        </p:spPr>
      </p:pic>
      <p:sp>
        <p:nvSpPr>
          <p:cNvPr id="1547" name="Google Shape;1547;p56"/>
          <p:cNvSpPr/>
          <p:nvPr/>
        </p:nvSpPr>
        <p:spPr>
          <a:xfrm>
            <a:off x="6044342" y="4325722"/>
            <a:ext cx="866987" cy="108373"/>
          </a:xfrm>
          <a:custGeom>
            <a:avLst/>
            <a:gdLst/>
            <a:ahLst/>
            <a:cxnLst/>
            <a:rect l="l" t="t" r="r" b="b"/>
            <a:pathLst>
              <a:path w="609600" h="76200" extrusionOk="0">
                <a:moveTo>
                  <a:pt x="558800" y="38100"/>
                </a:moveTo>
                <a:lnTo>
                  <a:pt x="533400" y="76200"/>
                </a:lnTo>
                <a:lnTo>
                  <a:pt x="600201" y="42799"/>
                </a:lnTo>
                <a:lnTo>
                  <a:pt x="558800" y="42799"/>
                </a:lnTo>
                <a:lnTo>
                  <a:pt x="558800" y="38100"/>
                </a:lnTo>
                <a:close/>
              </a:path>
              <a:path w="609600" h="76200" extrusionOk="0">
                <a:moveTo>
                  <a:pt x="555582" y="33274"/>
                </a:moveTo>
                <a:lnTo>
                  <a:pt x="0" y="33274"/>
                </a:lnTo>
                <a:lnTo>
                  <a:pt x="0" y="42799"/>
                </a:lnTo>
                <a:lnTo>
                  <a:pt x="555667" y="42799"/>
                </a:lnTo>
                <a:lnTo>
                  <a:pt x="558800" y="38100"/>
                </a:lnTo>
                <a:lnTo>
                  <a:pt x="555582" y="33274"/>
                </a:lnTo>
                <a:close/>
              </a:path>
              <a:path w="609600" h="76200" extrusionOk="0">
                <a:moveTo>
                  <a:pt x="599948" y="33274"/>
                </a:moveTo>
                <a:lnTo>
                  <a:pt x="558800" y="33274"/>
                </a:lnTo>
                <a:lnTo>
                  <a:pt x="558800" y="42799"/>
                </a:lnTo>
                <a:lnTo>
                  <a:pt x="600201" y="42799"/>
                </a:lnTo>
                <a:lnTo>
                  <a:pt x="609600" y="38100"/>
                </a:lnTo>
                <a:lnTo>
                  <a:pt x="599948" y="33274"/>
                </a:lnTo>
                <a:close/>
              </a:path>
              <a:path w="609600" h="76200" extrusionOk="0">
                <a:moveTo>
                  <a:pt x="533400" y="0"/>
                </a:moveTo>
                <a:lnTo>
                  <a:pt x="558800" y="38100"/>
                </a:lnTo>
                <a:lnTo>
                  <a:pt x="558800" y="33274"/>
                </a:lnTo>
                <a:lnTo>
                  <a:pt x="599948" y="33274"/>
                </a:lnTo>
                <a:lnTo>
                  <a:pt x="53340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8" name="Google Shape;1548;p56"/>
          <p:cNvSpPr/>
          <p:nvPr/>
        </p:nvSpPr>
        <p:spPr>
          <a:xfrm>
            <a:off x="7586134" y="2709333"/>
            <a:ext cx="108373" cy="3576320"/>
          </a:xfrm>
          <a:custGeom>
            <a:avLst/>
            <a:gdLst/>
            <a:ahLst/>
            <a:cxnLst/>
            <a:rect l="l" t="t" r="r" b="b"/>
            <a:pathLst>
              <a:path w="76200" h="2514600" extrusionOk="0">
                <a:moveTo>
                  <a:pt x="76200" y="2514600"/>
                </a:moveTo>
                <a:lnTo>
                  <a:pt x="46559" y="2514107"/>
                </a:lnTo>
                <a:lnTo>
                  <a:pt x="22336" y="2512758"/>
                </a:lnTo>
                <a:lnTo>
                  <a:pt x="5994" y="2510742"/>
                </a:lnTo>
                <a:lnTo>
                  <a:pt x="0" y="2508250"/>
                </a:lnTo>
                <a:lnTo>
                  <a:pt x="0" y="6350"/>
                </a:lnTo>
                <a:lnTo>
                  <a:pt x="5994" y="3857"/>
                </a:lnTo>
                <a:lnTo>
                  <a:pt x="22336" y="1841"/>
                </a:lnTo>
                <a:lnTo>
                  <a:pt x="46559" y="492"/>
                </a:lnTo>
                <a:lnTo>
                  <a:pt x="762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9" name="Google Shape;1549;p56"/>
          <p:cNvPicPr preferRelativeResize="0"/>
          <p:nvPr/>
        </p:nvPicPr>
        <p:blipFill rotWithShape="1">
          <a:blip r:embed="rId10">
            <a:alphaModFix/>
          </a:blip>
          <a:srcRect/>
          <a:stretch/>
        </p:blipFill>
        <p:spPr>
          <a:xfrm>
            <a:off x="5975705" y="5224317"/>
            <a:ext cx="1151646" cy="368469"/>
          </a:xfrm>
          <a:prstGeom prst="rect">
            <a:avLst/>
          </a:prstGeom>
          <a:noFill/>
          <a:ln>
            <a:noFill/>
          </a:ln>
        </p:spPr>
      </p:pic>
      <p:sp>
        <p:nvSpPr>
          <p:cNvPr id="1550" name="Google Shape;1550;p56"/>
          <p:cNvSpPr/>
          <p:nvPr/>
        </p:nvSpPr>
        <p:spPr>
          <a:xfrm>
            <a:off x="8236374" y="2710778"/>
            <a:ext cx="108373" cy="3576320"/>
          </a:xfrm>
          <a:custGeom>
            <a:avLst/>
            <a:gdLst/>
            <a:ahLst/>
            <a:cxnLst/>
            <a:rect l="l" t="t" r="r" b="b"/>
            <a:pathLst>
              <a:path w="76200" h="2514600" extrusionOk="0">
                <a:moveTo>
                  <a:pt x="0" y="2514600"/>
                </a:moveTo>
                <a:lnTo>
                  <a:pt x="29640" y="2514090"/>
                </a:lnTo>
                <a:lnTo>
                  <a:pt x="53863" y="2512710"/>
                </a:lnTo>
                <a:lnTo>
                  <a:pt x="70205" y="2510688"/>
                </a:lnTo>
                <a:lnTo>
                  <a:pt x="76200" y="2508250"/>
                </a:lnTo>
                <a:lnTo>
                  <a:pt x="76200" y="6350"/>
                </a:lnTo>
                <a:lnTo>
                  <a:pt x="70205" y="3857"/>
                </a:lnTo>
                <a:lnTo>
                  <a:pt x="53863" y="1841"/>
                </a:lnTo>
                <a:lnTo>
                  <a:pt x="29640" y="492"/>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51" name="Google Shape;1551;p56"/>
          <p:cNvGrpSpPr/>
          <p:nvPr/>
        </p:nvGrpSpPr>
        <p:grpSpPr>
          <a:xfrm>
            <a:off x="7851286" y="2725408"/>
            <a:ext cx="180079" cy="1574845"/>
            <a:chOff x="5520435" y="1059052"/>
            <a:chExt cx="126618" cy="1107313"/>
          </a:xfrm>
        </p:grpSpPr>
        <p:pic>
          <p:nvPicPr>
            <p:cNvPr id="1552" name="Google Shape;1552;p56"/>
            <p:cNvPicPr preferRelativeResize="0"/>
            <p:nvPr/>
          </p:nvPicPr>
          <p:blipFill rotWithShape="1">
            <a:blip r:embed="rId11">
              <a:alphaModFix/>
            </a:blip>
            <a:srcRect/>
            <a:stretch/>
          </p:blipFill>
          <p:spPr>
            <a:xfrm>
              <a:off x="5520689" y="1059052"/>
              <a:ext cx="125984" cy="553593"/>
            </a:xfrm>
            <a:prstGeom prst="rect">
              <a:avLst/>
            </a:prstGeom>
            <a:noFill/>
            <a:ln>
              <a:noFill/>
            </a:ln>
          </p:spPr>
        </p:pic>
        <p:sp>
          <p:nvSpPr>
            <p:cNvPr id="1553" name="Google Shape;1553;p56"/>
            <p:cNvSpPr/>
            <p:nvPr/>
          </p:nvSpPr>
          <p:spPr>
            <a:xfrm>
              <a:off x="5520689" y="1059052"/>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54" name="Google Shape;1554;p56"/>
            <p:cNvPicPr preferRelativeResize="0"/>
            <p:nvPr/>
          </p:nvPicPr>
          <p:blipFill rotWithShape="1">
            <a:blip r:embed="rId12">
              <a:alphaModFix/>
            </a:blip>
            <a:srcRect/>
            <a:stretch/>
          </p:blipFill>
          <p:spPr>
            <a:xfrm>
              <a:off x="5520435" y="1612645"/>
              <a:ext cx="125984" cy="553592"/>
            </a:xfrm>
            <a:prstGeom prst="rect">
              <a:avLst/>
            </a:prstGeom>
            <a:noFill/>
            <a:ln>
              <a:noFill/>
            </a:ln>
          </p:spPr>
        </p:pic>
        <p:sp>
          <p:nvSpPr>
            <p:cNvPr id="1555" name="Google Shape;1555;p56"/>
            <p:cNvSpPr/>
            <p:nvPr/>
          </p:nvSpPr>
          <p:spPr>
            <a:xfrm>
              <a:off x="5520435" y="1612645"/>
              <a:ext cx="126364" cy="553720"/>
            </a:xfrm>
            <a:custGeom>
              <a:avLst/>
              <a:gdLst/>
              <a:ahLst/>
              <a:cxnLst/>
              <a:rect l="l" t="t" r="r" b="b"/>
              <a:pathLst>
                <a:path w="126364" h="553719" extrusionOk="0">
                  <a:moveTo>
                    <a:pt x="0" y="553592"/>
                  </a:moveTo>
                  <a:lnTo>
                    <a:pt x="125984" y="553592"/>
                  </a:lnTo>
                  <a:lnTo>
                    <a:pt x="125984" y="0"/>
                  </a:lnTo>
                  <a:lnTo>
                    <a:pt x="0" y="0"/>
                  </a:lnTo>
                  <a:lnTo>
                    <a:pt x="0" y="553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56" name="Google Shape;1556;p56"/>
          <p:cNvGrpSpPr/>
          <p:nvPr/>
        </p:nvGrpSpPr>
        <p:grpSpPr>
          <a:xfrm>
            <a:off x="7857067" y="4761383"/>
            <a:ext cx="179717" cy="787512"/>
            <a:chOff x="5524500" y="2490597"/>
            <a:chExt cx="126364" cy="553720"/>
          </a:xfrm>
        </p:grpSpPr>
        <p:pic>
          <p:nvPicPr>
            <p:cNvPr id="1557" name="Google Shape;1557;p56"/>
            <p:cNvPicPr preferRelativeResize="0"/>
            <p:nvPr/>
          </p:nvPicPr>
          <p:blipFill rotWithShape="1">
            <a:blip r:embed="rId13">
              <a:alphaModFix/>
            </a:blip>
            <a:srcRect/>
            <a:stretch/>
          </p:blipFill>
          <p:spPr>
            <a:xfrm>
              <a:off x="5524500" y="2490597"/>
              <a:ext cx="125984" cy="553593"/>
            </a:xfrm>
            <a:prstGeom prst="rect">
              <a:avLst/>
            </a:prstGeom>
            <a:noFill/>
            <a:ln>
              <a:noFill/>
            </a:ln>
          </p:spPr>
        </p:pic>
        <p:sp>
          <p:nvSpPr>
            <p:cNvPr id="1558" name="Google Shape;1558;p56"/>
            <p:cNvSpPr/>
            <p:nvPr/>
          </p:nvSpPr>
          <p:spPr>
            <a:xfrm>
              <a:off x="5524500" y="2490597"/>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59" name="Google Shape;1559;p56"/>
          <p:cNvPicPr preferRelativeResize="0"/>
          <p:nvPr/>
        </p:nvPicPr>
        <p:blipFill rotWithShape="1">
          <a:blip r:embed="rId3">
            <a:alphaModFix/>
          </a:blip>
          <a:srcRect/>
          <a:stretch/>
        </p:blipFill>
        <p:spPr>
          <a:xfrm>
            <a:off x="7927690" y="4075559"/>
            <a:ext cx="650240" cy="368469"/>
          </a:xfrm>
          <a:prstGeom prst="rect">
            <a:avLst/>
          </a:prstGeom>
          <a:noFill/>
          <a:ln>
            <a:noFill/>
          </a:ln>
        </p:spPr>
      </p:pic>
      <p:grpSp>
        <p:nvGrpSpPr>
          <p:cNvPr id="1560" name="Google Shape;1560;p56"/>
          <p:cNvGrpSpPr/>
          <p:nvPr/>
        </p:nvGrpSpPr>
        <p:grpSpPr>
          <a:xfrm>
            <a:off x="7857067" y="5552508"/>
            <a:ext cx="715767" cy="1029365"/>
            <a:chOff x="5524500" y="3046857"/>
            <a:chExt cx="503274" cy="723772"/>
          </a:xfrm>
        </p:grpSpPr>
        <p:pic>
          <p:nvPicPr>
            <p:cNvPr id="1561" name="Google Shape;1561;p56"/>
            <p:cNvPicPr preferRelativeResize="0"/>
            <p:nvPr/>
          </p:nvPicPr>
          <p:blipFill rotWithShape="1">
            <a:blip r:embed="rId14">
              <a:alphaModFix/>
            </a:blip>
            <a:srcRect/>
            <a:stretch/>
          </p:blipFill>
          <p:spPr>
            <a:xfrm>
              <a:off x="5524500" y="3046857"/>
              <a:ext cx="125984" cy="553593"/>
            </a:xfrm>
            <a:prstGeom prst="rect">
              <a:avLst/>
            </a:prstGeom>
            <a:noFill/>
            <a:ln>
              <a:noFill/>
            </a:ln>
          </p:spPr>
        </p:pic>
        <p:sp>
          <p:nvSpPr>
            <p:cNvPr id="1562" name="Google Shape;1562;p56"/>
            <p:cNvSpPr/>
            <p:nvPr/>
          </p:nvSpPr>
          <p:spPr>
            <a:xfrm>
              <a:off x="5524500" y="3046857"/>
              <a:ext cx="126364" cy="553720"/>
            </a:xfrm>
            <a:custGeom>
              <a:avLst/>
              <a:gdLst/>
              <a:ahLst/>
              <a:cxnLst/>
              <a:rect l="l" t="t" r="r" b="b"/>
              <a:pathLst>
                <a:path w="126364" h="553720"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63" name="Google Shape;1563;p56"/>
            <p:cNvPicPr preferRelativeResize="0"/>
            <p:nvPr/>
          </p:nvPicPr>
          <p:blipFill rotWithShape="1">
            <a:blip r:embed="rId3">
              <a:alphaModFix/>
            </a:blip>
            <a:srcRect/>
            <a:stretch/>
          </p:blipFill>
          <p:spPr>
            <a:xfrm>
              <a:off x="5569965" y="3511245"/>
              <a:ext cx="457809" cy="259384"/>
            </a:xfrm>
            <a:prstGeom prst="rect">
              <a:avLst/>
            </a:prstGeom>
            <a:noFill/>
            <a:ln>
              <a:noFill/>
            </a:ln>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514">
          <a:extLst>
            <a:ext uri="{FF2B5EF4-FFF2-40B4-BE49-F238E27FC236}">
              <a16:creationId xmlns:a16="http://schemas.microsoft.com/office/drawing/2014/main" id="{C4E40F54-A906-2384-4D49-3FFCDC0EE3E3}"/>
            </a:ext>
          </a:extLst>
        </p:cNvPr>
        <p:cNvGrpSpPr/>
        <p:nvPr/>
      </p:nvGrpSpPr>
      <p:grpSpPr>
        <a:xfrm>
          <a:off x="0" y="0"/>
          <a:ext cx="0" cy="0"/>
          <a:chOff x="0" y="0"/>
          <a:chExt cx="0" cy="0"/>
        </a:xfrm>
      </p:grpSpPr>
      <p:grpSp>
        <p:nvGrpSpPr>
          <p:cNvPr id="1515" name="Google Shape;1515;p56">
            <a:extLst>
              <a:ext uri="{FF2B5EF4-FFF2-40B4-BE49-F238E27FC236}">
                <a16:creationId xmlns:a16="http://schemas.microsoft.com/office/drawing/2014/main" id="{388A5085-6C0A-CA7D-0236-067C31F21109}"/>
              </a:ext>
            </a:extLst>
          </p:cNvPr>
          <p:cNvGrpSpPr/>
          <p:nvPr/>
        </p:nvGrpSpPr>
        <p:grpSpPr>
          <a:xfrm>
            <a:off x="4047382" y="3033712"/>
            <a:ext cx="1480199" cy="1735238"/>
            <a:chOff x="2845816" y="1275829"/>
            <a:chExt cx="1040765" cy="1220089"/>
          </a:xfrm>
        </p:grpSpPr>
        <p:sp>
          <p:nvSpPr>
            <p:cNvPr id="1516" name="Google Shape;1516;p56">
              <a:extLst>
                <a:ext uri="{FF2B5EF4-FFF2-40B4-BE49-F238E27FC236}">
                  <a16:creationId xmlns:a16="http://schemas.microsoft.com/office/drawing/2014/main" id="{8845958D-633C-5924-D162-46A6A6978027}"/>
                </a:ext>
              </a:extLst>
            </p:cNvPr>
            <p:cNvSpPr/>
            <p:nvPr/>
          </p:nvSpPr>
          <p:spPr>
            <a:xfrm>
              <a:off x="2845816" y="127582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7" name="Google Shape;1517;p56">
              <a:extLst>
                <a:ext uri="{FF2B5EF4-FFF2-40B4-BE49-F238E27FC236}">
                  <a16:creationId xmlns:a16="http://schemas.microsoft.com/office/drawing/2014/main" id="{1BCB71DC-8D49-8ECC-B216-8210354C2AEE}"/>
                </a:ext>
              </a:extLst>
            </p:cNvPr>
            <p:cNvSpPr/>
            <p:nvPr/>
          </p:nvSpPr>
          <p:spPr>
            <a:xfrm>
              <a:off x="2845816" y="1275829"/>
              <a:ext cx="126364" cy="336550"/>
            </a:xfrm>
            <a:custGeom>
              <a:avLst/>
              <a:gdLst/>
              <a:ahLst/>
              <a:cxnLst/>
              <a:rect l="l" t="t" r="r" b="b"/>
              <a:pathLst>
                <a:path w="126364" h="336550" extrusionOk="0">
                  <a:moveTo>
                    <a:pt x="0" y="336550"/>
                  </a:moveTo>
                  <a:lnTo>
                    <a:pt x="125983" y="336550"/>
                  </a:lnTo>
                  <a:lnTo>
                    <a:pt x="125983" y="0"/>
                  </a:lnTo>
                  <a:lnTo>
                    <a:pt x="0" y="0"/>
                  </a:lnTo>
                  <a:lnTo>
                    <a:pt x="0" y="336550"/>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8" name="Google Shape;1518;p56">
              <a:extLst>
                <a:ext uri="{FF2B5EF4-FFF2-40B4-BE49-F238E27FC236}">
                  <a16:creationId xmlns:a16="http://schemas.microsoft.com/office/drawing/2014/main" id="{FFA236E2-D73F-15B4-A47D-9FDDE9232982}"/>
                </a:ext>
              </a:extLst>
            </p:cNvPr>
            <p:cNvSpPr/>
            <p:nvPr/>
          </p:nvSpPr>
          <p:spPr>
            <a:xfrm>
              <a:off x="2845816" y="127582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9" name="Google Shape;1519;p56">
              <a:extLst>
                <a:ext uri="{FF2B5EF4-FFF2-40B4-BE49-F238E27FC236}">
                  <a16:creationId xmlns:a16="http://schemas.microsoft.com/office/drawing/2014/main" id="{D56827D9-E5F0-319B-2779-9A4638AFFC32}"/>
                </a:ext>
              </a:extLst>
            </p:cNvPr>
            <p:cNvSpPr/>
            <p:nvPr/>
          </p:nvSpPr>
          <p:spPr>
            <a:xfrm>
              <a:off x="2998216" y="1276083"/>
              <a:ext cx="126364" cy="336550"/>
            </a:xfrm>
            <a:custGeom>
              <a:avLst/>
              <a:gdLst/>
              <a:ahLst/>
              <a:cxnLst/>
              <a:rect l="l" t="t" r="r" b="b"/>
              <a:pathLst>
                <a:path w="126364" h="336550" extrusionOk="0">
                  <a:moveTo>
                    <a:pt x="0" y="336296"/>
                  </a:moveTo>
                  <a:lnTo>
                    <a:pt x="125983" y="336296"/>
                  </a:lnTo>
                  <a:lnTo>
                    <a:pt x="125983" y="0"/>
                  </a:lnTo>
                  <a:lnTo>
                    <a:pt x="0" y="0"/>
                  </a:lnTo>
                  <a:lnTo>
                    <a:pt x="0" y="336296"/>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0" name="Google Shape;1520;p56">
              <a:extLst>
                <a:ext uri="{FF2B5EF4-FFF2-40B4-BE49-F238E27FC236}">
                  <a16:creationId xmlns:a16="http://schemas.microsoft.com/office/drawing/2014/main" id="{B22F1CA0-EDBF-F34E-37BA-D5ED302DF647}"/>
                </a:ext>
              </a:extLst>
            </p:cNvPr>
            <p:cNvSpPr/>
            <p:nvPr/>
          </p:nvSpPr>
          <p:spPr>
            <a:xfrm>
              <a:off x="2998216" y="127608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21" name="Google Shape;1521;p56">
              <a:extLst>
                <a:ext uri="{FF2B5EF4-FFF2-40B4-BE49-F238E27FC236}">
                  <a16:creationId xmlns:a16="http://schemas.microsoft.com/office/drawing/2014/main" id="{E1F5E622-0978-8DA0-0ED0-E67A6D3B8664}"/>
                </a:ext>
              </a:extLst>
            </p:cNvPr>
            <p:cNvPicPr preferRelativeResize="0"/>
            <p:nvPr/>
          </p:nvPicPr>
          <p:blipFill rotWithShape="1">
            <a:blip r:embed="rId3">
              <a:alphaModFix/>
            </a:blip>
            <a:srcRect/>
            <a:stretch/>
          </p:blipFill>
          <p:spPr>
            <a:xfrm>
              <a:off x="3321685" y="1659077"/>
              <a:ext cx="457809" cy="259384"/>
            </a:xfrm>
            <a:prstGeom prst="rect">
              <a:avLst/>
            </a:prstGeom>
            <a:noFill/>
            <a:ln>
              <a:noFill/>
            </a:ln>
          </p:spPr>
        </p:pic>
      </p:grpSp>
      <p:grpSp>
        <p:nvGrpSpPr>
          <p:cNvPr id="1522" name="Google Shape;1522;p56">
            <a:extLst>
              <a:ext uri="{FF2B5EF4-FFF2-40B4-BE49-F238E27FC236}">
                <a16:creationId xmlns:a16="http://schemas.microsoft.com/office/drawing/2014/main" id="{53DF6BF7-155E-D951-4152-C923B479760F}"/>
              </a:ext>
            </a:extLst>
          </p:cNvPr>
          <p:cNvGrpSpPr/>
          <p:nvPr/>
        </p:nvGrpSpPr>
        <p:grpSpPr>
          <a:xfrm>
            <a:off x="780289" y="1764065"/>
            <a:ext cx="4075376" cy="707026"/>
            <a:chOff x="548640" y="383108"/>
            <a:chExt cx="2865499" cy="497128"/>
          </a:xfrm>
        </p:grpSpPr>
        <p:pic>
          <p:nvPicPr>
            <p:cNvPr id="1523" name="Google Shape;1523;p56">
              <a:extLst>
                <a:ext uri="{FF2B5EF4-FFF2-40B4-BE49-F238E27FC236}">
                  <a16:creationId xmlns:a16="http://schemas.microsoft.com/office/drawing/2014/main" id="{AD83BA91-11B1-6666-155F-D2090D89CE70}"/>
                </a:ext>
              </a:extLst>
            </p:cNvPr>
            <p:cNvPicPr preferRelativeResize="0"/>
            <p:nvPr/>
          </p:nvPicPr>
          <p:blipFill rotWithShape="1">
            <a:blip r:embed="rId4">
              <a:alphaModFix/>
            </a:blip>
            <a:srcRect/>
            <a:stretch/>
          </p:blipFill>
          <p:spPr>
            <a:xfrm>
              <a:off x="548640" y="383108"/>
              <a:ext cx="377952" cy="497128"/>
            </a:xfrm>
            <a:prstGeom prst="rect">
              <a:avLst/>
            </a:prstGeom>
            <a:noFill/>
            <a:ln>
              <a:noFill/>
            </a:ln>
          </p:spPr>
        </p:pic>
        <p:pic>
          <p:nvPicPr>
            <p:cNvPr id="1524" name="Google Shape;1524;p56">
              <a:extLst>
                <a:ext uri="{FF2B5EF4-FFF2-40B4-BE49-F238E27FC236}">
                  <a16:creationId xmlns:a16="http://schemas.microsoft.com/office/drawing/2014/main" id="{4CAA8EF4-8548-DDFD-8443-E488DF36259F}"/>
                </a:ext>
              </a:extLst>
            </p:cNvPr>
            <p:cNvPicPr preferRelativeResize="0"/>
            <p:nvPr/>
          </p:nvPicPr>
          <p:blipFill rotWithShape="1">
            <a:blip r:embed="rId5">
              <a:alphaModFix/>
            </a:blip>
            <a:srcRect/>
            <a:stretch/>
          </p:blipFill>
          <p:spPr>
            <a:xfrm>
              <a:off x="737616" y="462356"/>
              <a:ext cx="1037297" cy="396544"/>
            </a:xfrm>
            <a:prstGeom prst="rect">
              <a:avLst/>
            </a:prstGeom>
            <a:noFill/>
            <a:ln>
              <a:noFill/>
            </a:ln>
          </p:spPr>
        </p:pic>
        <p:pic>
          <p:nvPicPr>
            <p:cNvPr id="1525" name="Google Shape;1525;p56">
              <a:extLst>
                <a:ext uri="{FF2B5EF4-FFF2-40B4-BE49-F238E27FC236}">
                  <a16:creationId xmlns:a16="http://schemas.microsoft.com/office/drawing/2014/main" id="{1A650B46-3AA3-CF0B-CAE8-59AA0774AD00}"/>
                </a:ext>
              </a:extLst>
            </p:cNvPr>
            <p:cNvPicPr preferRelativeResize="0"/>
            <p:nvPr/>
          </p:nvPicPr>
          <p:blipFill rotWithShape="1">
            <a:blip r:embed="rId6">
              <a:alphaModFix/>
            </a:blip>
            <a:srcRect/>
            <a:stretch/>
          </p:blipFill>
          <p:spPr>
            <a:xfrm>
              <a:off x="1702562" y="383108"/>
              <a:ext cx="377951" cy="497128"/>
            </a:xfrm>
            <a:prstGeom prst="rect">
              <a:avLst/>
            </a:prstGeom>
            <a:noFill/>
            <a:ln>
              <a:noFill/>
            </a:ln>
          </p:spPr>
        </p:pic>
        <p:pic>
          <p:nvPicPr>
            <p:cNvPr id="1526" name="Google Shape;1526;p56">
              <a:extLst>
                <a:ext uri="{FF2B5EF4-FFF2-40B4-BE49-F238E27FC236}">
                  <a16:creationId xmlns:a16="http://schemas.microsoft.com/office/drawing/2014/main" id="{20561620-95C0-52D8-2200-A776D291CE94}"/>
                </a:ext>
              </a:extLst>
            </p:cNvPr>
            <p:cNvPicPr preferRelativeResize="0"/>
            <p:nvPr/>
          </p:nvPicPr>
          <p:blipFill rotWithShape="1">
            <a:blip r:embed="rId7">
              <a:alphaModFix/>
            </a:blip>
            <a:srcRect/>
            <a:stretch/>
          </p:blipFill>
          <p:spPr>
            <a:xfrm>
              <a:off x="1891537" y="462356"/>
              <a:ext cx="1522602" cy="396544"/>
            </a:xfrm>
            <a:prstGeom prst="rect">
              <a:avLst/>
            </a:prstGeom>
            <a:noFill/>
            <a:ln>
              <a:noFill/>
            </a:ln>
          </p:spPr>
        </p:pic>
      </p:grpSp>
      <p:grpSp>
        <p:nvGrpSpPr>
          <p:cNvPr id="1527" name="Google Shape;1527;p56">
            <a:extLst>
              <a:ext uri="{FF2B5EF4-FFF2-40B4-BE49-F238E27FC236}">
                <a16:creationId xmlns:a16="http://schemas.microsoft.com/office/drawing/2014/main" id="{FC519CBB-A6B1-70E5-5ED3-B6EBC6DEE2F2}"/>
              </a:ext>
            </a:extLst>
          </p:cNvPr>
          <p:cNvGrpSpPr/>
          <p:nvPr/>
        </p:nvGrpSpPr>
        <p:grpSpPr>
          <a:xfrm>
            <a:off x="541867" y="3684694"/>
            <a:ext cx="1084510" cy="1405366"/>
            <a:chOff x="381000" y="1733550"/>
            <a:chExt cx="762546" cy="988148"/>
          </a:xfrm>
        </p:grpSpPr>
        <p:sp>
          <p:nvSpPr>
            <p:cNvPr id="1528" name="Google Shape;1528;p56">
              <a:extLst>
                <a:ext uri="{FF2B5EF4-FFF2-40B4-BE49-F238E27FC236}">
                  <a16:creationId xmlns:a16="http://schemas.microsoft.com/office/drawing/2014/main" id="{CCAC80C9-94AC-00F3-0540-179B7F51E93D}"/>
                </a:ext>
              </a:extLst>
            </p:cNvPr>
            <p:cNvSpPr/>
            <p:nvPr/>
          </p:nvSpPr>
          <p:spPr>
            <a:xfrm>
              <a:off x="381000" y="2110193"/>
              <a:ext cx="385445" cy="611505"/>
            </a:xfrm>
            <a:custGeom>
              <a:avLst/>
              <a:gdLst/>
              <a:ahLst/>
              <a:cxnLst/>
              <a:rect l="l" t="t" r="r" b="b"/>
              <a:pathLst>
                <a:path w="385445" h="611505" extrusionOk="0">
                  <a:moveTo>
                    <a:pt x="385356" y="0"/>
                  </a:moveTo>
                  <a:lnTo>
                    <a:pt x="0" y="0"/>
                  </a:lnTo>
                  <a:lnTo>
                    <a:pt x="0" y="611035"/>
                  </a:lnTo>
                  <a:lnTo>
                    <a:pt x="385356" y="611035"/>
                  </a:lnTo>
                  <a:lnTo>
                    <a:pt x="385356"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9" name="Google Shape;1529;p56">
              <a:extLst>
                <a:ext uri="{FF2B5EF4-FFF2-40B4-BE49-F238E27FC236}">
                  <a16:creationId xmlns:a16="http://schemas.microsoft.com/office/drawing/2014/main" id="{FE2D8A07-ACA6-7838-DD6C-853168FA78F8}"/>
                </a:ext>
              </a:extLst>
            </p:cNvPr>
            <p:cNvSpPr/>
            <p:nvPr/>
          </p:nvSpPr>
          <p:spPr>
            <a:xfrm>
              <a:off x="766356" y="1733550"/>
              <a:ext cx="377190" cy="988060"/>
            </a:xfrm>
            <a:custGeom>
              <a:avLst/>
              <a:gdLst/>
              <a:ahLst/>
              <a:cxnLst/>
              <a:rect l="l" t="t" r="r" b="b"/>
              <a:pathLst>
                <a:path w="377190" h="988060" extrusionOk="0">
                  <a:moveTo>
                    <a:pt x="376643" y="0"/>
                  </a:moveTo>
                  <a:lnTo>
                    <a:pt x="0" y="376681"/>
                  </a:lnTo>
                  <a:lnTo>
                    <a:pt x="0" y="987679"/>
                  </a:lnTo>
                  <a:lnTo>
                    <a:pt x="376643" y="610997"/>
                  </a:lnTo>
                  <a:lnTo>
                    <a:pt x="376643"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0" name="Google Shape;1530;p56">
              <a:extLst>
                <a:ext uri="{FF2B5EF4-FFF2-40B4-BE49-F238E27FC236}">
                  <a16:creationId xmlns:a16="http://schemas.microsoft.com/office/drawing/2014/main" id="{DEA4E62A-42F9-47E1-A328-6CBA1818AB5F}"/>
                </a:ext>
              </a:extLst>
            </p:cNvPr>
            <p:cNvSpPr/>
            <p:nvPr/>
          </p:nvSpPr>
          <p:spPr>
            <a:xfrm>
              <a:off x="381000" y="1733550"/>
              <a:ext cx="762000" cy="377190"/>
            </a:xfrm>
            <a:custGeom>
              <a:avLst/>
              <a:gdLst/>
              <a:ahLst/>
              <a:cxnLst/>
              <a:rect l="l" t="t" r="r" b="b"/>
              <a:pathLst>
                <a:path w="762000" h="377189" extrusionOk="0">
                  <a:moveTo>
                    <a:pt x="762000" y="0"/>
                  </a:moveTo>
                  <a:lnTo>
                    <a:pt x="376643" y="0"/>
                  </a:lnTo>
                  <a:lnTo>
                    <a:pt x="0" y="376681"/>
                  </a:lnTo>
                  <a:lnTo>
                    <a:pt x="385356" y="376681"/>
                  </a:lnTo>
                  <a:lnTo>
                    <a:pt x="762000"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1" name="Google Shape;1531;p56">
              <a:extLst>
                <a:ext uri="{FF2B5EF4-FFF2-40B4-BE49-F238E27FC236}">
                  <a16:creationId xmlns:a16="http://schemas.microsoft.com/office/drawing/2014/main" id="{A83261D0-0DB8-1B5B-B8D9-5F4A1D45EC47}"/>
                </a:ext>
              </a:extLst>
            </p:cNvPr>
            <p:cNvSpPr/>
            <p:nvPr/>
          </p:nvSpPr>
          <p:spPr>
            <a:xfrm>
              <a:off x="381000" y="1733550"/>
              <a:ext cx="762000" cy="988060"/>
            </a:xfrm>
            <a:custGeom>
              <a:avLst/>
              <a:gdLst/>
              <a:ahLst/>
              <a:cxnLst/>
              <a:rect l="l" t="t" r="r" b="b"/>
              <a:pathLst>
                <a:path w="762000" h="988060" extrusionOk="0">
                  <a:moveTo>
                    <a:pt x="0" y="376681"/>
                  </a:moveTo>
                  <a:lnTo>
                    <a:pt x="376643" y="0"/>
                  </a:lnTo>
                  <a:lnTo>
                    <a:pt x="762000" y="0"/>
                  </a:lnTo>
                  <a:lnTo>
                    <a:pt x="762000" y="610997"/>
                  </a:lnTo>
                  <a:lnTo>
                    <a:pt x="385356" y="987679"/>
                  </a:lnTo>
                  <a:lnTo>
                    <a:pt x="0" y="987679"/>
                  </a:lnTo>
                  <a:lnTo>
                    <a:pt x="0" y="376681"/>
                  </a:lnTo>
                  <a:close/>
                </a:path>
                <a:path w="762000" h="988060" extrusionOk="0">
                  <a:moveTo>
                    <a:pt x="0" y="376681"/>
                  </a:moveTo>
                  <a:lnTo>
                    <a:pt x="385356" y="376681"/>
                  </a:lnTo>
                  <a:lnTo>
                    <a:pt x="762000" y="0"/>
                  </a:lnTo>
                </a:path>
                <a:path w="762000" h="988060" extrusionOk="0">
                  <a:moveTo>
                    <a:pt x="385356" y="376681"/>
                  </a:moveTo>
                  <a:lnTo>
                    <a:pt x="385356"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sp>
        <p:nvSpPr>
          <p:cNvPr id="1532" name="Google Shape;1532;p56">
            <a:extLst>
              <a:ext uri="{FF2B5EF4-FFF2-40B4-BE49-F238E27FC236}">
                <a16:creationId xmlns:a16="http://schemas.microsoft.com/office/drawing/2014/main" id="{86D6B233-F9AC-075A-F846-8E095126CD26}"/>
              </a:ext>
            </a:extLst>
          </p:cNvPr>
          <p:cNvSpPr/>
          <p:nvPr/>
        </p:nvSpPr>
        <p:spPr>
          <a:xfrm>
            <a:off x="4118187" y="3512362"/>
            <a:ext cx="37931" cy="1734876"/>
          </a:xfrm>
          <a:custGeom>
            <a:avLst/>
            <a:gdLst/>
            <a:ahLst/>
            <a:cxnLst/>
            <a:rect l="l" t="t" r="r" b="b"/>
            <a:pathLst>
              <a:path w="26669" h="1219835" extrusionOk="0">
                <a:moveTo>
                  <a:pt x="0" y="1219466"/>
                </a:moveTo>
                <a:lnTo>
                  <a:pt x="26416" y="1219466"/>
                </a:lnTo>
                <a:lnTo>
                  <a:pt x="26416"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33" name="Google Shape;1533;p56">
            <a:extLst>
              <a:ext uri="{FF2B5EF4-FFF2-40B4-BE49-F238E27FC236}">
                <a16:creationId xmlns:a16="http://schemas.microsoft.com/office/drawing/2014/main" id="{45EF44C7-75B5-D61C-C93A-AC102288579D}"/>
              </a:ext>
            </a:extLst>
          </p:cNvPr>
          <p:cNvGrpSpPr/>
          <p:nvPr/>
        </p:nvGrpSpPr>
        <p:grpSpPr>
          <a:xfrm>
            <a:off x="3939009" y="3512361"/>
            <a:ext cx="1480199" cy="1734876"/>
            <a:chOff x="2769616" y="1612379"/>
            <a:chExt cx="1040765" cy="1219835"/>
          </a:xfrm>
        </p:grpSpPr>
        <p:sp>
          <p:nvSpPr>
            <p:cNvPr id="1534" name="Google Shape;1534;p56">
              <a:extLst>
                <a:ext uri="{FF2B5EF4-FFF2-40B4-BE49-F238E27FC236}">
                  <a16:creationId xmlns:a16="http://schemas.microsoft.com/office/drawing/2014/main" id="{25113F15-3DD8-3467-7E0A-BAECAD226079}"/>
                </a:ext>
              </a:extLst>
            </p:cNvPr>
            <p:cNvSpPr/>
            <p:nvPr/>
          </p:nvSpPr>
          <p:spPr>
            <a:xfrm>
              <a:off x="3048000" y="1612379"/>
              <a:ext cx="762000" cy="1219835"/>
            </a:xfrm>
            <a:custGeom>
              <a:avLst/>
              <a:gdLst/>
              <a:ahLst/>
              <a:cxnLst/>
              <a:rect l="l" t="t" r="r" b="b"/>
              <a:pathLst>
                <a:path w="762000" h="1219835" extrusionOk="0">
                  <a:moveTo>
                    <a:pt x="0" y="1219466"/>
                  </a:moveTo>
                  <a:lnTo>
                    <a:pt x="762000" y="1219466"/>
                  </a:lnTo>
                  <a:lnTo>
                    <a:pt x="762000"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5" name="Google Shape;1535;p56">
              <a:extLst>
                <a:ext uri="{FF2B5EF4-FFF2-40B4-BE49-F238E27FC236}">
                  <a16:creationId xmlns:a16="http://schemas.microsoft.com/office/drawing/2014/main" id="{80244C5E-F867-CBC7-4F73-5A5CE8FEDFEB}"/>
                </a:ext>
              </a:extLst>
            </p:cNvPr>
            <p:cNvSpPr/>
            <p:nvPr/>
          </p:nvSpPr>
          <p:spPr>
            <a:xfrm>
              <a:off x="2769616" y="161237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36" name="Google Shape;1536;p56">
            <a:extLst>
              <a:ext uri="{FF2B5EF4-FFF2-40B4-BE49-F238E27FC236}">
                <a16:creationId xmlns:a16="http://schemas.microsoft.com/office/drawing/2014/main" id="{F3047910-655E-E3BB-3BF7-E9DC4974A590}"/>
              </a:ext>
            </a:extLst>
          </p:cNvPr>
          <p:cNvGrpSpPr/>
          <p:nvPr/>
        </p:nvGrpSpPr>
        <p:grpSpPr>
          <a:xfrm>
            <a:off x="624230" y="3684694"/>
            <a:ext cx="553155" cy="1405240"/>
            <a:chOff x="438912" y="1733550"/>
            <a:chExt cx="388937" cy="988060"/>
          </a:xfrm>
        </p:grpSpPr>
        <p:sp>
          <p:nvSpPr>
            <p:cNvPr id="1537" name="Google Shape;1537;p56">
              <a:extLst>
                <a:ext uri="{FF2B5EF4-FFF2-40B4-BE49-F238E27FC236}">
                  <a16:creationId xmlns:a16="http://schemas.microsoft.com/office/drawing/2014/main" id="{3C1B5651-50AD-9AEB-DA38-8693D2F173DD}"/>
                </a:ext>
              </a:extLst>
            </p:cNvPr>
            <p:cNvSpPr/>
            <p:nvPr/>
          </p:nvSpPr>
          <p:spPr>
            <a:xfrm>
              <a:off x="438912" y="2110422"/>
              <a:ext cx="12065" cy="610870"/>
            </a:xfrm>
            <a:custGeom>
              <a:avLst/>
              <a:gdLst/>
              <a:ahLst/>
              <a:cxnLst/>
              <a:rect l="l" t="t" r="r" b="b"/>
              <a:pathLst>
                <a:path w="12065" h="610869" extrusionOk="0">
                  <a:moveTo>
                    <a:pt x="11751" y="0"/>
                  </a:moveTo>
                  <a:lnTo>
                    <a:pt x="0" y="0"/>
                  </a:lnTo>
                  <a:lnTo>
                    <a:pt x="0" y="610806"/>
                  </a:lnTo>
                  <a:lnTo>
                    <a:pt x="11751" y="610806"/>
                  </a:lnTo>
                  <a:lnTo>
                    <a:pt x="11751"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8" name="Google Shape;1538;p56">
              <a:extLst>
                <a:ext uri="{FF2B5EF4-FFF2-40B4-BE49-F238E27FC236}">
                  <a16:creationId xmlns:a16="http://schemas.microsoft.com/office/drawing/2014/main" id="{0CF03360-6108-33D3-7FA6-4B4AF4E9B47D}"/>
                </a:ext>
              </a:extLst>
            </p:cNvPr>
            <p:cNvSpPr/>
            <p:nvPr/>
          </p:nvSpPr>
          <p:spPr>
            <a:xfrm>
              <a:off x="450659" y="1733550"/>
              <a:ext cx="377190" cy="988060"/>
            </a:xfrm>
            <a:custGeom>
              <a:avLst/>
              <a:gdLst/>
              <a:ahLst/>
              <a:cxnLst/>
              <a:rect l="l" t="t" r="r" b="b"/>
              <a:pathLst>
                <a:path w="377190" h="988060" extrusionOk="0">
                  <a:moveTo>
                    <a:pt x="376872" y="0"/>
                  </a:moveTo>
                  <a:lnTo>
                    <a:pt x="0" y="376808"/>
                  </a:lnTo>
                  <a:lnTo>
                    <a:pt x="0" y="987679"/>
                  </a:lnTo>
                  <a:lnTo>
                    <a:pt x="376872" y="610743"/>
                  </a:lnTo>
                  <a:lnTo>
                    <a:pt x="376872"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9" name="Google Shape;1539;p56">
              <a:extLst>
                <a:ext uri="{FF2B5EF4-FFF2-40B4-BE49-F238E27FC236}">
                  <a16:creationId xmlns:a16="http://schemas.microsoft.com/office/drawing/2014/main" id="{4DC0CF7B-DA32-8F4B-8F37-8DE0D61D2815}"/>
                </a:ext>
              </a:extLst>
            </p:cNvPr>
            <p:cNvSpPr/>
            <p:nvPr/>
          </p:nvSpPr>
          <p:spPr>
            <a:xfrm>
              <a:off x="438912" y="1733550"/>
              <a:ext cx="388620" cy="377190"/>
            </a:xfrm>
            <a:custGeom>
              <a:avLst/>
              <a:gdLst/>
              <a:ahLst/>
              <a:cxnLst/>
              <a:rect l="l" t="t" r="r" b="b"/>
              <a:pathLst>
                <a:path w="388619" h="377189" extrusionOk="0">
                  <a:moveTo>
                    <a:pt x="388619" y="0"/>
                  </a:moveTo>
                  <a:lnTo>
                    <a:pt x="376872" y="0"/>
                  </a:lnTo>
                  <a:lnTo>
                    <a:pt x="0" y="376808"/>
                  </a:lnTo>
                  <a:lnTo>
                    <a:pt x="11747" y="376808"/>
                  </a:lnTo>
                  <a:lnTo>
                    <a:pt x="388619"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0" name="Google Shape;1540;p56">
              <a:extLst>
                <a:ext uri="{FF2B5EF4-FFF2-40B4-BE49-F238E27FC236}">
                  <a16:creationId xmlns:a16="http://schemas.microsoft.com/office/drawing/2014/main" id="{92C7DBFC-21E6-46AD-712D-BA1FE658A36B}"/>
                </a:ext>
              </a:extLst>
            </p:cNvPr>
            <p:cNvSpPr/>
            <p:nvPr/>
          </p:nvSpPr>
          <p:spPr>
            <a:xfrm>
              <a:off x="438912" y="1733550"/>
              <a:ext cx="388620" cy="988060"/>
            </a:xfrm>
            <a:custGeom>
              <a:avLst/>
              <a:gdLst/>
              <a:ahLst/>
              <a:cxnLst/>
              <a:rect l="l" t="t" r="r" b="b"/>
              <a:pathLst>
                <a:path w="388619" h="988060" extrusionOk="0">
                  <a:moveTo>
                    <a:pt x="0" y="376808"/>
                  </a:moveTo>
                  <a:lnTo>
                    <a:pt x="376872" y="0"/>
                  </a:lnTo>
                  <a:lnTo>
                    <a:pt x="388619" y="0"/>
                  </a:lnTo>
                  <a:lnTo>
                    <a:pt x="388619" y="610743"/>
                  </a:lnTo>
                  <a:lnTo>
                    <a:pt x="11747" y="987679"/>
                  </a:lnTo>
                  <a:lnTo>
                    <a:pt x="0" y="987679"/>
                  </a:lnTo>
                  <a:lnTo>
                    <a:pt x="0" y="376808"/>
                  </a:lnTo>
                  <a:close/>
                </a:path>
                <a:path w="388619" h="988060" extrusionOk="0">
                  <a:moveTo>
                    <a:pt x="0" y="376808"/>
                  </a:moveTo>
                  <a:lnTo>
                    <a:pt x="11747" y="376808"/>
                  </a:lnTo>
                  <a:lnTo>
                    <a:pt x="388619" y="0"/>
                  </a:lnTo>
                </a:path>
                <a:path w="388619" h="988060" extrusionOk="0">
                  <a:moveTo>
                    <a:pt x="11747" y="376808"/>
                  </a:moveTo>
                  <a:lnTo>
                    <a:pt x="11747"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41" name="Google Shape;1541;p56">
            <a:extLst>
              <a:ext uri="{FF2B5EF4-FFF2-40B4-BE49-F238E27FC236}">
                <a16:creationId xmlns:a16="http://schemas.microsoft.com/office/drawing/2014/main" id="{6B2838CE-B370-9776-D53D-722785016A25}"/>
              </a:ext>
            </a:extLst>
          </p:cNvPr>
          <p:cNvGrpSpPr/>
          <p:nvPr/>
        </p:nvGrpSpPr>
        <p:grpSpPr>
          <a:xfrm>
            <a:off x="3939009" y="3512361"/>
            <a:ext cx="396464" cy="1735238"/>
            <a:chOff x="2769616" y="1612379"/>
            <a:chExt cx="278764" cy="1220089"/>
          </a:xfrm>
        </p:grpSpPr>
        <p:pic>
          <p:nvPicPr>
            <p:cNvPr id="1542" name="Google Shape;1542;p56">
              <a:extLst>
                <a:ext uri="{FF2B5EF4-FFF2-40B4-BE49-F238E27FC236}">
                  <a16:creationId xmlns:a16="http://schemas.microsoft.com/office/drawing/2014/main" id="{1DDD86EE-2348-F818-F490-E455DB536600}"/>
                </a:ext>
              </a:extLst>
            </p:cNvPr>
            <p:cNvPicPr preferRelativeResize="0"/>
            <p:nvPr/>
          </p:nvPicPr>
          <p:blipFill rotWithShape="1">
            <a:blip r:embed="rId8">
              <a:alphaModFix/>
            </a:blip>
            <a:srcRect/>
            <a:stretch/>
          </p:blipFill>
          <p:spPr>
            <a:xfrm>
              <a:off x="2769616" y="1612379"/>
              <a:ext cx="125983" cy="1219466"/>
            </a:xfrm>
            <a:prstGeom prst="rect">
              <a:avLst/>
            </a:prstGeom>
            <a:noFill/>
            <a:ln>
              <a:noFill/>
            </a:ln>
          </p:spPr>
        </p:pic>
        <p:sp>
          <p:nvSpPr>
            <p:cNvPr id="1543" name="Google Shape;1543;p56">
              <a:extLst>
                <a:ext uri="{FF2B5EF4-FFF2-40B4-BE49-F238E27FC236}">
                  <a16:creationId xmlns:a16="http://schemas.microsoft.com/office/drawing/2014/main" id="{95C53EA2-E1B5-671F-4392-4D94DD18CBA9}"/>
                </a:ext>
              </a:extLst>
            </p:cNvPr>
            <p:cNvSpPr/>
            <p:nvPr/>
          </p:nvSpPr>
          <p:spPr>
            <a:xfrm>
              <a:off x="2769616" y="161237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4" name="Google Shape;1544;p56">
              <a:extLst>
                <a:ext uri="{FF2B5EF4-FFF2-40B4-BE49-F238E27FC236}">
                  <a16:creationId xmlns:a16="http://schemas.microsoft.com/office/drawing/2014/main" id="{E7149B54-B765-F671-96BE-171B2C006DE1}"/>
                </a:ext>
              </a:extLst>
            </p:cNvPr>
            <p:cNvPicPr preferRelativeResize="0"/>
            <p:nvPr/>
          </p:nvPicPr>
          <p:blipFill rotWithShape="1">
            <a:blip r:embed="rId9">
              <a:alphaModFix/>
            </a:blip>
            <a:srcRect/>
            <a:stretch/>
          </p:blipFill>
          <p:spPr>
            <a:xfrm>
              <a:off x="2922016" y="1612633"/>
              <a:ext cx="125983" cy="1219466"/>
            </a:xfrm>
            <a:prstGeom prst="rect">
              <a:avLst/>
            </a:prstGeom>
            <a:noFill/>
            <a:ln>
              <a:noFill/>
            </a:ln>
          </p:spPr>
        </p:pic>
        <p:sp>
          <p:nvSpPr>
            <p:cNvPr id="1545" name="Google Shape;1545;p56">
              <a:extLst>
                <a:ext uri="{FF2B5EF4-FFF2-40B4-BE49-F238E27FC236}">
                  <a16:creationId xmlns:a16="http://schemas.microsoft.com/office/drawing/2014/main" id="{140CA266-0F5D-9040-6EAA-EF6794DDCEB7}"/>
                </a:ext>
              </a:extLst>
            </p:cNvPr>
            <p:cNvSpPr/>
            <p:nvPr/>
          </p:nvSpPr>
          <p:spPr>
            <a:xfrm>
              <a:off x="2922016" y="161263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46" name="Google Shape;1546;p56">
            <a:extLst>
              <a:ext uri="{FF2B5EF4-FFF2-40B4-BE49-F238E27FC236}">
                <a16:creationId xmlns:a16="http://schemas.microsoft.com/office/drawing/2014/main" id="{DA051F28-E81D-DAEE-5218-9EC9D1B23467}"/>
              </a:ext>
            </a:extLst>
          </p:cNvPr>
          <p:cNvPicPr preferRelativeResize="0"/>
          <p:nvPr/>
        </p:nvPicPr>
        <p:blipFill rotWithShape="1">
          <a:blip r:embed="rId3">
            <a:alphaModFix/>
          </a:blip>
          <a:srcRect/>
          <a:stretch/>
        </p:blipFill>
        <p:spPr>
          <a:xfrm>
            <a:off x="4615802" y="4057677"/>
            <a:ext cx="651106" cy="368469"/>
          </a:xfrm>
          <a:prstGeom prst="rect">
            <a:avLst/>
          </a:prstGeom>
          <a:noFill/>
          <a:ln>
            <a:noFill/>
          </a:ln>
        </p:spPr>
      </p:pic>
      <p:sp>
        <p:nvSpPr>
          <p:cNvPr id="1547" name="Google Shape;1547;p56">
            <a:extLst>
              <a:ext uri="{FF2B5EF4-FFF2-40B4-BE49-F238E27FC236}">
                <a16:creationId xmlns:a16="http://schemas.microsoft.com/office/drawing/2014/main" id="{B4CBCBBE-D04C-A178-54C2-647BEE25D9BC}"/>
              </a:ext>
            </a:extLst>
          </p:cNvPr>
          <p:cNvSpPr/>
          <p:nvPr/>
        </p:nvSpPr>
        <p:spPr>
          <a:xfrm>
            <a:off x="6044342" y="4325722"/>
            <a:ext cx="866987" cy="108373"/>
          </a:xfrm>
          <a:custGeom>
            <a:avLst/>
            <a:gdLst/>
            <a:ahLst/>
            <a:cxnLst/>
            <a:rect l="l" t="t" r="r" b="b"/>
            <a:pathLst>
              <a:path w="609600" h="76200" extrusionOk="0">
                <a:moveTo>
                  <a:pt x="558800" y="38100"/>
                </a:moveTo>
                <a:lnTo>
                  <a:pt x="533400" y="76200"/>
                </a:lnTo>
                <a:lnTo>
                  <a:pt x="600201" y="42799"/>
                </a:lnTo>
                <a:lnTo>
                  <a:pt x="558800" y="42799"/>
                </a:lnTo>
                <a:lnTo>
                  <a:pt x="558800" y="38100"/>
                </a:lnTo>
                <a:close/>
              </a:path>
              <a:path w="609600" h="76200" extrusionOk="0">
                <a:moveTo>
                  <a:pt x="555582" y="33274"/>
                </a:moveTo>
                <a:lnTo>
                  <a:pt x="0" y="33274"/>
                </a:lnTo>
                <a:lnTo>
                  <a:pt x="0" y="42799"/>
                </a:lnTo>
                <a:lnTo>
                  <a:pt x="555667" y="42799"/>
                </a:lnTo>
                <a:lnTo>
                  <a:pt x="558800" y="38100"/>
                </a:lnTo>
                <a:lnTo>
                  <a:pt x="555582" y="33274"/>
                </a:lnTo>
                <a:close/>
              </a:path>
              <a:path w="609600" h="76200" extrusionOk="0">
                <a:moveTo>
                  <a:pt x="599948" y="33274"/>
                </a:moveTo>
                <a:lnTo>
                  <a:pt x="558800" y="33274"/>
                </a:lnTo>
                <a:lnTo>
                  <a:pt x="558800" y="42799"/>
                </a:lnTo>
                <a:lnTo>
                  <a:pt x="600201" y="42799"/>
                </a:lnTo>
                <a:lnTo>
                  <a:pt x="609600" y="38100"/>
                </a:lnTo>
                <a:lnTo>
                  <a:pt x="599948" y="33274"/>
                </a:lnTo>
                <a:close/>
              </a:path>
              <a:path w="609600" h="76200" extrusionOk="0">
                <a:moveTo>
                  <a:pt x="533400" y="0"/>
                </a:moveTo>
                <a:lnTo>
                  <a:pt x="558800" y="38100"/>
                </a:lnTo>
                <a:lnTo>
                  <a:pt x="558800" y="33274"/>
                </a:lnTo>
                <a:lnTo>
                  <a:pt x="599948" y="33274"/>
                </a:lnTo>
                <a:lnTo>
                  <a:pt x="53340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8" name="Google Shape;1548;p56">
            <a:extLst>
              <a:ext uri="{FF2B5EF4-FFF2-40B4-BE49-F238E27FC236}">
                <a16:creationId xmlns:a16="http://schemas.microsoft.com/office/drawing/2014/main" id="{AADDFF84-A7DB-B71E-0386-8B9BEBCEEB44}"/>
              </a:ext>
            </a:extLst>
          </p:cNvPr>
          <p:cNvSpPr/>
          <p:nvPr/>
        </p:nvSpPr>
        <p:spPr>
          <a:xfrm>
            <a:off x="7586134" y="2709333"/>
            <a:ext cx="108373" cy="3576320"/>
          </a:xfrm>
          <a:custGeom>
            <a:avLst/>
            <a:gdLst/>
            <a:ahLst/>
            <a:cxnLst/>
            <a:rect l="l" t="t" r="r" b="b"/>
            <a:pathLst>
              <a:path w="76200" h="2514600" extrusionOk="0">
                <a:moveTo>
                  <a:pt x="76200" y="2514600"/>
                </a:moveTo>
                <a:lnTo>
                  <a:pt x="46559" y="2514107"/>
                </a:lnTo>
                <a:lnTo>
                  <a:pt x="22336" y="2512758"/>
                </a:lnTo>
                <a:lnTo>
                  <a:pt x="5994" y="2510742"/>
                </a:lnTo>
                <a:lnTo>
                  <a:pt x="0" y="2508250"/>
                </a:lnTo>
                <a:lnTo>
                  <a:pt x="0" y="6350"/>
                </a:lnTo>
                <a:lnTo>
                  <a:pt x="5994" y="3857"/>
                </a:lnTo>
                <a:lnTo>
                  <a:pt x="22336" y="1841"/>
                </a:lnTo>
                <a:lnTo>
                  <a:pt x="46559" y="492"/>
                </a:lnTo>
                <a:lnTo>
                  <a:pt x="762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9" name="Google Shape;1549;p56">
            <a:extLst>
              <a:ext uri="{FF2B5EF4-FFF2-40B4-BE49-F238E27FC236}">
                <a16:creationId xmlns:a16="http://schemas.microsoft.com/office/drawing/2014/main" id="{0BB3AA9B-05AB-537E-FAD5-8EA8E9E85EC6}"/>
              </a:ext>
            </a:extLst>
          </p:cNvPr>
          <p:cNvPicPr preferRelativeResize="0"/>
          <p:nvPr/>
        </p:nvPicPr>
        <p:blipFill rotWithShape="1">
          <a:blip r:embed="rId10">
            <a:alphaModFix/>
          </a:blip>
          <a:srcRect/>
          <a:stretch/>
        </p:blipFill>
        <p:spPr>
          <a:xfrm>
            <a:off x="5975705" y="5224317"/>
            <a:ext cx="1151646" cy="368469"/>
          </a:xfrm>
          <a:prstGeom prst="rect">
            <a:avLst/>
          </a:prstGeom>
          <a:noFill/>
          <a:ln>
            <a:noFill/>
          </a:ln>
        </p:spPr>
      </p:pic>
      <p:sp>
        <p:nvSpPr>
          <p:cNvPr id="1550" name="Google Shape;1550;p56">
            <a:extLst>
              <a:ext uri="{FF2B5EF4-FFF2-40B4-BE49-F238E27FC236}">
                <a16:creationId xmlns:a16="http://schemas.microsoft.com/office/drawing/2014/main" id="{3CB72214-5727-B457-2428-9F5FD9277288}"/>
              </a:ext>
            </a:extLst>
          </p:cNvPr>
          <p:cNvSpPr/>
          <p:nvPr/>
        </p:nvSpPr>
        <p:spPr>
          <a:xfrm>
            <a:off x="8236374" y="2710778"/>
            <a:ext cx="108373" cy="3576320"/>
          </a:xfrm>
          <a:custGeom>
            <a:avLst/>
            <a:gdLst/>
            <a:ahLst/>
            <a:cxnLst/>
            <a:rect l="l" t="t" r="r" b="b"/>
            <a:pathLst>
              <a:path w="76200" h="2514600" extrusionOk="0">
                <a:moveTo>
                  <a:pt x="0" y="2514600"/>
                </a:moveTo>
                <a:lnTo>
                  <a:pt x="29640" y="2514090"/>
                </a:lnTo>
                <a:lnTo>
                  <a:pt x="53863" y="2512710"/>
                </a:lnTo>
                <a:lnTo>
                  <a:pt x="70205" y="2510688"/>
                </a:lnTo>
                <a:lnTo>
                  <a:pt x="76200" y="2508250"/>
                </a:lnTo>
                <a:lnTo>
                  <a:pt x="76200" y="6350"/>
                </a:lnTo>
                <a:lnTo>
                  <a:pt x="70205" y="3857"/>
                </a:lnTo>
                <a:lnTo>
                  <a:pt x="53863" y="1841"/>
                </a:lnTo>
                <a:lnTo>
                  <a:pt x="29640" y="492"/>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51" name="Google Shape;1551;p56">
            <a:extLst>
              <a:ext uri="{FF2B5EF4-FFF2-40B4-BE49-F238E27FC236}">
                <a16:creationId xmlns:a16="http://schemas.microsoft.com/office/drawing/2014/main" id="{74A00F95-E00B-7764-7AEC-CE0E1FFEBEB5}"/>
              </a:ext>
            </a:extLst>
          </p:cNvPr>
          <p:cNvGrpSpPr/>
          <p:nvPr/>
        </p:nvGrpSpPr>
        <p:grpSpPr>
          <a:xfrm>
            <a:off x="7851286" y="2725408"/>
            <a:ext cx="180079" cy="1574845"/>
            <a:chOff x="5520435" y="1059052"/>
            <a:chExt cx="126618" cy="1107313"/>
          </a:xfrm>
        </p:grpSpPr>
        <p:pic>
          <p:nvPicPr>
            <p:cNvPr id="1552" name="Google Shape;1552;p56">
              <a:extLst>
                <a:ext uri="{FF2B5EF4-FFF2-40B4-BE49-F238E27FC236}">
                  <a16:creationId xmlns:a16="http://schemas.microsoft.com/office/drawing/2014/main" id="{456513F8-F206-251B-AD97-4A46030E96CC}"/>
                </a:ext>
              </a:extLst>
            </p:cNvPr>
            <p:cNvPicPr preferRelativeResize="0"/>
            <p:nvPr/>
          </p:nvPicPr>
          <p:blipFill rotWithShape="1">
            <a:blip r:embed="rId11">
              <a:alphaModFix/>
            </a:blip>
            <a:srcRect/>
            <a:stretch/>
          </p:blipFill>
          <p:spPr>
            <a:xfrm>
              <a:off x="5520689" y="1059052"/>
              <a:ext cx="125984" cy="553593"/>
            </a:xfrm>
            <a:prstGeom prst="rect">
              <a:avLst/>
            </a:prstGeom>
            <a:noFill/>
            <a:ln>
              <a:noFill/>
            </a:ln>
          </p:spPr>
        </p:pic>
        <p:sp>
          <p:nvSpPr>
            <p:cNvPr id="1553" name="Google Shape;1553;p56">
              <a:extLst>
                <a:ext uri="{FF2B5EF4-FFF2-40B4-BE49-F238E27FC236}">
                  <a16:creationId xmlns:a16="http://schemas.microsoft.com/office/drawing/2014/main" id="{EDA41E37-566C-3261-35D0-612E9CC7054C}"/>
                </a:ext>
              </a:extLst>
            </p:cNvPr>
            <p:cNvSpPr/>
            <p:nvPr/>
          </p:nvSpPr>
          <p:spPr>
            <a:xfrm>
              <a:off x="5520689" y="1059052"/>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54" name="Google Shape;1554;p56">
              <a:extLst>
                <a:ext uri="{FF2B5EF4-FFF2-40B4-BE49-F238E27FC236}">
                  <a16:creationId xmlns:a16="http://schemas.microsoft.com/office/drawing/2014/main" id="{EAF15558-277B-9F03-40C3-DED07B38944D}"/>
                </a:ext>
              </a:extLst>
            </p:cNvPr>
            <p:cNvPicPr preferRelativeResize="0"/>
            <p:nvPr/>
          </p:nvPicPr>
          <p:blipFill rotWithShape="1">
            <a:blip r:embed="rId12">
              <a:alphaModFix/>
            </a:blip>
            <a:srcRect/>
            <a:stretch/>
          </p:blipFill>
          <p:spPr>
            <a:xfrm>
              <a:off x="5520435" y="1612645"/>
              <a:ext cx="125984" cy="553592"/>
            </a:xfrm>
            <a:prstGeom prst="rect">
              <a:avLst/>
            </a:prstGeom>
            <a:noFill/>
            <a:ln>
              <a:noFill/>
            </a:ln>
          </p:spPr>
        </p:pic>
        <p:sp>
          <p:nvSpPr>
            <p:cNvPr id="1555" name="Google Shape;1555;p56">
              <a:extLst>
                <a:ext uri="{FF2B5EF4-FFF2-40B4-BE49-F238E27FC236}">
                  <a16:creationId xmlns:a16="http://schemas.microsoft.com/office/drawing/2014/main" id="{A74872B2-4B34-C31F-AAC2-B74F1DB556D2}"/>
                </a:ext>
              </a:extLst>
            </p:cNvPr>
            <p:cNvSpPr/>
            <p:nvPr/>
          </p:nvSpPr>
          <p:spPr>
            <a:xfrm>
              <a:off x="5520435" y="1612645"/>
              <a:ext cx="126364" cy="553720"/>
            </a:xfrm>
            <a:custGeom>
              <a:avLst/>
              <a:gdLst/>
              <a:ahLst/>
              <a:cxnLst/>
              <a:rect l="l" t="t" r="r" b="b"/>
              <a:pathLst>
                <a:path w="126364" h="553719" extrusionOk="0">
                  <a:moveTo>
                    <a:pt x="0" y="553592"/>
                  </a:moveTo>
                  <a:lnTo>
                    <a:pt x="125984" y="553592"/>
                  </a:lnTo>
                  <a:lnTo>
                    <a:pt x="125984" y="0"/>
                  </a:lnTo>
                  <a:lnTo>
                    <a:pt x="0" y="0"/>
                  </a:lnTo>
                  <a:lnTo>
                    <a:pt x="0" y="553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56" name="Google Shape;1556;p56">
            <a:extLst>
              <a:ext uri="{FF2B5EF4-FFF2-40B4-BE49-F238E27FC236}">
                <a16:creationId xmlns:a16="http://schemas.microsoft.com/office/drawing/2014/main" id="{B150A439-C01D-6958-6E7A-89ABB9A4865C}"/>
              </a:ext>
            </a:extLst>
          </p:cNvPr>
          <p:cNvGrpSpPr/>
          <p:nvPr/>
        </p:nvGrpSpPr>
        <p:grpSpPr>
          <a:xfrm>
            <a:off x="7857067" y="4761383"/>
            <a:ext cx="179717" cy="787512"/>
            <a:chOff x="5524500" y="2490597"/>
            <a:chExt cx="126364" cy="553720"/>
          </a:xfrm>
        </p:grpSpPr>
        <p:pic>
          <p:nvPicPr>
            <p:cNvPr id="1557" name="Google Shape;1557;p56">
              <a:extLst>
                <a:ext uri="{FF2B5EF4-FFF2-40B4-BE49-F238E27FC236}">
                  <a16:creationId xmlns:a16="http://schemas.microsoft.com/office/drawing/2014/main" id="{0DDCCC01-0076-A902-963F-8FF609573BE9}"/>
                </a:ext>
              </a:extLst>
            </p:cNvPr>
            <p:cNvPicPr preferRelativeResize="0"/>
            <p:nvPr/>
          </p:nvPicPr>
          <p:blipFill rotWithShape="1">
            <a:blip r:embed="rId13">
              <a:alphaModFix/>
            </a:blip>
            <a:srcRect/>
            <a:stretch/>
          </p:blipFill>
          <p:spPr>
            <a:xfrm>
              <a:off x="5524500" y="2490597"/>
              <a:ext cx="125984" cy="553593"/>
            </a:xfrm>
            <a:prstGeom prst="rect">
              <a:avLst/>
            </a:prstGeom>
            <a:noFill/>
            <a:ln>
              <a:noFill/>
            </a:ln>
          </p:spPr>
        </p:pic>
        <p:sp>
          <p:nvSpPr>
            <p:cNvPr id="1558" name="Google Shape;1558;p56">
              <a:extLst>
                <a:ext uri="{FF2B5EF4-FFF2-40B4-BE49-F238E27FC236}">
                  <a16:creationId xmlns:a16="http://schemas.microsoft.com/office/drawing/2014/main" id="{64CD1C13-DC54-E34E-9B93-57A3DA7E3862}"/>
                </a:ext>
              </a:extLst>
            </p:cNvPr>
            <p:cNvSpPr/>
            <p:nvPr/>
          </p:nvSpPr>
          <p:spPr>
            <a:xfrm>
              <a:off x="5524500" y="2490597"/>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59" name="Google Shape;1559;p56">
            <a:extLst>
              <a:ext uri="{FF2B5EF4-FFF2-40B4-BE49-F238E27FC236}">
                <a16:creationId xmlns:a16="http://schemas.microsoft.com/office/drawing/2014/main" id="{AC59F34B-2234-6266-7ADF-04AF393C12CA}"/>
              </a:ext>
            </a:extLst>
          </p:cNvPr>
          <p:cNvPicPr preferRelativeResize="0"/>
          <p:nvPr/>
        </p:nvPicPr>
        <p:blipFill rotWithShape="1">
          <a:blip r:embed="rId3">
            <a:alphaModFix/>
          </a:blip>
          <a:srcRect/>
          <a:stretch/>
        </p:blipFill>
        <p:spPr>
          <a:xfrm>
            <a:off x="7927690" y="4075559"/>
            <a:ext cx="650240" cy="368469"/>
          </a:xfrm>
          <a:prstGeom prst="rect">
            <a:avLst/>
          </a:prstGeom>
          <a:noFill/>
          <a:ln>
            <a:noFill/>
          </a:ln>
        </p:spPr>
      </p:pic>
      <p:grpSp>
        <p:nvGrpSpPr>
          <p:cNvPr id="1560" name="Google Shape;1560;p56">
            <a:extLst>
              <a:ext uri="{FF2B5EF4-FFF2-40B4-BE49-F238E27FC236}">
                <a16:creationId xmlns:a16="http://schemas.microsoft.com/office/drawing/2014/main" id="{8D2F28B3-7104-905B-2909-F7E7FCD19E4A}"/>
              </a:ext>
            </a:extLst>
          </p:cNvPr>
          <p:cNvGrpSpPr/>
          <p:nvPr/>
        </p:nvGrpSpPr>
        <p:grpSpPr>
          <a:xfrm>
            <a:off x="7857067" y="5552508"/>
            <a:ext cx="715767" cy="1029365"/>
            <a:chOff x="5524500" y="3046857"/>
            <a:chExt cx="503274" cy="723772"/>
          </a:xfrm>
        </p:grpSpPr>
        <p:pic>
          <p:nvPicPr>
            <p:cNvPr id="1561" name="Google Shape;1561;p56">
              <a:extLst>
                <a:ext uri="{FF2B5EF4-FFF2-40B4-BE49-F238E27FC236}">
                  <a16:creationId xmlns:a16="http://schemas.microsoft.com/office/drawing/2014/main" id="{571B6FDB-E683-09A4-42A6-532B7AAB6BF8}"/>
                </a:ext>
              </a:extLst>
            </p:cNvPr>
            <p:cNvPicPr preferRelativeResize="0"/>
            <p:nvPr/>
          </p:nvPicPr>
          <p:blipFill rotWithShape="1">
            <a:blip r:embed="rId14">
              <a:alphaModFix/>
            </a:blip>
            <a:srcRect/>
            <a:stretch/>
          </p:blipFill>
          <p:spPr>
            <a:xfrm>
              <a:off x="5524500" y="3046857"/>
              <a:ext cx="125984" cy="553593"/>
            </a:xfrm>
            <a:prstGeom prst="rect">
              <a:avLst/>
            </a:prstGeom>
            <a:noFill/>
            <a:ln>
              <a:noFill/>
            </a:ln>
          </p:spPr>
        </p:pic>
        <p:sp>
          <p:nvSpPr>
            <p:cNvPr id="1562" name="Google Shape;1562;p56">
              <a:extLst>
                <a:ext uri="{FF2B5EF4-FFF2-40B4-BE49-F238E27FC236}">
                  <a16:creationId xmlns:a16="http://schemas.microsoft.com/office/drawing/2014/main" id="{C38CD3E9-1738-7E28-DFFF-87DB3C081616}"/>
                </a:ext>
              </a:extLst>
            </p:cNvPr>
            <p:cNvSpPr/>
            <p:nvPr/>
          </p:nvSpPr>
          <p:spPr>
            <a:xfrm>
              <a:off x="5524500" y="3046857"/>
              <a:ext cx="126364" cy="553720"/>
            </a:xfrm>
            <a:custGeom>
              <a:avLst/>
              <a:gdLst/>
              <a:ahLst/>
              <a:cxnLst/>
              <a:rect l="l" t="t" r="r" b="b"/>
              <a:pathLst>
                <a:path w="126364" h="553720"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63" name="Google Shape;1563;p56">
              <a:extLst>
                <a:ext uri="{FF2B5EF4-FFF2-40B4-BE49-F238E27FC236}">
                  <a16:creationId xmlns:a16="http://schemas.microsoft.com/office/drawing/2014/main" id="{3D668135-E732-3141-64D5-F31C9C7086F7}"/>
                </a:ext>
              </a:extLst>
            </p:cNvPr>
            <p:cNvPicPr preferRelativeResize="0"/>
            <p:nvPr/>
          </p:nvPicPr>
          <p:blipFill rotWithShape="1">
            <a:blip r:embed="rId3">
              <a:alphaModFix/>
            </a:blip>
            <a:srcRect/>
            <a:stretch/>
          </p:blipFill>
          <p:spPr>
            <a:xfrm>
              <a:off x="5569965" y="3511245"/>
              <a:ext cx="457809" cy="259384"/>
            </a:xfrm>
            <a:prstGeom prst="rect">
              <a:avLst/>
            </a:prstGeom>
            <a:noFill/>
            <a:ln>
              <a:noFill/>
            </a:ln>
          </p:spPr>
        </p:pic>
      </p:grpSp>
      <p:sp>
        <p:nvSpPr>
          <p:cNvPr id="2" name="Google Shape;1176;p47">
            <a:extLst>
              <a:ext uri="{FF2B5EF4-FFF2-40B4-BE49-F238E27FC236}">
                <a16:creationId xmlns:a16="http://schemas.microsoft.com/office/drawing/2014/main" id="{1109BBB4-012D-236B-53D3-AAE6591C2225}"/>
              </a:ext>
            </a:extLst>
          </p:cNvPr>
          <p:cNvSpPr txBox="1"/>
          <p:nvPr/>
        </p:nvSpPr>
        <p:spPr>
          <a:xfrm>
            <a:off x="640937" y="7002111"/>
            <a:ext cx="885896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dirty="0">
                <a:solidFill>
                  <a:srgbClr val="000000"/>
                </a:solidFill>
                <a:latin typeface="Palatino Linotype"/>
                <a:ea typeface="Palatino Linotype"/>
                <a:cs typeface="Palatino Linotype"/>
                <a:sym typeface="Palatino Linotype"/>
              </a:rPr>
              <a:t>Why do we need tensor flattening between convolutional and dense layers?</a:t>
            </a:r>
            <a:endParaRPr dirty="0"/>
          </a:p>
        </p:txBody>
      </p:sp>
    </p:spTree>
    <p:extLst>
      <p:ext uri="{BB962C8B-B14F-4D97-AF65-F5344CB8AC3E}">
        <p14:creationId xmlns:p14="http://schemas.microsoft.com/office/powerpoint/2010/main" val="29654749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514">
          <a:extLst>
            <a:ext uri="{FF2B5EF4-FFF2-40B4-BE49-F238E27FC236}">
              <a16:creationId xmlns:a16="http://schemas.microsoft.com/office/drawing/2014/main" id="{BDEBE559-0429-20D4-C30F-8B1F4200BD12}"/>
            </a:ext>
          </a:extLst>
        </p:cNvPr>
        <p:cNvGrpSpPr/>
        <p:nvPr/>
      </p:nvGrpSpPr>
      <p:grpSpPr>
        <a:xfrm>
          <a:off x="0" y="0"/>
          <a:ext cx="0" cy="0"/>
          <a:chOff x="0" y="0"/>
          <a:chExt cx="0" cy="0"/>
        </a:xfrm>
      </p:grpSpPr>
      <p:grpSp>
        <p:nvGrpSpPr>
          <p:cNvPr id="1515" name="Google Shape;1515;p56">
            <a:extLst>
              <a:ext uri="{FF2B5EF4-FFF2-40B4-BE49-F238E27FC236}">
                <a16:creationId xmlns:a16="http://schemas.microsoft.com/office/drawing/2014/main" id="{495F984E-F396-62AC-D052-0068578BEEC5}"/>
              </a:ext>
            </a:extLst>
          </p:cNvPr>
          <p:cNvGrpSpPr/>
          <p:nvPr/>
        </p:nvGrpSpPr>
        <p:grpSpPr>
          <a:xfrm>
            <a:off x="4047382" y="3033712"/>
            <a:ext cx="1480199" cy="1735238"/>
            <a:chOff x="2845816" y="1275829"/>
            <a:chExt cx="1040765" cy="1220089"/>
          </a:xfrm>
        </p:grpSpPr>
        <p:sp>
          <p:nvSpPr>
            <p:cNvPr id="1516" name="Google Shape;1516;p56">
              <a:extLst>
                <a:ext uri="{FF2B5EF4-FFF2-40B4-BE49-F238E27FC236}">
                  <a16:creationId xmlns:a16="http://schemas.microsoft.com/office/drawing/2014/main" id="{1B6C9CE4-8010-9321-755B-13F5F8A46845}"/>
                </a:ext>
              </a:extLst>
            </p:cNvPr>
            <p:cNvSpPr/>
            <p:nvPr/>
          </p:nvSpPr>
          <p:spPr>
            <a:xfrm>
              <a:off x="2845816" y="127582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7" name="Google Shape;1517;p56">
              <a:extLst>
                <a:ext uri="{FF2B5EF4-FFF2-40B4-BE49-F238E27FC236}">
                  <a16:creationId xmlns:a16="http://schemas.microsoft.com/office/drawing/2014/main" id="{9998C12E-2DD3-A65F-137F-B30C43F36993}"/>
                </a:ext>
              </a:extLst>
            </p:cNvPr>
            <p:cNvSpPr/>
            <p:nvPr/>
          </p:nvSpPr>
          <p:spPr>
            <a:xfrm>
              <a:off x="2845816" y="1275829"/>
              <a:ext cx="126364" cy="336550"/>
            </a:xfrm>
            <a:custGeom>
              <a:avLst/>
              <a:gdLst/>
              <a:ahLst/>
              <a:cxnLst/>
              <a:rect l="l" t="t" r="r" b="b"/>
              <a:pathLst>
                <a:path w="126364" h="336550" extrusionOk="0">
                  <a:moveTo>
                    <a:pt x="0" y="336550"/>
                  </a:moveTo>
                  <a:lnTo>
                    <a:pt x="125983" y="336550"/>
                  </a:lnTo>
                  <a:lnTo>
                    <a:pt x="125983" y="0"/>
                  </a:lnTo>
                  <a:lnTo>
                    <a:pt x="0" y="0"/>
                  </a:lnTo>
                  <a:lnTo>
                    <a:pt x="0" y="336550"/>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8" name="Google Shape;1518;p56">
              <a:extLst>
                <a:ext uri="{FF2B5EF4-FFF2-40B4-BE49-F238E27FC236}">
                  <a16:creationId xmlns:a16="http://schemas.microsoft.com/office/drawing/2014/main" id="{7455355B-3906-9ABB-2CB6-EF6639864E5F}"/>
                </a:ext>
              </a:extLst>
            </p:cNvPr>
            <p:cNvSpPr/>
            <p:nvPr/>
          </p:nvSpPr>
          <p:spPr>
            <a:xfrm>
              <a:off x="2845816" y="127582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9" name="Google Shape;1519;p56">
              <a:extLst>
                <a:ext uri="{FF2B5EF4-FFF2-40B4-BE49-F238E27FC236}">
                  <a16:creationId xmlns:a16="http://schemas.microsoft.com/office/drawing/2014/main" id="{BF610627-1107-8E27-C2C1-110C73454A6B}"/>
                </a:ext>
              </a:extLst>
            </p:cNvPr>
            <p:cNvSpPr/>
            <p:nvPr/>
          </p:nvSpPr>
          <p:spPr>
            <a:xfrm>
              <a:off x="2998216" y="1276083"/>
              <a:ext cx="126364" cy="336550"/>
            </a:xfrm>
            <a:custGeom>
              <a:avLst/>
              <a:gdLst/>
              <a:ahLst/>
              <a:cxnLst/>
              <a:rect l="l" t="t" r="r" b="b"/>
              <a:pathLst>
                <a:path w="126364" h="336550" extrusionOk="0">
                  <a:moveTo>
                    <a:pt x="0" y="336296"/>
                  </a:moveTo>
                  <a:lnTo>
                    <a:pt x="125983" y="336296"/>
                  </a:lnTo>
                  <a:lnTo>
                    <a:pt x="125983" y="0"/>
                  </a:lnTo>
                  <a:lnTo>
                    <a:pt x="0" y="0"/>
                  </a:lnTo>
                  <a:lnTo>
                    <a:pt x="0" y="336296"/>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0" name="Google Shape;1520;p56">
              <a:extLst>
                <a:ext uri="{FF2B5EF4-FFF2-40B4-BE49-F238E27FC236}">
                  <a16:creationId xmlns:a16="http://schemas.microsoft.com/office/drawing/2014/main" id="{868B1B1B-75A1-2EC0-E040-4937F2B57B0E}"/>
                </a:ext>
              </a:extLst>
            </p:cNvPr>
            <p:cNvSpPr/>
            <p:nvPr/>
          </p:nvSpPr>
          <p:spPr>
            <a:xfrm>
              <a:off x="2998216" y="127608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21" name="Google Shape;1521;p56">
              <a:extLst>
                <a:ext uri="{FF2B5EF4-FFF2-40B4-BE49-F238E27FC236}">
                  <a16:creationId xmlns:a16="http://schemas.microsoft.com/office/drawing/2014/main" id="{F22E5705-62DC-46B6-DF51-F4268FBEC22F}"/>
                </a:ext>
              </a:extLst>
            </p:cNvPr>
            <p:cNvPicPr preferRelativeResize="0"/>
            <p:nvPr/>
          </p:nvPicPr>
          <p:blipFill rotWithShape="1">
            <a:blip r:embed="rId3">
              <a:alphaModFix/>
            </a:blip>
            <a:srcRect/>
            <a:stretch/>
          </p:blipFill>
          <p:spPr>
            <a:xfrm>
              <a:off x="3321685" y="1659077"/>
              <a:ext cx="457809" cy="259384"/>
            </a:xfrm>
            <a:prstGeom prst="rect">
              <a:avLst/>
            </a:prstGeom>
            <a:noFill/>
            <a:ln>
              <a:noFill/>
            </a:ln>
          </p:spPr>
        </p:pic>
      </p:grpSp>
      <p:grpSp>
        <p:nvGrpSpPr>
          <p:cNvPr id="1522" name="Google Shape;1522;p56">
            <a:extLst>
              <a:ext uri="{FF2B5EF4-FFF2-40B4-BE49-F238E27FC236}">
                <a16:creationId xmlns:a16="http://schemas.microsoft.com/office/drawing/2014/main" id="{8E33AFF5-6955-D2CD-7534-5F1DB2219834}"/>
              </a:ext>
            </a:extLst>
          </p:cNvPr>
          <p:cNvGrpSpPr/>
          <p:nvPr/>
        </p:nvGrpSpPr>
        <p:grpSpPr>
          <a:xfrm>
            <a:off x="780289" y="1764065"/>
            <a:ext cx="4075376" cy="707026"/>
            <a:chOff x="548640" y="383108"/>
            <a:chExt cx="2865499" cy="497128"/>
          </a:xfrm>
        </p:grpSpPr>
        <p:pic>
          <p:nvPicPr>
            <p:cNvPr id="1523" name="Google Shape;1523;p56">
              <a:extLst>
                <a:ext uri="{FF2B5EF4-FFF2-40B4-BE49-F238E27FC236}">
                  <a16:creationId xmlns:a16="http://schemas.microsoft.com/office/drawing/2014/main" id="{2525E6F4-112A-39A8-79CD-696453AC413F}"/>
                </a:ext>
              </a:extLst>
            </p:cNvPr>
            <p:cNvPicPr preferRelativeResize="0"/>
            <p:nvPr/>
          </p:nvPicPr>
          <p:blipFill rotWithShape="1">
            <a:blip r:embed="rId4">
              <a:alphaModFix/>
            </a:blip>
            <a:srcRect/>
            <a:stretch/>
          </p:blipFill>
          <p:spPr>
            <a:xfrm>
              <a:off x="548640" y="383108"/>
              <a:ext cx="377952" cy="497128"/>
            </a:xfrm>
            <a:prstGeom prst="rect">
              <a:avLst/>
            </a:prstGeom>
            <a:noFill/>
            <a:ln>
              <a:noFill/>
            </a:ln>
          </p:spPr>
        </p:pic>
        <p:pic>
          <p:nvPicPr>
            <p:cNvPr id="1524" name="Google Shape;1524;p56">
              <a:extLst>
                <a:ext uri="{FF2B5EF4-FFF2-40B4-BE49-F238E27FC236}">
                  <a16:creationId xmlns:a16="http://schemas.microsoft.com/office/drawing/2014/main" id="{0BC75AF3-533C-8ECD-5B7B-B4C269502658}"/>
                </a:ext>
              </a:extLst>
            </p:cNvPr>
            <p:cNvPicPr preferRelativeResize="0"/>
            <p:nvPr/>
          </p:nvPicPr>
          <p:blipFill rotWithShape="1">
            <a:blip r:embed="rId5">
              <a:alphaModFix/>
            </a:blip>
            <a:srcRect/>
            <a:stretch/>
          </p:blipFill>
          <p:spPr>
            <a:xfrm>
              <a:off x="737616" y="462356"/>
              <a:ext cx="1037297" cy="396544"/>
            </a:xfrm>
            <a:prstGeom prst="rect">
              <a:avLst/>
            </a:prstGeom>
            <a:noFill/>
            <a:ln>
              <a:noFill/>
            </a:ln>
          </p:spPr>
        </p:pic>
        <p:pic>
          <p:nvPicPr>
            <p:cNvPr id="1525" name="Google Shape;1525;p56">
              <a:extLst>
                <a:ext uri="{FF2B5EF4-FFF2-40B4-BE49-F238E27FC236}">
                  <a16:creationId xmlns:a16="http://schemas.microsoft.com/office/drawing/2014/main" id="{FD80877F-CA13-5D1B-7F9B-54D8E2DF64A6}"/>
                </a:ext>
              </a:extLst>
            </p:cNvPr>
            <p:cNvPicPr preferRelativeResize="0"/>
            <p:nvPr/>
          </p:nvPicPr>
          <p:blipFill rotWithShape="1">
            <a:blip r:embed="rId6">
              <a:alphaModFix/>
            </a:blip>
            <a:srcRect/>
            <a:stretch/>
          </p:blipFill>
          <p:spPr>
            <a:xfrm>
              <a:off x="1702562" y="383108"/>
              <a:ext cx="377951" cy="497128"/>
            </a:xfrm>
            <a:prstGeom prst="rect">
              <a:avLst/>
            </a:prstGeom>
            <a:noFill/>
            <a:ln>
              <a:noFill/>
            </a:ln>
          </p:spPr>
        </p:pic>
        <p:pic>
          <p:nvPicPr>
            <p:cNvPr id="1526" name="Google Shape;1526;p56">
              <a:extLst>
                <a:ext uri="{FF2B5EF4-FFF2-40B4-BE49-F238E27FC236}">
                  <a16:creationId xmlns:a16="http://schemas.microsoft.com/office/drawing/2014/main" id="{FDD7EBAC-66D3-C224-390F-ADA4D26D515D}"/>
                </a:ext>
              </a:extLst>
            </p:cNvPr>
            <p:cNvPicPr preferRelativeResize="0"/>
            <p:nvPr/>
          </p:nvPicPr>
          <p:blipFill rotWithShape="1">
            <a:blip r:embed="rId7">
              <a:alphaModFix/>
            </a:blip>
            <a:srcRect/>
            <a:stretch/>
          </p:blipFill>
          <p:spPr>
            <a:xfrm>
              <a:off x="1891537" y="462356"/>
              <a:ext cx="1522602" cy="396544"/>
            </a:xfrm>
            <a:prstGeom prst="rect">
              <a:avLst/>
            </a:prstGeom>
            <a:noFill/>
            <a:ln>
              <a:noFill/>
            </a:ln>
          </p:spPr>
        </p:pic>
      </p:grpSp>
      <p:grpSp>
        <p:nvGrpSpPr>
          <p:cNvPr id="1527" name="Google Shape;1527;p56">
            <a:extLst>
              <a:ext uri="{FF2B5EF4-FFF2-40B4-BE49-F238E27FC236}">
                <a16:creationId xmlns:a16="http://schemas.microsoft.com/office/drawing/2014/main" id="{B5F1807A-FF5B-1BC8-EDED-7FADB98FDDB0}"/>
              </a:ext>
            </a:extLst>
          </p:cNvPr>
          <p:cNvGrpSpPr/>
          <p:nvPr/>
        </p:nvGrpSpPr>
        <p:grpSpPr>
          <a:xfrm>
            <a:off x="541867" y="3684694"/>
            <a:ext cx="1084510" cy="1405366"/>
            <a:chOff x="381000" y="1733550"/>
            <a:chExt cx="762546" cy="988148"/>
          </a:xfrm>
        </p:grpSpPr>
        <p:sp>
          <p:nvSpPr>
            <p:cNvPr id="1528" name="Google Shape;1528;p56">
              <a:extLst>
                <a:ext uri="{FF2B5EF4-FFF2-40B4-BE49-F238E27FC236}">
                  <a16:creationId xmlns:a16="http://schemas.microsoft.com/office/drawing/2014/main" id="{94D74AC4-446D-A928-EB75-7E1960825043}"/>
                </a:ext>
              </a:extLst>
            </p:cNvPr>
            <p:cNvSpPr/>
            <p:nvPr/>
          </p:nvSpPr>
          <p:spPr>
            <a:xfrm>
              <a:off x="381000" y="2110193"/>
              <a:ext cx="385445" cy="611505"/>
            </a:xfrm>
            <a:custGeom>
              <a:avLst/>
              <a:gdLst/>
              <a:ahLst/>
              <a:cxnLst/>
              <a:rect l="l" t="t" r="r" b="b"/>
              <a:pathLst>
                <a:path w="385445" h="611505" extrusionOk="0">
                  <a:moveTo>
                    <a:pt x="385356" y="0"/>
                  </a:moveTo>
                  <a:lnTo>
                    <a:pt x="0" y="0"/>
                  </a:lnTo>
                  <a:lnTo>
                    <a:pt x="0" y="611035"/>
                  </a:lnTo>
                  <a:lnTo>
                    <a:pt x="385356" y="611035"/>
                  </a:lnTo>
                  <a:lnTo>
                    <a:pt x="385356"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9" name="Google Shape;1529;p56">
              <a:extLst>
                <a:ext uri="{FF2B5EF4-FFF2-40B4-BE49-F238E27FC236}">
                  <a16:creationId xmlns:a16="http://schemas.microsoft.com/office/drawing/2014/main" id="{999A0B41-889F-04AD-A48D-D0F6691D85B9}"/>
                </a:ext>
              </a:extLst>
            </p:cNvPr>
            <p:cNvSpPr/>
            <p:nvPr/>
          </p:nvSpPr>
          <p:spPr>
            <a:xfrm>
              <a:off x="766356" y="1733550"/>
              <a:ext cx="377190" cy="988060"/>
            </a:xfrm>
            <a:custGeom>
              <a:avLst/>
              <a:gdLst/>
              <a:ahLst/>
              <a:cxnLst/>
              <a:rect l="l" t="t" r="r" b="b"/>
              <a:pathLst>
                <a:path w="377190" h="988060" extrusionOk="0">
                  <a:moveTo>
                    <a:pt x="376643" y="0"/>
                  </a:moveTo>
                  <a:lnTo>
                    <a:pt x="0" y="376681"/>
                  </a:lnTo>
                  <a:lnTo>
                    <a:pt x="0" y="987679"/>
                  </a:lnTo>
                  <a:lnTo>
                    <a:pt x="376643" y="610997"/>
                  </a:lnTo>
                  <a:lnTo>
                    <a:pt x="376643"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0" name="Google Shape;1530;p56">
              <a:extLst>
                <a:ext uri="{FF2B5EF4-FFF2-40B4-BE49-F238E27FC236}">
                  <a16:creationId xmlns:a16="http://schemas.microsoft.com/office/drawing/2014/main" id="{0D3BF1AA-FB6A-01EB-7067-0D14B397D609}"/>
                </a:ext>
              </a:extLst>
            </p:cNvPr>
            <p:cNvSpPr/>
            <p:nvPr/>
          </p:nvSpPr>
          <p:spPr>
            <a:xfrm>
              <a:off x="381000" y="1733550"/>
              <a:ext cx="762000" cy="377190"/>
            </a:xfrm>
            <a:custGeom>
              <a:avLst/>
              <a:gdLst/>
              <a:ahLst/>
              <a:cxnLst/>
              <a:rect l="l" t="t" r="r" b="b"/>
              <a:pathLst>
                <a:path w="762000" h="377189" extrusionOk="0">
                  <a:moveTo>
                    <a:pt x="762000" y="0"/>
                  </a:moveTo>
                  <a:lnTo>
                    <a:pt x="376643" y="0"/>
                  </a:lnTo>
                  <a:lnTo>
                    <a:pt x="0" y="376681"/>
                  </a:lnTo>
                  <a:lnTo>
                    <a:pt x="385356" y="376681"/>
                  </a:lnTo>
                  <a:lnTo>
                    <a:pt x="762000"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1" name="Google Shape;1531;p56">
              <a:extLst>
                <a:ext uri="{FF2B5EF4-FFF2-40B4-BE49-F238E27FC236}">
                  <a16:creationId xmlns:a16="http://schemas.microsoft.com/office/drawing/2014/main" id="{0C5E03A0-1D13-B965-DFF1-024B784F6E22}"/>
                </a:ext>
              </a:extLst>
            </p:cNvPr>
            <p:cNvSpPr/>
            <p:nvPr/>
          </p:nvSpPr>
          <p:spPr>
            <a:xfrm>
              <a:off x="381000" y="1733550"/>
              <a:ext cx="762000" cy="988060"/>
            </a:xfrm>
            <a:custGeom>
              <a:avLst/>
              <a:gdLst/>
              <a:ahLst/>
              <a:cxnLst/>
              <a:rect l="l" t="t" r="r" b="b"/>
              <a:pathLst>
                <a:path w="762000" h="988060" extrusionOk="0">
                  <a:moveTo>
                    <a:pt x="0" y="376681"/>
                  </a:moveTo>
                  <a:lnTo>
                    <a:pt x="376643" y="0"/>
                  </a:lnTo>
                  <a:lnTo>
                    <a:pt x="762000" y="0"/>
                  </a:lnTo>
                  <a:lnTo>
                    <a:pt x="762000" y="610997"/>
                  </a:lnTo>
                  <a:lnTo>
                    <a:pt x="385356" y="987679"/>
                  </a:lnTo>
                  <a:lnTo>
                    <a:pt x="0" y="987679"/>
                  </a:lnTo>
                  <a:lnTo>
                    <a:pt x="0" y="376681"/>
                  </a:lnTo>
                  <a:close/>
                </a:path>
                <a:path w="762000" h="988060" extrusionOk="0">
                  <a:moveTo>
                    <a:pt x="0" y="376681"/>
                  </a:moveTo>
                  <a:lnTo>
                    <a:pt x="385356" y="376681"/>
                  </a:lnTo>
                  <a:lnTo>
                    <a:pt x="762000" y="0"/>
                  </a:lnTo>
                </a:path>
                <a:path w="762000" h="988060" extrusionOk="0">
                  <a:moveTo>
                    <a:pt x="385356" y="376681"/>
                  </a:moveTo>
                  <a:lnTo>
                    <a:pt x="385356"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sp>
        <p:nvSpPr>
          <p:cNvPr id="1532" name="Google Shape;1532;p56">
            <a:extLst>
              <a:ext uri="{FF2B5EF4-FFF2-40B4-BE49-F238E27FC236}">
                <a16:creationId xmlns:a16="http://schemas.microsoft.com/office/drawing/2014/main" id="{87CFC09B-9EF5-981D-49A6-76B7862F66F9}"/>
              </a:ext>
            </a:extLst>
          </p:cNvPr>
          <p:cNvSpPr/>
          <p:nvPr/>
        </p:nvSpPr>
        <p:spPr>
          <a:xfrm>
            <a:off x="4118187" y="3512362"/>
            <a:ext cx="37931" cy="1734876"/>
          </a:xfrm>
          <a:custGeom>
            <a:avLst/>
            <a:gdLst/>
            <a:ahLst/>
            <a:cxnLst/>
            <a:rect l="l" t="t" r="r" b="b"/>
            <a:pathLst>
              <a:path w="26669" h="1219835" extrusionOk="0">
                <a:moveTo>
                  <a:pt x="0" y="1219466"/>
                </a:moveTo>
                <a:lnTo>
                  <a:pt x="26416" y="1219466"/>
                </a:lnTo>
                <a:lnTo>
                  <a:pt x="26416"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33" name="Google Shape;1533;p56">
            <a:extLst>
              <a:ext uri="{FF2B5EF4-FFF2-40B4-BE49-F238E27FC236}">
                <a16:creationId xmlns:a16="http://schemas.microsoft.com/office/drawing/2014/main" id="{1F25B133-1AE7-F02C-28F5-B4B2AC2D2FDA}"/>
              </a:ext>
            </a:extLst>
          </p:cNvPr>
          <p:cNvGrpSpPr/>
          <p:nvPr/>
        </p:nvGrpSpPr>
        <p:grpSpPr>
          <a:xfrm>
            <a:off x="3939009" y="3512361"/>
            <a:ext cx="1480199" cy="1734876"/>
            <a:chOff x="2769616" y="1612379"/>
            <a:chExt cx="1040765" cy="1219835"/>
          </a:xfrm>
        </p:grpSpPr>
        <p:sp>
          <p:nvSpPr>
            <p:cNvPr id="1534" name="Google Shape;1534;p56">
              <a:extLst>
                <a:ext uri="{FF2B5EF4-FFF2-40B4-BE49-F238E27FC236}">
                  <a16:creationId xmlns:a16="http://schemas.microsoft.com/office/drawing/2014/main" id="{61C2E7AE-CD5F-98DB-7A74-A0616CCB5D44}"/>
                </a:ext>
              </a:extLst>
            </p:cNvPr>
            <p:cNvSpPr/>
            <p:nvPr/>
          </p:nvSpPr>
          <p:spPr>
            <a:xfrm>
              <a:off x="3048000" y="1612379"/>
              <a:ext cx="762000" cy="1219835"/>
            </a:xfrm>
            <a:custGeom>
              <a:avLst/>
              <a:gdLst/>
              <a:ahLst/>
              <a:cxnLst/>
              <a:rect l="l" t="t" r="r" b="b"/>
              <a:pathLst>
                <a:path w="762000" h="1219835" extrusionOk="0">
                  <a:moveTo>
                    <a:pt x="0" y="1219466"/>
                  </a:moveTo>
                  <a:lnTo>
                    <a:pt x="762000" y="1219466"/>
                  </a:lnTo>
                  <a:lnTo>
                    <a:pt x="762000"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5" name="Google Shape;1535;p56">
              <a:extLst>
                <a:ext uri="{FF2B5EF4-FFF2-40B4-BE49-F238E27FC236}">
                  <a16:creationId xmlns:a16="http://schemas.microsoft.com/office/drawing/2014/main" id="{5480667E-91E3-4A35-C1A5-496CD3F2EFE9}"/>
                </a:ext>
              </a:extLst>
            </p:cNvPr>
            <p:cNvSpPr/>
            <p:nvPr/>
          </p:nvSpPr>
          <p:spPr>
            <a:xfrm>
              <a:off x="2769616" y="161237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36" name="Google Shape;1536;p56">
            <a:extLst>
              <a:ext uri="{FF2B5EF4-FFF2-40B4-BE49-F238E27FC236}">
                <a16:creationId xmlns:a16="http://schemas.microsoft.com/office/drawing/2014/main" id="{1F022A04-3485-FC39-A9E2-4BE9777AF89F}"/>
              </a:ext>
            </a:extLst>
          </p:cNvPr>
          <p:cNvGrpSpPr/>
          <p:nvPr/>
        </p:nvGrpSpPr>
        <p:grpSpPr>
          <a:xfrm>
            <a:off x="624230" y="3684694"/>
            <a:ext cx="553155" cy="1405240"/>
            <a:chOff x="438912" y="1733550"/>
            <a:chExt cx="388937" cy="988060"/>
          </a:xfrm>
        </p:grpSpPr>
        <p:sp>
          <p:nvSpPr>
            <p:cNvPr id="1537" name="Google Shape;1537;p56">
              <a:extLst>
                <a:ext uri="{FF2B5EF4-FFF2-40B4-BE49-F238E27FC236}">
                  <a16:creationId xmlns:a16="http://schemas.microsoft.com/office/drawing/2014/main" id="{F1793D85-AB5F-5A23-A8EB-E0EA862D5A1C}"/>
                </a:ext>
              </a:extLst>
            </p:cNvPr>
            <p:cNvSpPr/>
            <p:nvPr/>
          </p:nvSpPr>
          <p:spPr>
            <a:xfrm>
              <a:off x="438912" y="2110422"/>
              <a:ext cx="12065" cy="610870"/>
            </a:xfrm>
            <a:custGeom>
              <a:avLst/>
              <a:gdLst/>
              <a:ahLst/>
              <a:cxnLst/>
              <a:rect l="l" t="t" r="r" b="b"/>
              <a:pathLst>
                <a:path w="12065" h="610869" extrusionOk="0">
                  <a:moveTo>
                    <a:pt x="11751" y="0"/>
                  </a:moveTo>
                  <a:lnTo>
                    <a:pt x="0" y="0"/>
                  </a:lnTo>
                  <a:lnTo>
                    <a:pt x="0" y="610806"/>
                  </a:lnTo>
                  <a:lnTo>
                    <a:pt x="11751" y="610806"/>
                  </a:lnTo>
                  <a:lnTo>
                    <a:pt x="11751"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8" name="Google Shape;1538;p56">
              <a:extLst>
                <a:ext uri="{FF2B5EF4-FFF2-40B4-BE49-F238E27FC236}">
                  <a16:creationId xmlns:a16="http://schemas.microsoft.com/office/drawing/2014/main" id="{24134A96-B995-7690-6488-AE35CCE50801}"/>
                </a:ext>
              </a:extLst>
            </p:cNvPr>
            <p:cNvSpPr/>
            <p:nvPr/>
          </p:nvSpPr>
          <p:spPr>
            <a:xfrm>
              <a:off x="450659" y="1733550"/>
              <a:ext cx="377190" cy="988060"/>
            </a:xfrm>
            <a:custGeom>
              <a:avLst/>
              <a:gdLst/>
              <a:ahLst/>
              <a:cxnLst/>
              <a:rect l="l" t="t" r="r" b="b"/>
              <a:pathLst>
                <a:path w="377190" h="988060" extrusionOk="0">
                  <a:moveTo>
                    <a:pt x="376872" y="0"/>
                  </a:moveTo>
                  <a:lnTo>
                    <a:pt x="0" y="376808"/>
                  </a:lnTo>
                  <a:lnTo>
                    <a:pt x="0" y="987679"/>
                  </a:lnTo>
                  <a:lnTo>
                    <a:pt x="376872" y="610743"/>
                  </a:lnTo>
                  <a:lnTo>
                    <a:pt x="376872"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9" name="Google Shape;1539;p56">
              <a:extLst>
                <a:ext uri="{FF2B5EF4-FFF2-40B4-BE49-F238E27FC236}">
                  <a16:creationId xmlns:a16="http://schemas.microsoft.com/office/drawing/2014/main" id="{1C991F19-B5B2-E70E-4DDD-183F0208AFD2}"/>
                </a:ext>
              </a:extLst>
            </p:cNvPr>
            <p:cNvSpPr/>
            <p:nvPr/>
          </p:nvSpPr>
          <p:spPr>
            <a:xfrm>
              <a:off x="438912" y="1733550"/>
              <a:ext cx="388620" cy="377190"/>
            </a:xfrm>
            <a:custGeom>
              <a:avLst/>
              <a:gdLst/>
              <a:ahLst/>
              <a:cxnLst/>
              <a:rect l="l" t="t" r="r" b="b"/>
              <a:pathLst>
                <a:path w="388619" h="377189" extrusionOk="0">
                  <a:moveTo>
                    <a:pt x="388619" y="0"/>
                  </a:moveTo>
                  <a:lnTo>
                    <a:pt x="376872" y="0"/>
                  </a:lnTo>
                  <a:lnTo>
                    <a:pt x="0" y="376808"/>
                  </a:lnTo>
                  <a:lnTo>
                    <a:pt x="11747" y="376808"/>
                  </a:lnTo>
                  <a:lnTo>
                    <a:pt x="388619"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0" name="Google Shape;1540;p56">
              <a:extLst>
                <a:ext uri="{FF2B5EF4-FFF2-40B4-BE49-F238E27FC236}">
                  <a16:creationId xmlns:a16="http://schemas.microsoft.com/office/drawing/2014/main" id="{1DEC0FDE-DFDC-BCB8-843D-44F30496CA19}"/>
                </a:ext>
              </a:extLst>
            </p:cNvPr>
            <p:cNvSpPr/>
            <p:nvPr/>
          </p:nvSpPr>
          <p:spPr>
            <a:xfrm>
              <a:off x="438912" y="1733550"/>
              <a:ext cx="388620" cy="988060"/>
            </a:xfrm>
            <a:custGeom>
              <a:avLst/>
              <a:gdLst/>
              <a:ahLst/>
              <a:cxnLst/>
              <a:rect l="l" t="t" r="r" b="b"/>
              <a:pathLst>
                <a:path w="388619" h="988060" extrusionOk="0">
                  <a:moveTo>
                    <a:pt x="0" y="376808"/>
                  </a:moveTo>
                  <a:lnTo>
                    <a:pt x="376872" y="0"/>
                  </a:lnTo>
                  <a:lnTo>
                    <a:pt x="388619" y="0"/>
                  </a:lnTo>
                  <a:lnTo>
                    <a:pt x="388619" y="610743"/>
                  </a:lnTo>
                  <a:lnTo>
                    <a:pt x="11747" y="987679"/>
                  </a:lnTo>
                  <a:lnTo>
                    <a:pt x="0" y="987679"/>
                  </a:lnTo>
                  <a:lnTo>
                    <a:pt x="0" y="376808"/>
                  </a:lnTo>
                  <a:close/>
                </a:path>
                <a:path w="388619" h="988060" extrusionOk="0">
                  <a:moveTo>
                    <a:pt x="0" y="376808"/>
                  </a:moveTo>
                  <a:lnTo>
                    <a:pt x="11747" y="376808"/>
                  </a:lnTo>
                  <a:lnTo>
                    <a:pt x="388619" y="0"/>
                  </a:lnTo>
                </a:path>
                <a:path w="388619" h="988060" extrusionOk="0">
                  <a:moveTo>
                    <a:pt x="11747" y="376808"/>
                  </a:moveTo>
                  <a:lnTo>
                    <a:pt x="11747"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41" name="Google Shape;1541;p56">
            <a:extLst>
              <a:ext uri="{FF2B5EF4-FFF2-40B4-BE49-F238E27FC236}">
                <a16:creationId xmlns:a16="http://schemas.microsoft.com/office/drawing/2014/main" id="{035C6708-52F1-FCDB-89FE-D937492883B7}"/>
              </a:ext>
            </a:extLst>
          </p:cNvPr>
          <p:cNvGrpSpPr/>
          <p:nvPr/>
        </p:nvGrpSpPr>
        <p:grpSpPr>
          <a:xfrm>
            <a:off x="3939009" y="3512361"/>
            <a:ext cx="396464" cy="1735238"/>
            <a:chOff x="2769616" y="1612379"/>
            <a:chExt cx="278764" cy="1220089"/>
          </a:xfrm>
        </p:grpSpPr>
        <p:pic>
          <p:nvPicPr>
            <p:cNvPr id="1542" name="Google Shape;1542;p56">
              <a:extLst>
                <a:ext uri="{FF2B5EF4-FFF2-40B4-BE49-F238E27FC236}">
                  <a16:creationId xmlns:a16="http://schemas.microsoft.com/office/drawing/2014/main" id="{FC4AE245-E8CA-737F-DA16-BE7B9069CC82}"/>
                </a:ext>
              </a:extLst>
            </p:cNvPr>
            <p:cNvPicPr preferRelativeResize="0"/>
            <p:nvPr/>
          </p:nvPicPr>
          <p:blipFill rotWithShape="1">
            <a:blip r:embed="rId8">
              <a:alphaModFix/>
            </a:blip>
            <a:srcRect/>
            <a:stretch/>
          </p:blipFill>
          <p:spPr>
            <a:xfrm>
              <a:off x="2769616" y="1612379"/>
              <a:ext cx="125983" cy="1219466"/>
            </a:xfrm>
            <a:prstGeom prst="rect">
              <a:avLst/>
            </a:prstGeom>
            <a:noFill/>
            <a:ln>
              <a:noFill/>
            </a:ln>
          </p:spPr>
        </p:pic>
        <p:sp>
          <p:nvSpPr>
            <p:cNvPr id="1543" name="Google Shape;1543;p56">
              <a:extLst>
                <a:ext uri="{FF2B5EF4-FFF2-40B4-BE49-F238E27FC236}">
                  <a16:creationId xmlns:a16="http://schemas.microsoft.com/office/drawing/2014/main" id="{F31D120E-9FFE-270A-DD5C-D1C550440126}"/>
                </a:ext>
              </a:extLst>
            </p:cNvPr>
            <p:cNvSpPr/>
            <p:nvPr/>
          </p:nvSpPr>
          <p:spPr>
            <a:xfrm>
              <a:off x="2769616" y="161237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4" name="Google Shape;1544;p56">
              <a:extLst>
                <a:ext uri="{FF2B5EF4-FFF2-40B4-BE49-F238E27FC236}">
                  <a16:creationId xmlns:a16="http://schemas.microsoft.com/office/drawing/2014/main" id="{48A61D2E-C91E-609B-A000-3EF711971767}"/>
                </a:ext>
              </a:extLst>
            </p:cNvPr>
            <p:cNvPicPr preferRelativeResize="0"/>
            <p:nvPr/>
          </p:nvPicPr>
          <p:blipFill rotWithShape="1">
            <a:blip r:embed="rId9">
              <a:alphaModFix/>
            </a:blip>
            <a:srcRect/>
            <a:stretch/>
          </p:blipFill>
          <p:spPr>
            <a:xfrm>
              <a:off x="2922016" y="1612633"/>
              <a:ext cx="125983" cy="1219466"/>
            </a:xfrm>
            <a:prstGeom prst="rect">
              <a:avLst/>
            </a:prstGeom>
            <a:noFill/>
            <a:ln>
              <a:noFill/>
            </a:ln>
          </p:spPr>
        </p:pic>
        <p:sp>
          <p:nvSpPr>
            <p:cNvPr id="1545" name="Google Shape;1545;p56">
              <a:extLst>
                <a:ext uri="{FF2B5EF4-FFF2-40B4-BE49-F238E27FC236}">
                  <a16:creationId xmlns:a16="http://schemas.microsoft.com/office/drawing/2014/main" id="{1564718F-3E18-4153-65D2-248D76A37697}"/>
                </a:ext>
              </a:extLst>
            </p:cNvPr>
            <p:cNvSpPr/>
            <p:nvPr/>
          </p:nvSpPr>
          <p:spPr>
            <a:xfrm>
              <a:off x="2922016" y="161263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46" name="Google Shape;1546;p56">
            <a:extLst>
              <a:ext uri="{FF2B5EF4-FFF2-40B4-BE49-F238E27FC236}">
                <a16:creationId xmlns:a16="http://schemas.microsoft.com/office/drawing/2014/main" id="{F5A1679C-178A-C459-6F00-195D313E9DE6}"/>
              </a:ext>
            </a:extLst>
          </p:cNvPr>
          <p:cNvPicPr preferRelativeResize="0"/>
          <p:nvPr/>
        </p:nvPicPr>
        <p:blipFill rotWithShape="1">
          <a:blip r:embed="rId3">
            <a:alphaModFix/>
          </a:blip>
          <a:srcRect/>
          <a:stretch/>
        </p:blipFill>
        <p:spPr>
          <a:xfrm>
            <a:off x="4615802" y="4057677"/>
            <a:ext cx="651106" cy="368469"/>
          </a:xfrm>
          <a:prstGeom prst="rect">
            <a:avLst/>
          </a:prstGeom>
          <a:noFill/>
          <a:ln>
            <a:noFill/>
          </a:ln>
        </p:spPr>
      </p:pic>
      <p:sp>
        <p:nvSpPr>
          <p:cNvPr id="1547" name="Google Shape;1547;p56">
            <a:extLst>
              <a:ext uri="{FF2B5EF4-FFF2-40B4-BE49-F238E27FC236}">
                <a16:creationId xmlns:a16="http://schemas.microsoft.com/office/drawing/2014/main" id="{1DC711CD-D660-DB62-D4AC-6F74276E12A9}"/>
              </a:ext>
            </a:extLst>
          </p:cNvPr>
          <p:cNvSpPr/>
          <p:nvPr/>
        </p:nvSpPr>
        <p:spPr>
          <a:xfrm>
            <a:off x="6044342" y="4325722"/>
            <a:ext cx="866987" cy="108373"/>
          </a:xfrm>
          <a:custGeom>
            <a:avLst/>
            <a:gdLst/>
            <a:ahLst/>
            <a:cxnLst/>
            <a:rect l="l" t="t" r="r" b="b"/>
            <a:pathLst>
              <a:path w="609600" h="76200" extrusionOk="0">
                <a:moveTo>
                  <a:pt x="558800" y="38100"/>
                </a:moveTo>
                <a:lnTo>
                  <a:pt x="533400" y="76200"/>
                </a:lnTo>
                <a:lnTo>
                  <a:pt x="600201" y="42799"/>
                </a:lnTo>
                <a:lnTo>
                  <a:pt x="558800" y="42799"/>
                </a:lnTo>
                <a:lnTo>
                  <a:pt x="558800" y="38100"/>
                </a:lnTo>
                <a:close/>
              </a:path>
              <a:path w="609600" h="76200" extrusionOk="0">
                <a:moveTo>
                  <a:pt x="555582" y="33274"/>
                </a:moveTo>
                <a:lnTo>
                  <a:pt x="0" y="33274"/>
                </a:lnTo>
                <a:lnTo>
                  <a:pt x="0" y="42799"/>
                </a:lnTo>
                <a:lnTo>
                  <a:pt x="555667" y="42799"/>
                </a:lnTo>
                <a:lnTo>
                  <a:pt x="558800" y="38100"/>
                </a:lnTo>
                <a:lnTo>
                  <a:pt x="555582" y="33274"/>
                </a:lnTo>
                <a:close/>
              </a:path>
              <a:path w="609600" h="76200" extrusionOk="0">
                <a:moveTo>
                  <a:pt x="599948" y="33274"/>
                </a:moveTo>
                <a:lnTo>
                  <a:pt x="558800" y="33274"/>
                </a:lnTo>
                <a:lnTo>
                  <a:pt x="558800" y="42799"/>
                </a:lnTo>
                <a:lnTo>
                  <a:pt x="600201" y="42799"/>
                </a:lnTo>
                <a:lnTo>
                  <a:pt x="609600" y="38100"/>
                </a:lnTo>
                <a:lnTo>
                  <a:pt x="599948" y="33274"/>
                </a:lnTo>
                <a:close/>
              </a:path>
              <a:path w="609600" h="76200" extrusionOk="0">
                <a:moveTo>
                  <a:pt x="533400" y="0"/>
                </a:moveTo>
                <a:lnTo>
                  <a:pt x="558800" y="38100"/>
                </a:lnTo>
                <a:lnTo>
                  <a:pt x="558800" y="33274"/>
                </a:lnTo>
                <a:lnTo>
                  <a:pt x="599948" y="33274"/>
                </a:lnTo>
                <a:lnTo>
                  <a:pt x="53340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8" name="Google Shape;1548;p56">
            <a:extLst>
              <a:ext uri="{FF2B5EF4-FFF2-40B4-BE49-F238E27FC236}">
                <a16:creationId xmlns:a16="http://schemas.microsoft.com/office/drawing/2014/main" id="{A8861B33-8798-6DBE-B069-8F478C00071E}"/>
              </a:ext>
            </a:extLst>
          </p:cNvPr>
          <p:cNvSpPr/>
          <p:nvPr/>
        </p:nvSpPr>
        <p:spPr>
          <a:xfrm>
            <a:off x="7586134" y="2709333"/>
            <a:ext cx="108373" cy="3576320"/>
          </a:xfrm>
          <a:custGeom>
            <a:avLst/>
            <a:gdLst/>
            <a:ahLst/>
            <a:cxnLst/>
            <a:rect l="l" t="t" r="r" b="b"/>
            <a:pathLst>
              <a:path w="76200" h="2514600" extrusionOk="0">
                <a:moveTo>
                  <a:pt x="76200" y="2514600"/>
                </a:moveTo>
                <a:lnTo>
                  <a:pt x="46559" y="2514107"/>
                </a:lnTo>
                <a:lnTo>
                  <a:pt x="22336" y="2512758"/>
                </a:lnTo>
                <a:lnTo>
                  <a:pt x="5994" y="2510742"/>
                </a:lnTo>
                <a:lnTo>
                  <a:pt x="0" y="2508250"/>
                </a:lnTo>
                <a:lnTo>
                  <a:pt x="0" y="6350"/>
                </a:lnTo>
                <a:lnTo>
                  <a:pt x="5994" y="3857"/>
                </a:lnTo>
                <a:lnTo>
                  <a:pt x="22336" y="1841"/>
                </a:lnTo>
                <a:lnTo>
                  <a:pt x="46559" y="492"/>
                </a:lnTo>
                <a:lnTo>
                  <a:pt x="762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9" name="Google Shape;1549;p56">
            <a:extLst>
              <a:ext uri="{FF2B5EF4-FFF2-40B4-BE49-F238E27FC236}">
                <a16:creationId xmlns:a16="http://schemas.microsoft.com/office/drawing/2014/main" id="{9F18E476-96F9-E0D2-5DE8-2395435EE546}"/>
              </a:ext>
            </a:extLst>
          </p:cNvPr>
          <p:cNvPicPr preferRelativeResize="0"/>
          <p:nvPr/>
        </p:nvPicPr>
        <p:blipFill rotWithShape="1">
          <a:blip r:embed="rId10">
            <a:alphaModFix/>
          </a:blip>
          <a:srcRect/>
          <a:stretch/>
        </p:blipFill>
        <p:spPr>
          <a:xfrm>
            <a:off x="5975705" y="5224317"/>
            <a:ext cx="1151646" cy="368469"/>
          </a:xfrm>
          <a:prstGeom prst="rect">
            <a:avLst/>
          </a:prstGeom>
          <a:noFill/>
          <a:ln>
            <a:noFill/>
          </a:ln>
        </p:spPr>
      </p:pic>
      <p:sp>
        <p:nvSpPr>
          <p:cNvPr id="1550" name="Google Shape;1550;p56">
            <a:extLst>
              <a:ext uri="{FF2B5EF4-FFF2-40B4-BE49-F238E27FC236}">
                <a16:creationId xmlns:a16="http://schemas.microsoft.com/office/drawing/2014/main" id="{71A257ED-BE58-FE89-CDC0-D118B9035436}"/>
              </a:ext>
            </a:extLst>
          </p:cNvPr>
          <p:cNvSpPr/>
          <p:nvPr/>
        </p:nvSpPr>
        <p:spPr>
          <a:xfrm>
            <a:off x="8236374" y="2710778"/>
            <a:ext cx="108373" cy="3576320"/>
          </a:xfrm>
          <a:custGeom>
            <a:avLst/>
            <a:gdLst/>
            <a:ahLst/>
            <a:cxnLst/>
            <a:rect l="l" t="t" r="r" b="b"/>
            <a:pathLst>
              <a:path w="76200" h="2514600" extrusionOk="0">
                <a:moveTo>
                  <a:pt x="0" y="2514600"/>
                </a:moveTo>
                <a:lnTo>
                  <a:pt x="29640" y="2514090"/>
                </a:lnTo>
                <a:lnTo>
                  <a:pt x="53863" y="2512710"/>
                </a:lnTo>
                <a:lnTo>
                  <a:pt x="70205" y="2510688"/>
                </a:lnTo>
                <a:lnTo>
                  <a:pt x="76200" y="2508250"/>
                </a:lnTo>
                <a:lnTo>
                  <a:pt x="76200" y="6350"/>
                </a:lnTo>
                <a:lnTo>
                  <a:pt x="70205" y="3857"/>
                </a:lnTo>
                <a:lnTo>
                  <a:pt x="53863" y="1841"/>
                </a:lnTo>
                <a:lnTo>
                  <a:pt x="29640" y="492"/>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51" name="Google Shape;1551;p56">
            <a:extLst>
              <a:ext uri="{FF2B5EF4-FFF2-40B4-BE49-F238E27FC236}">
                <a16:creationId xmlns:a16="http://schemas.microsoft.com/office/drawing/2014/main" id="{8BD12C38-FEA9-6199-0CAD-5F4AD5F98D32}"/>
              </a:ext>
            </a:extLst>
          </p:cNvPr>
          <p:cNvGrpSpPr/>
          <p:nvPr/>
        </p:nvGrpSpPr>
        <p:grpSpPr>
          <a:xfrm>
            <a:off x="7851286" y="2725408"/>
            <a:ext cx="180079" cy="1574845"/>
            <a:chOff x="5520435" y="1059052"/>
            <a:chExt cx="126618" cy="1107313"/>
          </a:xfrm>
        </p:grpSpPr>
        <p:pic>
          <p:nvPicPr>
            <p:cNvPr id="1552" name="Google Shape;1552;p56">
              <a:extLst>
                <a:ext uri="{FF2B5EF4-FFF2-40B4-BE49-F238E27FC236}">
                  <a16:creationId xmlns:a16="http://schemas.microsoft.com/office/drawing/2014/main" id="{7EC8B473-35D2-4F05-C89C-DB0ACB3733E9}"/>
                </a:ext>
              </a:extLst>
            </p:cNvPr>
            <p:cNvPicPr preferRelativeResize="0"/>
            <p:nvPr/>
          </p:nvPicPr>
          <p:blipFill rotWithShape="1">
            <a:blip r:embed="rId11">
              <a:alphaModFix/>
            </a:blip>
            <a:srcRect/>
            <a:stretch/>
          </p:blipFill>
          <p:spPr>
            <a:xfrm>
              <a:off x="5520689" y="1059052"/>
              <a:ext cx="125984" cy="553593"/>
            </a:xfrm>
            <a:prstGeom prst="rect">
              <a:avLst/>
            </a:prstGeom>
            <a:noFill/>
            <a:ln>
              <a:noFill/>
            </a:ln>
          </p:spPr>
        </p:pic>
        <p:sp>
          <p:nvSpPr>
            <p:cNvPr id="1553" name="Google Shape;1553;p56">
              <a:extLst>
                <a:ext uri="{FF2B5EF4-FFF2-40B4-BE49-F238E27FC236}">
                  <a16:creationId xmlns:a16="http://schemas.microsoft.com/office/drawing/2014/main" id="{67CE9788-7E8E-A43A-2218-CAE142C64A2D}"/>
                </a:ext>
              </a:extLst>
            </p:cNvPr>
            <p:cNvSpPr/>
            <p:nvPr/>
          </p:nvSpPr>
          <p:spPr>
            <a:xfrm>
              <a:off x="5520689" y="1059052"/>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54" name="Google Shape;1554;p56">
              <a:extLst>
                <a:ext uri="{FF2B5EF4-FFF2-40B4-BE49-F238E27FC236}">
                  <a16:creationId xmlns:a16="http://schemas.microsoft.com/office/drawing/2014/main" id="{D2C65F4F-BF7F-5C2B-B7A2-C36979C1AABE}"/>
                </a:ext>
              </a:extLst>
            </p:cNvPr>
            <p:cNvPicPr preferRelativeResize="0"/>
            <p:nvPr/>
          </p:nvPicPr>
          <p:blipFill rotWithShape="1">
            <a:blip r:embed="rId12">
              <a:alphaModFix/>
            </a:blip>
            <a:srcRect/>
            <a:stretch/>
          </p:blipFill>
          <p:spPr>
            <a:xfrm>
              <a:off x="5520435" y="1612645"/>
              <a:ext cx="125984" cy="553592"/>
            </a:xfrm>
            <a:prstGeom prst="rect">
              <a:avLst/>
            </a:prstGeom>
            <a:noFill/>
            <a:ln>
              <a:noFill/>
            </a:ln>
          </p:spPr>
        </p:pic>
        <p:sp>
          <p:nvSpPr>
            <p:cNvPr id="1555" name="Google Shape;1555;p56">
              <a:extLst>
                <a:ext uri="{FF2B5EF4-FFF2-40B4-BE49-F238E27FC236}">
                  <a16:creationId xmlns:a16="http://schemas.microsoft.com/office/drawing/2014/main" id="{7A7AABDA-7C48-AD50-5576-DAFDA28C6B0C}"/>
                </a:ext>
              </a:extLst>
            </p:cNvPr>
            <p:cNvSpPr/>
            <p:nvPr/>
          </p:nvSpPr>
          <p:spPr>
            <a:xfrm>
              <a:off x="5520435" y="1612645"/>
              <a:ext cx="126364" cy="553720"/>
            </a:xfrm>
            <a:custGeom>
              <a:avLst/>
              <a:gdLst/>
              <a:ahLst/>
              <a:cxnLst/>
              <a:rect l="l" t="t" r="r" b="b"/>
              <a:pathLst>
                <a:path w="126364" h="553719" extrusionOk="0">
                  <a:moveTo>
                    <a:pt x="0" y="553592"/>
                  </a:moveTo>
                  <a:lnTo>
                    <a:pt x="125984" y="553592"/>
                  </a:lnTo>
                  <a:lnTo>
                    <a:pt x="125984" y="0"/>
                  </a:lnTo>
                  <a:lnTo>
                    <a:pt x="0" y="0"/>
                  </a:lnTo>
                  <a:lnTo>
                    <a:pt x="0" y="553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56" name="Google Shape;1556;p56">
            <a:extLst>
              <a:ext uri="{FF2B5EF4-FFF2-40B4-BE49-F238E27FC236}">
                <a16:creationId xmlns:a16="http://schemas.microsoft.com/office/drawing/2014/main" id="{B804A81D-7E7A-05A3-5038-9453764081FA}"/>
              </a:ext>
            </a:extLst>
          </p:cNvPr>
          <p:cNvGrpSpPr/>
          <p:nvPr/>
        </p:nvGrpSpPr>
        <p:grpSpPr>
          <a:xfrm>
            <a:off x="7857067" y="4761383"/>
            <a:ext cx="179717" cy="787512"/>
            <a:chOff x="5524500" y="2490597"/>
            <a:chExt cx="126364" cy="553720"/>
          </a:xfrm>
        </p:grpSpPr>
        <p:pic>
          <p:nvPicPr>
            <p:cNvPr id="1557" name="Google Shape;1557;p56">
              <a:extLst>
                <a:ext uri="{FF2B5EF4-FFF2-40B4-BE49-F238E27FC236}">
                  <a16:creationId xmlns:a16="http://schemas.microsoft.com/office/drawing/2014/main" id="{A16F4D4E-2028-33CF-A5A0-33509E584139}"/>
                </a:ext>
              </a:extLst>
            </p:cNvPr>
            <p:cNvPicPr preferRelativeResize="0"/>
            <p:nvPr/>
          </p:nvPicPr>
          <p:blipFill rotWithShape="1">
            <a:blip r:embed="rId13">
              <a:alphaModFix/>
            </a:blip>
            <a:srcRect/>
            <a:stretch/>
          </p:blipFill>
          <p:spPr>
            <a:xfrm>
              <a:off x="5524500" y="2490597"/>
              <a:ext cx="125984" cy="553593"/>
            </a:xfrm>
            <a:prstGeom prst="rect">
              <a:avLst/>
            </a:prstGeom>
            <a:noFill/>
            <a:ln>
              <a:noFill/>
            </a:ln>
          </p:spPr>
        </p:pic>
        <p:sp>
          <p:nvSpPr>
            <p:cNvPr id="1558" name="Google Shape;1558;p56">
              <a:extLst>
                <a:ext uri="{FF2B5EF4-FFF2-40B4-BE49-F238E27FC236}">
                  <a16:creationId xmlns:a16="http://schemas.microsoft.com/office/drawing/2014/main" id="{C9161FA3-270B-E0E6-912B-F3A0AD12EACF}"/>
                </a:ext>
              </a:extLst>
            </p:cNvPr>
            <p:cNvSpPr/>
            <p:nvPr/>
          </p:nvSpPr>
          <p:spPr>
            <a:xfrm>
              <a:off x="5524500" y="2490597"/>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59" name="Google Shape;1559;p56">
            <a:extLst>
              <a:ext uri="{FF2B5EF4-FFF2-40B4-BE49-F238E27FC236}">
                <a16:creationId xmlns:a16="http://schemas.microsoft.com/office/drawing/2014/main" id="{C3803DA5-E0B7-0B31-5DD3-488CB8A5245C}"/>
              </a:ext>
            </a:extLst>
          </p:cNvPr>
          <p:cNvPicPr preferRelativeResize="0"/>
          <p:nvPr/>
        </p:nvPicPr>
        <p:blipFill rotWithShape="1">
          <a:blip r:embed="rId3">
            <a:alphaModFix/>
          </a:blip>
          <a:srcRect/>
          <a:stretch/>
        </p:blipFill>
        <p:spPr>
          <a:xfrm>
            <a:off x="7927690" y="4075559"/>
            <a:ext cx="650240" cy="368469"/>
          </a:xfrm>
          <a:prstGeom prst="rect">
            <a:avLst/>
          </a:prstGeom>
          <a:noFill/>
          <a:ln>
            <a:noFill/>
          </a:ln>
        </p:spPr>
      </p:pic>
      <p:grpSp>
        <p:nvGrpSpPr>
          <p:cNvPr id="1560" name="Google Shape;1560;p56">
            <a:extLst>
              <a:ext uri="{FF2B5EF4-FFF2-40B4-BE49-F238E27FC236}">
                <a16:creationId xmlns:a16="http://schemas.microsoft.com/office/drawing/2014/main" id="{120A2295-14CB-5B45-02D6-48C15C2AEA2A}"/>
              </a:ext>
            </a:extLst>
          </p:cNvPr>
          <p:cNvGrpSpPr/>
          <p:nvPr/>
        </p:nvGrpSpPr>
        <p:grpSpPr>
          <a:xfrm>
            <a:off x="7857067" y="5552508"/>
            <a:ext cx="715767" cy="1029365"/>
            <a:chOff x="5524500" y="3046857"/>
            <a:chExt cx="503274" cy="723772"/>
          </a:xfrm>
        </p:grpSpPr>
        <p:pic>
          <p:nvPicPr>
            <p:cNvPr id="1561" name="Google Shape;1561;p56">
              <a:extLst>
                <a:ext uri="{FF2B5EF4-FFF2-40B4-BE49-F238E27FC236}">
                  <a16:creationId xmlns:a16="http://schemas.microsoft.com/office/drawing/2014/main" id="{3787DE6D-2D6F-A5C1-F52C-B8CF2EB74D55}"/>
                </a:ext>
              </a:extLst>
            </p:cNvPr>
            <p:cNvPicPr preferRelativeResize="0"/>
            <p:nvPr/>
          </p:nvPicPr>
          <p:blipFill rotWithShape="1">
            <a:blip r:embed="rId14">
              <a:alphaModFix/>
            </a:blip>
            <a:srcRect/>
            <a:stretch/>
          </p:blipFill>
          <p:spPr>
            <a:xfrm>
              <a:off x="5524500" y="3046857"/>
              <a:ext cx="125984" cy="553593"/>
            </a:xfrm>
            <a:prstGeom prst="rect">
              <a:avLst/>
            </a:prstGeom>
            <a:noFill/>
            <a:ln>
              <a:noFill/>
            </a:ln>
          </p:spPr>
        </p:pic>
        <p:sp>
          <p:nvSpPr>
            <p:cNvPr id="1562" name="Google Shape;1562;p56">
              <a:extLst>
                <a:ext uri="{FF2B5EF4-FFF2-40B4-BE49-F238E27FC236}">
                  <a16:creationId xmlns:a16="http://schemas.microsoft.com/office/drawing/2014/main" id="{22558368-5056-6AF5-4A81-AFB4E15331DF}"/>
                </a:ext>
              </a:extLst>
            </p:cNvPr>
            <p:cNvSpPr/>
            <p:nvPr/>
          </p:nvSpPr>
          <p:spPr>
            <a:xfrm>
              <a:off x="5524500" y="3046857"/>
              <a:ext cx="126364" cy="553720"/>
            </a:xfrm>
            <a:custGeom>
              <a:avLst/>
              <a:gdLst/>
              <a:ahLst/>
              <a:cxnLst/>
              <a:rect l="l" t="t" r="r" b="b"/>
              <a:pathLst>
                <a:path w="126364" h="553720"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63" name="Google Shape;1563;p56">
              <a:extLst>
                <a:ext uri="{FF2B5EF4-FFF2-40B4-BE49-F238E27FC236}">
                  <a16:creationId xmlns:a16="http://schemas.microsoft.com/office/drawing/2014/main" id="{CBE33376-00AE-C411-EB4E-D334775D7534}"/>
                </a:ext>
              </a:extLst>
            </p:cNvPr>
            <p:cNvPicPr preferRelativeResize="0"/>
            <p:nvPr/>
          </p:nvPicPr>
          <p:blipFill rotWithShape="1">
            <a:blip r:embed="rId3">
              <a:alphaModFix/>
            </a:blip>
            <a:srcRect/>
            <a:stretch/>
          </p:blipFill>
          <p:spPr>
            <a:xfrm>
              <a:off x="5569965" y="3511245"/>
              <a:ext cx="457809" cy="259384"/>
            </a:xfrm>
            <a:prstGeom prst="rect">
              <a:avLst/>
            </a:prstGeom>
            <a:noFill/>
            <a:ln>
              <a:noFill/>
            </a:ln>
          </p:spPr>
        </p:pic>
      </p:grpSp>
      <p:sp>
        <p:nvSpPr>
          <p:cNvPr id="2" name="Google Shape;1176;p47">
            <a:extLst>
              <a:ext uri="{FF2B5EF4-FFF2-40B4-BE49-F238E27FC236}">
                <a16:creationId xmlns:a16="http://schemas.microsoft.com/office/drawing/2014/main" id="{8B914453-65A6-C84F-D3A5-76E4C40937E0}"/>
              </a:ext>
            </a:extLst>
          </p:cNvPr>
          <p:cNvSpPr txBox="1"/>
          <p:nvPr/>
        </p:nvSpPr>
        <p:spPr>
          <a:xfrm>
            <a:off x="640937" y="7002111"/>
            <a:ext cx="885896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dirty="0">
                <a:solidFill>
                  <a:srgbClr val="000000"/>
                </a:solidFill>
                <a:latin typeface="Palatino Linotype"/>
                <a:ea typeface="Palatino Linotype"/>
                <a:cs typeface="Palatino Linotype"/>
                <a:sym typeface="Palatino Linotype"/>
              </a:rPr>
              <a:t>Dense layers require a 1D vector, while convolutional layers output 3D matrices.</a:t>
            </a:r>
            <a:endParaRPr dirty="0"/>
          </a:p>
        </p:txBody>
      </p:sp>
    </p:spTree>
    <p:extLst>
      <p:ext uri="{BB962C8B-B14F-4D97-AF65-F5344CB8AC3E}">
        <p14:creationId xmlns:p14="http://schemas.microsoft.com/office/powerpoint/2010/main" val="127601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514">
          <a:extLst>
            <a:ext uri="{FF2B5EF4-FFF2-40B4-BE49-F238E27FC236}">
              <a16:creationId xmlns:a16="http://schemas.microsoft.com/office/drawing/2014/main" id="{319FC624-C113-67A4-35C0-38BE5A81C8E9}"/>
            </a:ext>
          </a:extLst>
        </p:cNvPr>
        <p:cNvGrpSpPr/>
        <p:nvPr/>
      </p:nvGrpSpPr>
      <p:grpSpPr>
        <a:xfrm>
          <a:off x="0" y="0"/>
          <a:ext cx="0" cy="0"/>
          <a:chOff x="0" y="0"/>
          <a:chExt cx="0" cy="0"/>
        </a:xfrm>
      </p:grpSpPr>
      <p:grpSp>
        <p:nvGrpSpPr>
          <p:cNvPr id="1515" name="Google Shape;1515;p56">
            <a:extLst>
              <a:ext uri="{FF2B5EF4-FFF2-40B4-BE49-F238E27FC236}">
                <a16:creationId xmlns:a16="http://schemas.microsoft.com/office/drawing/2014/main" id="{CA06B9C3-A1B3-BA6B-D37C-E86E008C8D55}"/>
              </a:ext>
            </a:extLst>
          </p:cNvPr>
          <p:cNvGrpSpPr/>
          <p:nvPr/>
        </p:nvGrpSpPr>
        <p:grpSpPr>
          <a:xfrm>
            <a:off x="4047382" y="3033712"/>
            <a:ext cx="1480199" cy="1735238"/>
            <a:chOff x="2845816" y="1275829"/>
            <a:chExt cx="1040765" cy="1220089"/>
          </a:xfrm>
        </p:grpSpPr>
        <p:sp>
          <p:nvSpPr>
            <p:cNvPr id="1516" name="Google Shape;1516;p56">
              <a:extLst>
                <a:ext uri="{FF2B5EF4-FFF2-40B4-BE49-F238E27FC236}">
                  <a16:creationId xmlns:a16="http://schemas.microsoft.com/office/drawing/2014/main" id="{F2D6CF75-4A10-FDF1-8180-7F56575BF18D}"/>
                </a:ext>
              </a:extLst>
            </p:cNvPr>
            <p:cNvSpPr/>
            <p:nvPr/>
          </p:nvSpPr>
          <p:spPr>
            <a:xfrm>
              <a:off x="2845816" y="127582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7" name="Google Shape;1517;p56">
              <a:extLst>
                <a:ext uri="{FF2B5EF4-FFF2-40B4-BE49-F238E27FC236}">
                  <a16:creationId xmlns:a16="http://schemas.microsoft.com/office/drawing/2014/main" id="{0B08FD2A-8039-2278-2772-1B65ACCC3A1A}"/>
                </a:ext>
              </a:extLst>
            </p:cNvPr>
            <p:cNvSpPr/>
            <p:nvPr/>
          </p:nvSpPr>
          <p:spPr>
            <a:xfrm>
              <a:off x="2845816" y="1275829"/>
              <a:ext cx="126364" cy="336550"/>
            </a:xfrm>
            <a:custGeom>
              <a:avLst/>
              <a:gdLst/>
              <a:ahLst/>
              <a:cxnLst/>
              <a:rect l="l" t="t" r="r" b="b"/>
              <a:pathLst>
                <a:path w="126364" h="336550" extrusionOk="0">
                  <a:moveTo>
                    <a:pt x="0" y="336550"/>
                  </a:moveTo>
                  <a:lnTo>
                    <a:pt x="125983" y="336550"/>
                  </a:lnTo>
                  <a:lnTo>
                    <a:pt x="125983" y="0"/>
                  </a:lnTo>
                  <a:lnTo>
                    <a:pt x="0" y="0"/>
                  </a:lnTo>
                  <a:lnTo>
                    <a:pt x="0" y="336550"/>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8" name="Google Shape;1518;p56">
              <a:extLst>
                <a:ext uri="{FF2B5EF4-FFF2-40B4-BE49-F238E27FC236}">
                  <a16:creationId xmlns:a16="http://schemas.microsoft.com/office/drawing/2014/main" id="{42FD5F84-A7B8-6678-5774-3FBDD72502DD}"/>
                </a:ext>
              </a:extLst>
            </p:cNvPr>
            <p:cNvSpPr/>
            <p:nvPr/>
          </p:nvSpPr>
          <p:spPr>
            <a:xfrm>
              <a:off x="2845816" y="127582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9" name="Google Shape;1519;p56">
              <a:extLst>
                <a:ext uri="{FF2B5EF4-FFF2-40B4-BE49-F238E27FC236}">
                  <a16:creationId xmlns:a16="http://schemas.microsoft.com/office/drawing/2014/main" id="{32696041-DC52-C38B-1969-0211F1818BA0}"/>
                </a:ext>
              </a:extLst>
            </p:cNvPr>
            <p:cNvSpPr/>
            <p:nvPr/>
          </p:nvSpPr>
          <p:spPr>
            <a:xfrm>
              <a:off x="2998216" y="1276083"/>
              <a:ext cx="126364" cy="336550"/>
            </a:xfrm>
            <a:custGeom>
              <a:avLst/>
              <a:gdLst/>
              <a:ahLst/>
              <a:cxnLst/>
              <a:rect l="l" t="t" r="r" b="b"/>
              <a:pathLst>
                <a:path w="126364" h="336550" extrusionOk="0">
                  <a:moveTo>
                    <a:pt x="0" y="336296"/>
                  </a:moveTo>
                  <a:lnTo>
                    <a:pt x="125983" y="336296"/>
                  </a:lnTo>
                  <a:lnTo>
                    <a:pt x="125983" y="0"/>
                  </a:lnTo>
                  <a:lnTo>
                    <a:pt x="0" y="0"/>
                  </a:lnTo>
                  <a:lnTo>
                    <a:pt x="0" y="336296"/>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0" name="Google Shape;1520;p56">
              <a:extLst>
                <a:ext uri="{FF2B5EF4-FFF2-40B4-BE49-F238E27FC236}">
                  <a16:creationId xmlns:a16="http://schemas.microsoft.com/office/drawing/2014/main" id="{2B9B6A05-1056-8395-CAC9-82DDB8D1F207}"/>
                </a:ext>
              </a:extLst>
            </p:cNvPr>
            <p:cNvSpPr/>
            <p:nvPr/>
          </p:nvSpPr>
          <p:spPr>
            <a:xfrm>
              <a:off x="2998216" y="127608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21" name="Google Shape;1521;p56">
              <a:extLst>
                <a:ext uri="{FF2B5EF4-FFF2-40B4-BE49-F238E27FC236}">
                  <a16:creationId xmlns:a16="http://schemas.microsoft.com/office/drawing/2014/main" id="{72C65E00-E55D-C4EE-F669-41C993932F2C}"/>
                </a:ext>
              </a:extLst>
            </p:cNvPr>
            <p:cNvPicPr preferRelativeResize="0"/>
            <p:nvPr/>
          </p:nvPicPr>
          <p:blipFill rotWithShape="1">
            <a:blip r:embed="rId3">
              <a:alphaModFix/>
            </a:blip>
            <a:srcRect/>
            <a:stretch/>
          </p:blipFill>
          <p:spPr>
            <a:xfrm>
              <a:off x="3321685" y="1659077"/>
              <a:ext cx="457809" cy="259384"/>
            </a:xfrm>
            <a:prstGeom prst="rect">
              <a:avLst/>
            </a:prstGeom>
            <a:noFill/>
            <a:ln>
              <a:noFill/>
            </a:ln>
          </p:spPr>
        </p:pic>
      </p:grpSp>
      <p:grpSp>
        <p:nvGrpSpPr>
          <p:cNvPr id="1522" name="Google Shape;1522;p56">
            <a:extLst>
              <a:ext uri="{FF2B5EF4-FFF2-40B4-BE49-F238E27FC236}">
                <a16:creationId xmlns:a16="http://schemas.microsoft.com/office/drawing/2014/main" id="{E78467ED-47A0-6146-A6B3-B444E07D76F0}"/>
              </a:ext>
            </a:extLst>
          </p:cNvPr>
          <p:cNvGrpSpPr/>
          <p:nvPr/>
        </p:nvGrpSpPr>
        <p:grpSpPr>
          <a:xfrm>
            <a:off x="780289" y="1764065"/>
            <a:ext cx="4075376" cy="707026"/>
            <a:chOff x="548640" y="383108"/>
            <a:chExt cx="2865499" cy="497128"/>
          </a:xfrm>
        </p:grpSpPr>
        <p:pic>
          <p:nvPicPr>
            <p:cNvPr id="1523" name="Google Shape;1523;p56">
              <a:extLst>
                <a:ext uri="{FF2B5EF4-FFF2-40B4-BE49-F238E27FC236}">
                  <a16:creationId xmlns:a16="http://schemas.microsoft.com/office/drawing/2014/main" id="{ED5E81B8-895C-87EF-CC28-966C6A61BFD3}"/>
                </a:ext>
              </a:extLst>
            </p:cNvPr>
            <p:cNvPicPr preferRelativeResize="0"/>
            <p:nvPr/>
          </p:nvPicPr>
          <p:blipFill rotWithShape="1">
            <a:blip r:embed="rId4">
              <a:alphaModFix/>
            </a:blip>
            <a:srcRect/>
            <a:stretch/>
          </p:blipFill>
          <p:spPr>
            <a:xfrm>
              <a:off x="548640" y="383108"/>
              <a:ext cx="377952" cy="497128"/>
            </a:xfrm>
            <a:prstGeom prst="rect">
              <a:avLst/>
            </a:prstGeom>
            <a:noFill/>
            <a:ln>
              <a:noFill/>
            </a:ln>
          </p:spPr>
        </p:pic>
        <p:pic>
          <p:nvPicPr>
            <p:cNvPr id="1524" name="Google Shape;1524;p56">
              <a:extLst>
                <a:ext uri="{FF2B5EF4-FFF2-40B4-BE49-F238E27FC236}">
                  <a16:creationId xmlns:a16="http://schemas.microsoft.com/office/drawing/2014/main" id="{DF22CD51-2CF1-96DA-6616-F9A08A7AE9BF}"/>
                </a:ext>
              </a:extLst>
            </p:cNvPr>
            <p:cNvPicPr preferRelativeResize="0"/>
            <p:nvPr/>
          </p:nvPicPr>
          <p:blipFill rotWithShape="1">
            <a:blip r:embed="rId5">
              <a:alphaModFix/>
            </a:blip>
            <a:srcRect/>
            <a:stretch/>
          </p:blipFill>
          <p:spPr>
            <a:xfrm>
              <a:off x="737616" y="462356"/>
              <a:ext cx="1037297" cy="396544"/>
            </a:xfrm>
            <a:prstGeom prst="rect">
              <a:avLst/>
            </a:prstGeom>
            <a:noFill/>
            <a:ln>
              <a:noFill/>
            </a:ln>
          </p:spPr>
        </p:pic>
        <p:pic>
          <p:nvPicPr>
            <p:cNvPr id="1525" name="Google Shape;1525;p56">
              <a:extLst>
                <a:ext uri="{FF2B5EF4-FFF2-40B4-BE49-F238E27FC236}">
                  <a16:creationId xmlns:a16="http://schemas.microsoft.com/office/drawing/2014/main" id="{7647FFC1-9AF4-0BD9-6D72-FD359D8100B0}"/>
                </a:ext>
              </a:extLst>
            </p:cNvPr>
            <p:cNvPicPr preferRelativeResize="0"/>
            <p:nvPr/>
          </p:nvPicPr>
          <p:blipFill rotWithShape="1">
            <a:blip r:embed="rId6">
              <a:alphaModFix/>
            </a:blip>
            <a:srcRect/>
            <a:stretch/>
          </p:blipFill>
          <p:spPr>
            <a:xfrm>
              <a:off x="1702562" y="383108"/>
              <a:ext cx="377951" cy="497128"/>
            </a:xfrm>
            <a:prstGeom prst="rect">
              <a:avLst/>
            </a:prstGeom>
            <a:noFill/>
            <a:ln>
              <a:noFill/>
            </a:ln>
          </p:spPr>
        </p:pic>
        <p:pic>
          <p:nvPicPr>
            <p:cNvPr id="1526" name="Google Shape;1526;p56">
              <a:extLst>
                <a:ext uri="{FF2B5EF4-FFF2-40B4-BE49-F238E27FC236}">
                  <a16:creationId xmlns:a16="http://schemas.microsoft.com/office/drawing/2014/main" id="{7A0B7B4D-D955-EA29-8355-F037AC16672C}"/>
                </a:ext>
              </a:extLst>
            </p:cNvPr>
            <p:cNvPicPr preferRelativeResize="0"/>
            <p:nvPr/>
          </p:nvPicPr>
          <p:blipFill rotWithShape="1">
            <a:blip r:embed="rId7">
              <a:alphaModFix/>
            </a:blip>
            <a:srcRect/>
            <a:stretch/>
          </p:blipFill>
          <p:spPr>
            <a:xfrm>
              <a:off x="1891537" y="462356"/>
              <a:ext cx="1522602" cy="396544"/>
            </a:xfrm>
            <a:prstGeom prst="rect">
              <a:avLst/>
            </a:prstGeom>
            <a:noFill/>
            <a:ln>
              <a:noFill/>
            </a:ln>
          </p:spPr>
        </p:pic>
      </p:grpSp>
      <p:grpSp>
        <p:nvGrpSpPr>
          <p:cNvPr id="1527" name="Google Shape;1527;p56">
            <a:extLst>
              <a:ext uri="{FF2B5EF4-FFF2-40B4-BE49-F238E27FC236}">
                <a16:creationId xmlns:a16="http://schemas.microsoft.com/office/drawing/2014/main" id="{F91E7804-6C62-BE68-260B-8600BC7FF86A}"/>
              </a:ext>
            </a:extLst>
          </p:cNvPr>
          <p:cNvGrpSpPr/>
          <p:nvPr/>
        </p:nvGrpSpPr>
        <p:grpSpPr>
          <a:xfrm>
            <a:off x="541867" y="3684694"/>
            <a:ext cx="1084510" cy="1405366"/>
            <a:chOff x="381000" y="1733550"/>
            <a:chExt cx="762546" cy="988148"/>
          </a:xfrm>
        </p:grpSpPr>
        <p:sp>
          <p:nvSpPr>
            <p:cNvPr id="1528" name="Google Shape;1528;p56">
              <a:extLst>
                <a:ext uri="{FF2B5EF4-FFF2-40B4-BE49-F238E27FC236}">
                  <a16:creationId xmlns:a16="http://schemas.microsoft.com/office/drawing/2014/main" id="{F938DCBE-6DB3-425A-C2CB-37A99FB7AB11}"/>
                </a:ext>
              </a:extLst>
            </p:cNvPr>
            <p:cNvSpPr/>
            <p:nvPr/>
          </p:nvSpPr>
          <p:spPr>
            <a:xfrm>
              <a:off x="381000" y="2110193"/>
              <a:ext cx="385445" cy="611505"/>
            </a:xfrm>
            <a:custGeom>
              <a:avLst/>
              <a:gdLst/>
              <a:ahLst/>
              <a:cxnLst/>
              <a:rect l="l" t="t" r="r" b="b"/>
              <a:pathLst>
                <a:path w="385445" h="611505" extrusionOk="0">
                  <a:moveTo>
                    <a:pt x="385356" y="0"/>
                  </a:moveTo>
                  <a:lnTo>
                    <a:pt x="0" y="0"/>
                  </a:lnTo>
                  <a:lnTo>
                    <a:pt x="0" y="611035"/>
                  </a:lnTo>
                  <a:lnTo>
                    <a:pt x="385356" y="611035"/>
                  </a:lnTo>
                  <a:lnTo>
                    <a:pt x="385356"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9" name="Google Shape;1529;p56">
              <a:extLst>
                <a:ext uri="{FF2B5EF4-FFF2-40B4-BE49-F238E27FC236}">
                  <a16:creationId xmlns:a16="http://schemas.microsoft.com/office/drawing/2014/main" id="{89A0D92E-A428-37D9-2D17-DA477CBCB255}"/>
                </a:ext>
              </a:extLst>
            </p:cNvPr>
            <p:cNvSpPr/>
            <p:nvPr/>
          </p:nvSpPr>
          <p:spPr>
            <a:xfrm>
              <a:off x="766356" y="1733550"/>
              <a:ext cx="377190" cy="988060"/>
            </a:xfrm>
            <a:custGeom>
              <a:avLst/>
              <a:gdLst/>
              <a:ahLst/>
              <a:cxnLst/>
              <a:rect l="l" t="t" r="r" b="b"/>
              <a:pathLst>
                <a:path w="377190" h="988060" extrusionOk="0">
                  <a:moveTo>
                    <a:pt x="376643" y="0"/>
                  </a:moveTo>
                  <a:lnTo>
                    <a:pt x="0" y="376681"/>
                  </a:lnTo>
                  <a:lnTo>
                    <a:pt x="0" y="987679"/>
                  </a:lnTo>
                  <a:lnTo>
                    <a:pt x="376643" y="610997"/>
                  </a:lnTo>
                  <a:lnTo>
                    <a:pt x="376643"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0" name="Google Shape;1530;p56">
              <a:extLst>
                <a:ext uri="{FF2B5EF4-FFF2-40B4-BE49-F238E27FC236}">
                  <a16:creationId xmlns:a16="http://schemas.microsoft.com/office/drawing/2014/main" id="{4FD41219-E52F-47AC-8287-33246454FFE1}"/>
                </a:ext>
              </a:extLst>
            </p:cNvPr>
            <p:cNvSpPr/>
            <p:nvPr/>
          </p:nvSpPr>
          <p:spPr>
            <a:xfrm>
              <a:off x="381000" y="1733550"/>
              <a:ext cx="762000" cy="377190"/>
            </a:xfrm>
            <a:custGeom>
              <a:avLst/>
              <a:gdLst/>
              <a:ahLst/>
              <a:cxnLst/>
              <a:rect l="l" t="t" r="r" b="b"/>
              <a:pathLst>
                <a:path w="762000" h="377189" extrusionOk="0">
                  <a:moveTo>
                    <a:pt x="762000" y="0"/>
                  </a:moveTo>
                  <a:lnTo>
                    <a:pt x="376643" y="0"/>
                  </a:lnTo>
                  <a:lnTo>
                    <a:pt x="0" y="376681"/>
                  </a:lnTo>
                  <a:lnTo>
                    <a:pt x="385356" y="376681"/>
                  </a:lnTo>
                  <a:lnTo>
                    <a:pt x="762000"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1" name="Google Shape;1531;p56">
              <a:extLst>
                <a:ext uri="{FF2B5EF4-FFF2-40B4-BE49-F238E27FC236}">
                  <a16:creationId xmlns:a16="http://schemas.microsoft.com/office/drawing/2014/main" id="{EE796B30-6732-C745-DC9B-F9B11DA23886}"/>
                </a:ext>
              </a:extLst>
            </p:cNvPr>
            <p:cNvSpPr/>
            <p:nvPr/>
          </p:nvSpPr>
          <p:spPr>
            <a:xfrm>
              <a:off x="381000" y="1733550"/>
              <a:ext cx="762000" cy="988060"/>
            </a:xfrm>
            <a:custGeom>
              <a:avLst/>
              <a:gdLst/>
              <a:ahLst/>
              <a:cxnLst/>
              <a:rect l="l" t="t" r="r" b="b"/>
              <a:pathLst>
                <a:path w="762000" h="988060" extrusionOk="0">
                  <a:moveTo>
                    <a:pt x="0" y="376681"/>
                  </a:moveTo>
                  <a:lnTo>
                    <a:pt x="376643" y="0"/>
                  </a:lnTo>
                  <a:lnTo>
                    <a:pt x="762000" y="0"/>
                  </a:lnTo>
                  <a:lnTo>
                    <a:pt x="762000" y="610997"/>
                  </a:lnTo>
                  <a:lnTo>
                    <a:pt x="385356" y="987679"/>
                  </a:lnTo>
                  <a:lnTo>
                    <a:pt x="0" y="987679"/>
                  </a:lnTo>
                  <a:lnTo>
                    <a:pt x="0" y="376681"/>
                  </a:lnTo>
                  <a:close/>
                </a:path>
                <a:path w="762000" h="988060" extrusionOk="0">
                  <a:moveTo>
                    <a:pt x="0" y="376681"/>
                  </a:moveTo>
                  <a:lnTo>
                    <a:pt x="385356" y="376681"/>
                  </a:lnTo>
                  <a:lnTo>
                    <a:pt x="762000" y="0"/>
                  </a:lnTo>
                </a:path>
                <a:path w="762000" h="988060" extrusionOk="0">
                  <a:moveTo>
                    <a:pt x="385356" y="376681"/>
                  </a:moveTo>
                  <a:lnTo>
                    <a:pt x="385356"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sp>
        <p:nvSpPr>
          <p:cNvPr id="1532" name="Google Shape;1532;p56">
            <a:extLst>
              <a:ext uri="{FF2B5EF4-FFF2-40B4-BE49-F238E27FC236}">
                <a16:creationId xmlns:a16="http://schemas.microsoft.com/office/drawing/2014/main" id="{75C89706-2A4E-4125-7366-F3EBBF6FAAB3}"/>
              </a:ext>
            </a:extLst>
          </p:cNvPr>
          <p:cNvSpPr/>
          <p:nvPr/>
        </p:nvSpPr>
        <p:spPr>
          <a:xfrm>
            <a:off x="4118187" y="3512362"/>
            <a:ext cx="37931" cy="1734876"/>
          </a:xfrm>
          <a:custGeom>
            <a:avLst/>
            <a:gdLst/>
            <a:ahLst/>
            <a:cxnLst/>
            <a:rect l="l" t="t" r="r" b="b"/>
            <a:pathLst>
              <a:path w="26669" h="1219835" extrusionOk="0">
                <a:moveTo>
                  <a:pt x="0" y="1219466"/>
                </a:moveTo>
                <a:lnTo>
                  <a:pt x="26416" y="1219466"/>
                </a:lnTo>
                <a:lnTo>
                  <a:pt x="26416"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33" name="Google Shape;1533;p56">
            <a:extLst>
              <a:ext uri="{FF2B5EF4-FFF2-40B4-BE49-F238E27FC236}">
                <a16:creationId xmlns:a16="http://schemas.microsoft.com/office/drawing/2014/main" id="{A5AB1ABB-FF29-07EC-9936-A350936C1C29}"/>
              </a:ext>
            </a:extLst>
          </p:cNvPr>
          <p:cNvGrpSpPr/>
          <p:nvPr/>
        </p:nvGrpSpPr>
        <p:grpSpPr>
          <a:xfrm>
            <a:off x="3939009" y="3512361"/>
            <a:ext cx="1480199" cy="1734876"/>
            <a:chOff x="2769616" y="1612379"/>
            <a:chExt cx="1040765" cy="1219835"/>
          </a:xfrm>
        </p:grpSpPr>
        <p:sp>
          <p:nvSpPr>
            <p:cNvPr id="1534" name="Google Shape;1534;p56">
              <a:extLst>
                <a:ext uri="{FF2B5EF4-FFF2-40B4-BE49-F238E27FC236}">
                  <a16:creationId xmlns:a16="http://schemas.microsoft.com/office/drawing/2014/main" id="{2CB2A0E7-DD92-40EE-1822-68D229792C54}"/>
                </a:ext>
              </a:extLst>
            </p:cNvPr>
            <p:cNvSpPr/>
            <p:nvPr/>
          </p:nvSpPr>
          <p:spPr>
            <a:xfrm>
              <a:off x="3048000" y="1612379"/>
              <a:ext cx="762000" cy="1219835"/>
            </a:xfrm>
            <a:custGeom>
              <a:avLst/>
              <a:gdLst/>
              <a:ahLst/>
              <a:cxnLst/>
              <a:rect l="l" t="t" r="r" b="b"/>
              <a:pathLst>
                <a:path w="762000" h="1219835" extrusionOk="0">
                  <a:moveTo>
                    <a:pt x="0" y="1219466"/>
                  </a:moveTo>
                  <a:lnTo>
                    <a:pt x="762000" y="1219466"/>
                  </a:lnTo>
                  <a:lnTo>
                    <a:pt x="762000"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5" name="Google Shape;1535;p56">
              <a:extLst>
                <a:ext uri="{FF2B5EF4-FFF2-40B4-BE49-F238E27FC236}">
                  <a16:creationId xmlns:a16="http://schemas.microsoft.com/office/drawing/2014/main" id="{2ABC09F1-5E8B-4541-E3E0-C33F9A1DA4BB}"/>
                </a:ext>
              </a:extLst>
            </p:cNvPr>
            <p:cNvSpPr/>
            <p:nvPr/>
          </p:nvSpPr>
          <p:spPr>
            <a:xfrm>
              <a:off x="2769616" y="161237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36" name="Google Shape;1536;p56">
            <a:extLst>
              <a:ext uri="{FF2B5EF4-FFF2-40B4-BE49-F238E27FC236}">
                <a16:creationId xmlns:a16="http://schemas.microsoft.com/office/drawing/2014/main" id="{ACD2C05B-4A0B-3583-D705-BB6B86A34686}"/>
              </a:ext>
            </a:extLst>
          </p:cNvPr>
          <p:cNvGrpSpPr/>
          <p:nvPr/>
        </p:nvGrpSpPr>
        <p:grpSpPr>
          <a:xfrm>
            <a:off x="624230" y="3684694"/>
            <a:ext cx="553155" cy="1405240"/>
            <a:chOff x="438912" y="1733550"/>
            <a:chExt cx="388937" cy="988060"/>
          </a:xfrm>
        </p:grpSpPr>
        <p:sp>
          <p:nvSpPr>
            <p:cNvPr id="1537" name="Google Shape;1537;p56">
              <a:extLst>
                <a:ext uri="{FF2B5EF4-FFF2-40B4-BE49-F238E27FC236}">
                  <a16:creationId xmlns:a16="http://schemas.microsoft.com/office/drawing/2014/main" id="{591AE157-E8DF-FE16-F668-3F5BBB6F0E7A}"/>
                </a:ext>
              </a:extLst>
            </p:cNvPr>
            <p:cNvSpPr/>
            <p:nvPr/>
          </p:nvSpPr>
          <p:spPr>
            <a:xfrm>
              <a:off x="438912" y="2110422"/>
              <a:ext cx="12065" cy="610870"/>
            </a:xfrm>
            <a:custGeom>
              <a:avLst/>
              <a:gdLst/>
              <a:ahLst/>
              <a:cxnLst/>
              <a:rect l="l" t="t" r="r" b="b"/>
              <a:pathLst>
                <a:path w="12065" h="610869" extrusionOk="0">
                  <a:moveTo>
                    <a:pt x="11751" y="0"/>
                  </a:moveTo>
                  <a:lnTo>
                    <a:pt x="0" y="0"/>
                  </a:lnTo>
                  <a:lnTo>
                    <a:pt x="0" y="610806"/>
                  </a:lnTo>
                  <a:lnTo>
                    <a:pt x="11751" y="610806"/>
                  </a:lnTo>
                  <a:lnTo>
                    <a:pt x="11751"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8" name="Google Shape;1538;p56">
              <a:extLst>
                <a:ext uri="{FF2B5EF4-FFF2-40B4-BE49-F238E27FC236}">
                  <a16:creationId xmlns:a16="http://schemas.microsoft.com/office/drawing/2014/main" id="{20625A94-B2F5-31DA-2709-725F859508AB}"/>
                </a:ext>
              </a:extLst>
            </p:cNvPr>
            <p:cNvSpPr/>
            <p:nvPr/>
          </p:nvSpPr>
          <p:spPr>
            <a:xfrm>
              <a:off x="450659" y="1733550"/>
              <a:ext cx="377190" cy="988060"/>
            </a:xfrm>
            <a:custGeom>
              <a:avLst/>
              <a:gdLst/>
              <a:ahLst/>
              <a:cxnLst/>
              <a:rect l="l" t="t" r="r" b="b"/>
              <a:pathLst>
                <a:path w="377190" h="988060" extrusionOk="0">
                  <a:moveTo>
                    <a:pt x="376872" y="0"/>
                  </a:moveTo>
                  <a:lnTo>
                    <a:pt x="0" y="376808"/>
                  </a:lnTo>
                  <a:lnTo>
                    <a:pt x="0" y="987679"/>
                  </a:lnTo>
                  <a:lnTo>
                    <a:pt x="376872" y="610743"/>
                  </a:lnTo>
                  <a:lnTo>
                    <a:pt x="376872"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9" name="Google Shape;1539;p56">
              <a:extLst>
                <a:ext uri="{FF2B5EF4-FFF2-40B4-BE49-F238E27FC236}">
                  <a16:creationId xmlns:a16="http://schemas.microsoft.com/office/drawing/2014/main" id="{016D11CD-0349-ACC1-C1CF-6E24AF7C0294}"/>
                </a:ext>
              </a:extLst>
            </p:cNvPr>
            <p:cNvSpPr/>
            <p:nvPr/>
          </p:nvSpPr>
          <p:spPr>
            <a:xfrm>
              <a:off x="438912" y="1733550"/>
              <a:ext cx="388620" cy="377190"/>
            </a:xfrm>
            <a:custGeom>
              <a:avLst/>
              <a:gdLst/>
              <a:ahLst/>
              <a:cxnLst/>
              <a:rect l="l" t="t" r="r" b="b"/>
              <a:pathLst>
                <a:path w="388619" h="377189" extrusionOk="0">
                  <a:moveTo>
                    <a:pt x="388619" y="0"/>
                  </a:moveTo>
                  <a:lnTo>
                    <a:pt x="376872" y="0"/>
                  </a:lnTo>
                  <a:lnTo>
                    <a:pt x="0" y="376808"/>
                  </a:lnTo>
                  <a:lnTo>
                    <a:pt x="11747" y="376808"/>
                  </a:lnTo>
                  <a:lnTo>
                    <a:pt x="388619"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0" name="Google Shape;1540;p56">
              <a:extLst>
                <a:ext uri="{FF2B5EF4-FFF2-40B4-BE49-F238E27FC236}">
                  <a16:creationId xmlns:a16="http://schemas.microsoft.com/office/drawing/2014/main" id="{D1CEA490-5616-52B7-53F6-B87436374225}"/>
                </a:ext>
              </a:extLst>
            </p:cNvPr>
            <p:cNvSpPr/>
            <p:nvPr/>
          </p:nvSpPr>
          <p:spPr>
            <a:xfrm>
              <a:off x="438912" y="1733550"/>
              <a:ext cx="388620" cy="988060"/>
            </a:xfrm>
            <a:custGeom>
              <a:avLst/>
              <a:gdLst/>
              <a:ahLst/>
              <a:cxnLst/>
              <a:rect l="l" t="t" r="r" b="b"/>
              <a:pathLst>
                <a:path w="388619" h="988060" extrusionOk="0">
                  <a:moveTo>
                    <a:pt x="0" y="376808"/>
                  </a:moveTo>
                  <a:lnTo>
                    <a:pt x="376872" y="0"/>
                  </a:lnTo>
                  <a:lnTo>
                    <a:pt x="388619" y="0"/>
                  </a:lnTo>
                  <a:lnTo>
                    <a:pt x="388619" y="610743"/>
                  </a:lnTo>
                  <a:lnTo>
                    <a:pt x="11747" y="987679"/>
                  </a:lnTo>
                  <a:lnTo>
                    <a:pt x="0" y="987679"/>
                  </a:lnTo>
                  <a:lnTo>
                    <a:pt x="0" y="376808"/>
                  </a:lnTo>
                  <a:close/>
                </a:path>
                <a:path w="388619" h="988060" extrusionOk="0">
                  <a:moveTo>
                    <a:pt x="0" y="376808"/>
                  </a:moveTo>
                  <a:lnTo>
                    <a:pt x="11747" y="376808"/>
                  </a:lnTo>
                  <a:lnTo>
                    <a:pt x="388619" y="0"/>
                  </a:lnTo>
                </a:path>
                <a:path w="388619" h="988060" extrusionOk="0">
                  <a:moveTo>
                    <a:pt x="11747" y="376808"/>
                  </a:moveTo>
                  <a:lnTo>
                    <a:pt x="11747"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41" name="Google Shape;1541;p56">
            <a:extLst>
              <a:ext uri="{FF2B5EF4-FFF2-40B4-BE49-F238E27FC236}">
                <a16:creationId xmlns:a16="http://schemas.microsoft.com/office/drawing/2014/main" id="{8D9FE760-1DD9-8187-5605-ECA0EF654796}"/>
              </a:ext>
            </a:extLst>
          </p:cNvPr>
          <p:cNvGrpSpPr/>
          <p:nvPr/>
        </p:nvGrpSpPr>
        <p:grpSpPr>
          <a:xfrm>
            <a:off x="3939009" y="3512361"/>
            <a:ext cx="396464" cy="1735238"/>
            <a:chOff x="2769616" y="1612379"/>
            <a:chExt cx="278764" cy="1220089"/>
          </a:xfrm>
        </p:grpSpPr>
        <p:pic>
          <p:nvPicPr>
            <p:cNvPr id="1542" name="Google Shape;1542;p56">
              <a:extLst>
                <a:ext uri="{FF2B5EF4-FFF2-40B4-BE49-F238E27FC236}">
                  <a16:creationId xmlns:a16="http://schemas.microsoft.com/office/drawing/2014/main" id="{AF4A814E-AC2E-B823-5C45-508CBAAD9EED}"/>
                </a:ext>
              </a:extLst>
            </p:cNvPr>
            <p:cNvPicPr preferRelativeResize="0"/>
            <p:nvPr/>
          </p:nvPicPr>
          <p:blipFill rotWithShape="1">
            <a:blip r:embed="rId8">
              <a:alphaModFix/>
            </a:blip>
            <a:srcRect/>
            <a:stretch/>
          </p:blipFill>
          <p:spPr>
            <a:xfrm>
              <a:off x="2769616" y="1612379"/>
              <a:ext cx="125983" cy="1219466"/>
            </a:xfrm>
            <a:prstGeom prst="rect">
              <a:avLst/>
            </a:prstGeom>
            <a:noFill/>
            <a:ln>
              <a:noFill/>
            </a:ln>
          </p:spPr>
        </p:pic>
        <p:sp>
          <p:nvSpPr>
            <p:cNvPr id="1543" name="Google Shape;1543;p56">
              <a:extLst>
                <a:ext uri="{FF2B5EF4-FFF2-40B4-BE49-F238E27FC236}">
                  <a16:creationId xmlns:a16="http://schemas.microsoft.com/office/drawing/2014/main" id="{9829224C-CE0C-564B-862F-76912F13AF71}"/>
                </a:ext>
              </a:extLst>
            </p:cNvPr>
            <p:cNvSpPr/>
            <p:nvPr/>
          </p:nvSpPr>
          <p:spPr>
            <a:xfrm>
              <a:off x="2769616" y="161237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4" name="Google Shape;1544;p56">
              <a:extLst>
                <a:ext uri="{FF2B5EF4-FFF2-40B4-BE49-F238E27FC236}">
                  <a16:creationId xmlns:a16="http://schemas.microsoft.com/office/drawing/2014/main" id="{D6A9E9B7-DDB8-C6F4-749A-0A42EB7F1FA5}"/>
                </a:ext>
              </a:extLst>
            </p:cNvPr>
            <p:cNvPicPr preferRelativeResize="0"/>
            <p:nvPr/>
          </p:nvPicPr>
          <p:blipFill rotWithShape="1">
            <a:blip r:embed="rId9">
              <a:alphaModFix/>
            </a:blip>
            <a:srcRect/>
            <a:stretch/>
          </p:blipFill>
          <p:spPr>
            <a:xfrm>
              <a:off x="2922016" y="1612633"/>
              <a:ext cx="125983" cy="1219466"/>
            </a:xfrm>
            <a:prstGeom prst="rect">
              <a:avLst/>
            </a:prstGeom>
            <a:noFill/>
            <a:ln>
              <a:noFill/>
            </a:ln>
          </p:spPr>
        </p:pic>
        <p:sp>
          <p:nvSpPr>
            <p:cNvPr id="1545" name="Google Shape;1545;p56">
              <a:extLst>
                <a:ext uri="{FF2B5EF4-FFF2-40B4-BE49-F238E27FC236}">
                  <a16:creationId xmlns:a16="http://schemas.microsoft.com/office/drawing/2014/main" id="{8A8337BD-6053-49FF-7B4D-76322D2246B0}"/>
                </a:ext>
              </a:extLst>
            </p:cNvPr>
            <p:cNvSpPr/>
            <p:nvPr/>
          </p:nvSpPr>
          <p:spPr>
            <a:xfrm>
              <a:off x="2922016" y="161263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46" name="Google Shape;1546;p56">
            <a:extLst>
              <a:ext uri="{FF2B5EF4-FFF2-40B4-BE49-F238E27FC236}">
                <a16:creationId xmlns:a16="http://schemas.microsoft.com/office/drawing/2014/main" id="{F146176D-70A3-9AFB-5295-ED0BDFB3FE61}"/>
              </a:ext>
            </a:extLst>
          </p:cNvPr>
          <p:cNvPicPr preferRelativeResize="0"/>
          <p:nvPr/>
        </p:nvPicPr>
        <p:blipFill rotWithShape="1">
          <a:blip r:embed="rId3">
            <a:alphaModFix/>
          </a:blip>
          <a:srcRect/>
          <a:stretch/>
        </p:blipFill>
        <p:spPr>
          <a:xfrm>
            <a:off x="4615802" y="4057677"/>
            <a:ext cx="651106" cy="368469"/>
          </a:xfrm>
          <a:prstGeom prst="rect">
            <a:avLst/>
          </a:prstGeom>
          <a:noFill/>
          <a:ln>
            <a:noFill/>
          </a:ln>
        </p:spPr>
      </p:pic>
      <p:sp>
        <p:nvSpPr>
          <p:cNvPr id="1547" name="Google Shape;1547;p56">
            <a:extLst>
              <a:ext uri="{FF2B5EF4-FFF2-40B4-BE49-F238E27FC236}">
                <a16:creationId xmlns:a16="http://schemas.microsoft.com/office/drawing/2014/main" id="{02E229DC-965F-79A7-93FF-7865F0ABD59F}"/>
              </a:ext>
            </a:extLst>
          </p:cNvPr>
          <p:cNvSpPr/>
          <p:nvPr/>
        </p:nvSpPr>
        <p:spPr>
          <a:xfrm>
            <a:off x="6044342" y="4325722"/>
            <a:ext cx="866987" cy="108373"/>
          </a:xfrm>
          <a:custGeom>
            <a:avLst/>
            <a:gdLst/>
            <a:ahLst/>
            <a:cxnLst/>
            <a:rect l="l" t="t" r="r" b="b"/>
            <a:pathLst>
              <a:path w="609600" h="76200" extrusionOk="0">
                <a:moveTo>
                  <a:pt x="558800" y="38100"/>
                </a:moveTo>
                <a:lnTo>
                  <a:pt x="533400" y="76200"/>
                </a:lnTo>
                <a:lnTo>
                  <a:pt x="600201" y="42799"/>
                </a:lnTo>
                <a:lnTo>
                  <a:pt x="558800" y="42799"/>
                </a:lnTo>
                <a:lnTo>
                  <a:pt x="558800" y="38100"/>
                </a:lnTo>
                <a:close/>
              </a:path>
              <a:path w="609600" h="76200" extrusionOk="0">
                <a:moveTo>
                  <a:pt x="555582" y="33274"/>
                </a:moveTo>
                <a:lnTo>
                  <a:pt x="0" y="33274"/>
                </a:lnTo>
                <a:lnTo>
                  <a:pt x="0" y="42799"/>
                </a:lnTo>
                <a:lnTo>
                  <a:pt x="555667" y="42799"/>
                </a:lnTo>
                <a:lnTo>
                  <a:pt x="558800" y="38100"/>
                </a:lnTo>
                <a:lnTo>
                  <a:pt x="555582" y="33274"/>
                </a:lnTo>
                <a:close/>
              </a:path>
              <a:path w="609600" h="76200" extrusionOk="0">
                <a:moveTo>
                  <a:pt x="599948" y="33274"/>
                </a:moveTo>
                <a:lnTo>
                  <a:pt x="558800" y="33274"/>
                </a:lnTo>
                <a:lnTo>
                  <a:pt x="558800" y="42799"/>
                </a:lnTo>
                <a:lnTo>
                  <a:pt x="600201" y="42799"/>
                </a:lnTo>
                <a:lnTo>
                  <a:pt x="609600" y="38100"/>
                </a:lnTo>
                <a:lnTo>
                  <a:pt x="599948" y="33274"/>
                </a:lnTo>
                <a:close/>
              </a:path>
              <a:path w="609600" h="76200" extrusionOk="0">
                <a:moveTo>
                  <a:pt x="533400" y="0"/>
                </a:moveTo>
                <a:lnTo>
                  <a:pt x="558800" y="38100"/>
                </a:lnTo>
                <a:lnTo>
                  <a:pt x="558800" y="33274"/>
                </a:lnTo>
                <a:lnTo>
                  <a:pt x="599948" y="33274"/>
                </a:lnTo>
                <a:lnTo>
                  <a:pt x="53340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8" name="Google Shape;1548;p56">
            <a:extLst>
              <a:ext uri="{FF2B5EF4-FFF2-40B4-BE49-F238E27FC236}">
                <a16:creationId xmlns:a16="http://schemas.microsoft.com/office/drawing/2014/main" id="{25118442-44CB-9502-15B5-039D3E75883E}"/>
              </a:ext>
            </a:extLst>
          </p:cNvPr>
          <p:cNvSpPr/>
          <p:nvPr/>
        </p:nvSpPr>
        <p:spPr>
          <a:xfrm>
            <a:off x="7586134" y="2709333"/>
            <a:ext cx="108373" cy="3576320"/>
          </a:xfrm>
          <a:custGeom>
            <a:avLst/>
            <a:gdLst/>
            <a:ahLst/>
            <a:cxnLst/>
            <a:rect l="l" t="t" r="r" b="b"/>
            <a:pathLst>
              <a:path w="76200" h="2514600" extrusionOk="0">
                <a:moveTo>
                  <a:pt x="76200" y="2514600"/>
                </a:moveTo>
                <a:lnTo>
                  <a:pt x="46559" y="2514107"/>
                </a:lnTo>
                <a:lnTo>
                  <a:pt x="22336" y="2512758"/>
                </a:lnTo>
                <a:lnTo>
                  <a:pt x="5994" y="2510742"/>
                </a:lnTo>
                <a:lnTo>
                  <a:pt x="0" y="2508250"/>
                </a:lnTo>
                <a:lnTo>
                  <a:pt x="0" y="6350"/>
                </a:lnTo>
                <a:lnTo>
                  <a:pt x="5994" y="3857"/>
                </a:lnTo>
                <a:lnTo>
                  <a:pt x="22336" y="1841"/>
                </a:lnTo>
                <a:lnTo>
                  <a:pt x="46559" y="492"/>
                </a:lnTo>
                <a:lnTo>
                  <a:pt x="762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9" name="Google Shape;1549;p56">
            <a:extLst>
              <a:ext uri="{FF2B5EF4-FFF2-40B4-BE49-F238E27FC236}">
                <a16:creationId xmlns:a16="http://schemas.microsoft.com/office/drawing/2014/main" id="{418572B1-88AC-52F6-AD35-43AA9B331E4A}"/>
              </a:ext>
            </a:extLst>
          </p:cNvPr>
          <p:cNvPicPr preferRelativeResize="0"/>
          <p:nvPr/>
        </p:nvPicPr>
        <p:blipFill rotWithShape="1">
          <a:blip r:embed="rId10">
            <a:alphaModFix/>
          </a:blip>
          <a:srcRect/>
          <a:stretch/>
        </p:blipFill>
        <p:spPr>
          <a:xfrm>
            <a:off x="5975705" y="5224317"/>
            <a:ext cx="1151646" cy="368469"/>
          </a:xfrm>
          <a:prstGeom prst="rect">
            <a:avLst/>
          </a:prstGeom>
          <a:noFill/>
          <a:ln>
            <a:noFill/>
          </a:ln>
        </p:spPr>
      </p:pic>
      <p:sp>
        <p:nvSpPr>
          <p:cNvPr id="1550" name="Google Shape;1550;p56">
            <a:extLst>
              <a:ext uri="{FF2B5EF4-FFF2-40B4-BE49-F238E27FC236}">
                <a16:creationId xmlns:a16="http://schemas.microsoft.com/office/drawing/2014/main" id="{ED339909-062F-BF07-6262-84C672C08425}"/>
              </a:ext>
            </a:extLst>
          </p:cNvPr>
          <p:cNvSpPr/>
          <p:nvPr/>
        </p:nvSpPr>
        <p:spPr>
          <a:xfrm>
            <a:off x="8236374" y="2710778"/>
            <a:ext cx="108373" cy="3576320"/>
          </a:xfrm>
          <a:custGeom>
            <a:avLst/>
            <a:gdLst/>
            <a:ahLst/>
            <a:cxnLst/>
            <a:rect l="l" t="t" r="r" b="b"/>
            <a:pathLst>
              <a:path w="76200" h="2514600" extrusionOk="0">
                <a:moveTo>
                  <a:pt x="0" y="2514600"/>
                </a:moveTo>
                <a:lnTo>
                  <a:pt x="29640" y="2514090"/>
                </a:lnTo>
                <a:lnTo>
                  <a:pt x="53863" y="2512710"/>
                </a:lnTo>
                <a:lnTo>
                  <a:pt x="70205" y="2510688"/>
                </a:lnTo>
                <a:lnTo>
                  <a:pt x="76200" y="2508250"/>
                </a:lnTo>
                <a:lnTo>
                  <a:pt x="76200" y="6350"/>
                </a:lnTo>
                <a:lnTo>
                  <a:pt x="70205" y="3857"/>
                </a:lnTo>
                <a:lnTo>
                  <a:pt x="53863" y="1841"/>
                </a:lnTo>
                <a:lnTo>
                  <a:pt x="29640" y="492"/>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51" name="Google Shape;1551;p56">
            <a:extLst>
              <a:ext uri="{FF2B5EF4-FFF2-40B4-BE49-F238E27FC236}">
                <a16:creationId xmlns:a16="http://schemas.microsoft.com/office/drawing/2014/main" id="{ACBEF660-D5A8-5B71-E8D8-ED601E057E3B}"/>
              </a:ext>
            </a:extLst>
          </p:cNvPr>
          <p:cNvGrpSpPr/>
          <p:nvPr/>
        </p:nvGrpSpPr>
        <p:grpSpPr>
          <a:xfrm>
            <a:off x="7851286" y="2725408"/>
            <a:ext cx="180079" cy="1574845"/>
            <a:chOff x="5520435" y="1059052"/>
            <a:chExt cx="126618" cy="1107313"/>
          </a:xfrm>
        </p:grpSpPr>
        <p:pic>
          <p:nvPicPr>
            <p:cNvPr id="1552" name="Google Shape;1552;p56">
              <a:extLst>
                <a:ext uri="{FF2B5EF4-FFF2-40B4-BE49-F238E27FC236}">
                  <a16:creationId xmlns:a16="http://schemas.microsoft.com/office/drawing/2014/main" id="{102F396D-633F-F487-AF8D-AB7AF10BE1F8}"/>
                </a:ext>
              </a:extLst>
            </p:cNvPr>
            <p:cNvPicPr preferRelativeResize="0"/>
            <p:nvPr/>
          </p:nvPicPr>
          <p:blipFill rotWithShape="1">
            <a:blip r:embed="rId11">
              <a:alphaModFix/>
            </a:blip>
            <a:srcRect/>
            <a:stretch/>
          </p:blipFill>
          <p:spPr>
            <a:xfrm>
              <a:off x="5520689" y="1059052"/>
              <a:ext cx="125984" cy="553593"/>
            </a:xfrm>
            <a:prstGeom prst="rect">
              <a:avLst/>
            </a:prstGeom>
            <a:noFill/>
            <a:ln>
              <a:noFill/>
            </a:ln>
          </p:spPr>
        </p:pic>
        <p:sp>
          <p:nvSpPr>
            <p:cNvPr id="1553" name="Google Shape;1553;p56">
              <a:extLst>
                <a:ext uri="{FF2B5EF4-FFF2-40B4-BE49-F238E27FC236}">
                  <a16:creationId xmlns:a16="http://schemas.microsoft.com/office/drawing/2014/main" id="{259EE3EF-AC50-964C-E8ED-B6F7D348B19D}"/>
                </a:ext>
              </a:extLst>
            </p:cNvPr>
            <p:cNvSpPr/>
            <p:nvPr/>
          </p:nvSpPr>
          <p:spPr>
            <a:xfrm>
              <a:off x="5520689" y="1059052"/>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54" name="Google Shape;1554;p56">
              <a:extLst>
                <a:ext uri="{FF2B5EF4-FFF2-40B4-BE49-F238E27FC236}">
                  <a16:creationId xmlns:a16="http://schemas.microsoft.com/office/drawing/2014/main" id="{7B6509C4-51F1-8F46-89BA-1111D4AC3428}"/>
                </a:ext>
              </a:extLst>
            </p:cNvPr>
            <p:cNvPicPr preferRelativeResize="0"/>
            <p:nvPr/>
          </p:nvPicPr>
          <p:blipFill rotWithShape="1">
            <a:blip r:embed="rId12">
              <a:alphaModFix/>
            </a:blip>
            <a:srcRect/>
            <a:stretch/>
          </p:blipFill>
          <p:spPr>
            <a:xfrm>
              <a:off x="5520435" y="1612645"/>
              <a:ext cx="125984" cy="553592"/>
            </a:xfrm>
            <a:prstGeom prst="rect">
              <a:avLst/>
            </a:prstGeom>
            <a:noFill/>
            <a:ln>
              <a:noFill/>
            </a:ln>
          </p:spPr>
        </p:pic>
        <p:sp>
          <p:nvSpPr>
            <p:cNvPr id="1555" name="Google Shape;1555;p56">
              <a:extLst>
                <a:ext uri="{FF2B5EF4-FFF2-40B4-BE49-F238E27FC236}">
                  <a16:creationId xmlns:a16="http://schemas.microsoft.com/office/drawing/2014/main" id="{90A7799A-5968-114E-C143-CF4D2229A292}"/>
                </a:ext>
              </a:extLst>
            </p:cNvPr>
            <p:cNvSpPr/>
            <p:nvPr/>
          </p:nvSpPr>
          <p:spPr>
            <a:xfrm>
              <a:off x="5520435" y="1612645"/>
              <a:ext cx="126364" cy="553720"/>
            </a:xfrm>
            <a:custGeom>
              <a:avLst/>
              <a:gdLst/>
              <a:ahLst/>
              <a:cxnLst/>
              <a:rect l="l" t="t" r="r" b="b"/>
              <a:pathLst>
                <a:path w="126364" h="553719" extrusionOk="0">
                  <a:moveTo>
                    <a:pt x="0" y="553592"/>
                  </a:moveTo>
                  <a:lnTo>
                    <a:pt x="125984" y="553592"/>
                  </a:lnTo>
                  <a:lnTo>
                    <a:pt x="125984" y="0"/>
                  </a:lnTo>
                  <a:lnTo>
                    <a:pt x="0" y="0"/>
                  </a:lnTo>
                  <a:lnTo>
                    <a:pt x="0" y="553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56" name="Google Shape;1556;p56">
            <a:extLst>
              <a:ext uri="{FF2B5EF4-FFF2-40B4-BE49-F238E27FC236}">
                <a16:creationId xmlns:a16="http://schemas.microsoft.com/office/drawing/2014/main" id="{A1639A92-785C-B14A-D620-F988FFA86518}"/>
              </a:ext>
            </a:extLst>
          </p:cNvPr>
          <p:cNvGrpSpPr/>
          <p:nvPr/>
        </p:nvGrpSpPr>
        <p:grpSpPr>
          <a:xfrm>
            <a:off x="7857067" y="4761383"/>
            <a:ext cx="179717" cy="787512"/>
            <a:chOff x="5524500" y="2490597"/>
            <a:chExt cx="126364" cy="553720"/>
          </a:xfrm>
        </p:grpSpPr>
        <p:pic>
          <p:nvPicPr>
            <p:cNvPr id="1557" name="Google Shape;1557;p56">
              <a:extLst>
                <a:ext uri="{FF2B5EF4-FFF2-40B4-BE49-F238E27FC236}">
                  <a16:creationId xmlns:a16="http://schemas.microsoft.com/office/drawing/2014/main" id="{2C7269CD-0597-E8DD-CA96-C17A30F57510}"/>
                </a:ext>
              </a:extLst>
            </p:cNvPr>
            <p:cNvPicPr preferRelativeResize="0"/>
            <p:nvPr/>
          </p:nvPicPr>
          <p:blipFill rotWithShape="1">
            <a:blip r:embed="rId13">
              <a:alphaModFix/>
            </a:blip>
            <a:srcRect/>
            <a:stretch/>
          </p:blipFill>
          <p:spPr>
            <a:xfrm>
              <a:off x="5524500" y="2490597"/>
              <a:ext cx="125984" cy="553593"/>
            </a:xfrm>
            <a:prstGeom prst="rect">
              <a:avLst/>
            </a:prstGeom>
            <a:noFill/>
            <a:ln>
              <a:noFill/>
            </a:ln>
          </p:spPr>
        </p:pic>
        <p:sp>
          <p:nvSpPr>
            <p:cNvPr id="1558" name="Google Shape;1558;p56">
              <a:extLst>
                <a:ext uri="{FF2B5EF4-FFF2-40B4-BE49-F238E27FC236}">
                  <a16:creationId xmlns:a16="http://schemas.microsoft.com/office/drawing/2014/main" id="{600DF59A-36D1-32EB-125E-7953344D24FF}"/>
                </a:ext>
              </a:extLst>
            </p:cNvPr>
            <p:cNvSpPr/>
            <p:nvPr/>
          </p:nvSpPr>
          <p:spPr>
            <a:xfrm>
              <a:off x="5524500" y="2490597"/>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59" name="Google Shape;1559;p56">
            <a:extLst>
              <a:ext uri="{FF2B5EF4-FFF2-40B4-BE49-F238E27FC236}">
                <a16:creationId xmlns:a16="http://schemas.microsoft.com/office/drawing/2014/main" id="{47FDA2F6-CF69-4441-023F-58EBB16E1442}"/>
              </a:ext>
            </a:extLst>
          </p:cNvPr>
          <p:cNvPicPr preferRelativeResize="0"/>
          <p:nvPr/>
        </p:nvPicPr>
        <p:blipFill rotWithShape="1">
          <a:blip r:embed="rId3">
            <a:alphaModFix/>
          </a:blip>
          <a:srcRect/>
          <a:stretch/>
        </p:blipFill>
        <p:spPr>
          <a:xfrm>
            <a:off x="7927690" y="4075559"/>
            <a:ext cx="650240" cy="368469"/>
          </a:xfrm>
          <a:prstGeom prst="rect">
            <a:avLst/>
          </a:prstGeom>
          <a:noFill/>
          <a:ln>
            <a:noFill/>
          </a:ln>
        </p:spPr>
      </p:pic>
      <p:grpSp>
        <p:nvGrpSpPr>
          <p:cNvPr id="1560" name="Google Shape;1560;p56">
            <a:extLst>
              <a:ext uri="{FF2B5EF4-FFF2-40B4-BE49-F238E27FC236}">
                <a16:creationId xmlns:a16="http://schemas.microsoft.com/office/drawing/2014/main" id="{3923A8D9-ACCD-4B97-5486-2BA3CE51C672}"/>
              </a:ext>
            </a:extLst>
          </p:cNvPr>
          <p:cNvGrpSpPr/>
          <p:nvPr/>
        </p:nvGrpSpPr>
        <p:grpSpPr>
          <a:xfrm>
            <a:off x="7857067" y="5552508"/>
            <a:ext cx="715767" cy="1029365"/>
            <a:chOff x="5524500" y="3046857"/>
            <a:chExt cx="503274" cy="723772"/>
          </a:xfrm>
        </p:grpSpPr>
        <p:pic>
          <p:nvPicPr>
            <p:cNvPr id="1561" name="Google Shape;1561;p56">
              <a:extLst>
                <a:ext uri="{FF2B5EF4-FFF2-40B4-BE49-F238E27FC236}">
                  <a16:creationId xmlns:a16="http://schemas.microsoft.com/office/drawing/2014/main" id="{C551B202-0EB4-181C-4EB8-17303F7DEE6E}"/>
                </a:ext>
              </a:extLst>
            </p:cNvPr>
            <p:cNvPicPr preferRelativeResize="0"/>
            <p:nvPr/>
          </p:nvPicPr>
          <p:blipFill rotWithShape="1">
            <a:blip r:embed="rId14">
              <a:alphaModFix/>
            </a:blip>
            <a:srcRect/>
            <a:stretch/>
          </p:blipFill>
          <p:spPr>
            <a:xfrm>
              <a:off x="5524500" y="3046857"/>
              <a:ext cx="125984" cy="553593"/>
            </a:xfrm>
            <a:prstGeom prst="rect">
              <a:avLst/>
            </a:prstGeom>
            <a:noFill/>
            <a:ln>
              <a:noFill/>
            </a:ln>
          </p:spPr>
        </p:pic>
        <p:sp>
          <p:nvSpPr>
            <p:cNvPr id="1562" name="Google Shape;1562;p56">
              <a:extLst>
                <a:ext uri="{FF2B5EF4-FFF2-40B4-BE49-F238E27FC236}">
                  <a16:creationId xmlns:a16="http://schemas.microsoft.com/office/drawing/2014/main" id="{832CB1B3-7207-FC8E-0C25-150343088BA8}"/>
                </a:ext>
              </a:extLst>
            </p:cNvPr>
            <p:cNvSpPr/>
            <p:nvPr/>
          </p:nvSpPr>
          <p:spPr>
            <a:xfrm>
              <a:off x="5524500" y="3046857"/>
              <a:ext cx="126364" cy="553720"/>
            </a:xfrm>
            <a:custGeom>
              <a:avLst/>
              <a:gdLst/>
              <a:ahLst/>
              <a:cxnLst/>
              <a:rect l="l" t="t" r="r" b="b"/>
              <a:pathLst>
                <a:path w="126364" h="553720"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63" name="Google Shape;1563;p56">
              <a:extLst>
                <a:ext uri="{FF2B5EF4-FFF2-40B4-BE49-F238E27FC236}">
                  <a16:creationId xmlns:a16="http://schemas.microsoft.com/office/drawing/2014/main" id="{FD30DCB1-EF47-16E0-7E23-BAB64392FE8B}"/>
                </a:ext>
              </a:extLst>
            </p:cNvPr>
            <p:cNvPicPr preferRelativeResize="0"/>
            <p:nvPr/>
          </p:nvPicPr>
          <p:blipFill rotWithShape="1">
            <a:blip r:embed="rId3">
              <a:alphaModFix/>
            </a:blip>
            <a:srcRect/>
            <a:stretch/>
          </p:blipFill>
          <p:spPr>
            <a:xfrm>
              <a:off x="5569965" y="3511245"/>
              <a:ext cx="457809" cy="259384"/>
            </a:xfrm>
            <a:prstGeom prst="rect">
              <a:avLst/>
            </a:prstGeom>
            <a:noFill/>
            <a:ln>
              <a:noFill/>
            </a:ln>
          </p:spPr>
        </p:pic>
      </p:grpSp>
      <p:sp>
        <p:nvSpPr>
          <p:cNvPr id="2" name="Google Shape;1176;p47">
            <a:extLst>
              <a:ext uri="{FF2B5EF4-FFF2-40B4-BE49-F238E27FC236}">
                <a16:creationId xmlns:a16="http://schemas.microsoft.com/office/drawing/2014/main" id="{AB169E42-91DB-D7F4-CBA4-3DD645EBA02E}"/>
              </a:ext>
            </a:extLst>
          </p:cNvPr>
          <p:cNvSpPr txBox="1"/>
          <p:nvPr/>
        </p:nvSpPr>
        <p:spPr>
          <a:xfrm>
            <a:off x="640937" y="7002111"/>
            <a:ext cx="8858960" cy="1200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dirty="0">
                <a:solidFill>
                  <a:srgbClr val="000000"/>
                </a:solidFill>
                <a:latin typeface="Palatino Linotype"/>
                <a:ea typeface="Palatino Linotype"/>
                <a:cs typeface="Palatino Linotype"/>
                <a:sym typeface="Palatino Linotype"/>
              </a:rPr>
              <a:t>Take the 3D+ matrices and “flatten” them—lay them sequentially.</a:t>
            </a:r>
            <a:endParaRPr dirty="0"/>
          </a:p>
        </p:txBody>
      </p:sp>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B2B00CD6-2D5A-ECCD-E93D-18BE07A565C9}"/>
                  </a:ext>
                </a:extLst>
              </p14:cNvPr>
              <p14:cNvContentPartPr/>
              <p14:nvPr/>
            </p14:nvContentPartPr>
            <p14:xfrm>
              <a:off x="4084002" y="2742451"/>
              <a:ext cx="3301920" cy="732240"/>
            </p14:xfrm>
          </p:contentPart>
        </mc:Choice>
        <mc:Fallback>
          <p:pic>
            <p:nvPicPr>
              <p:cNvPr id="8" name="Ink 7">
                <a:extLst>
                  <a:ext uri="{FF2B5EF4-FFF2-40B4-BE49-F238E27FC236}">
                    <a16:creationId xmlns:a16="http://schemas.microsoft.com/office/drawing/2014/main" id="{B2B00CD6-2D5A-ECCD-E93D-18BE07A565C9}"/>
                  </a:ext>
                </a:extLst>
              </p:cNvPr>
              <p:cNvPicPr/>
              <p:nvPr/>
            </p:nvPicPr>
            <p:blipFill>
              <a:blip r:embed="rId16"/>
              <a:stretch>
                <a:fillRect/>
              </a:stretch>
            </p:blipFill>
            <p:spPr>
              <a:xfrm>
                <a:off x="4066362" y="2724811"/>
                <a:ext cx="3337560" cy="767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4C396A55-3509-026B-2D66-EA33C1726756}"/>
                  </a:ext>
                </a:extLst>
              </p14:cNvPr>
              <p14:cNvContentPartPr/>
              <p14:nvPr/>
            </p14:nvContentPartPr>
            <p14:xfrm>
              <a:off x="4442562" y="3653251"/>
              <a:ext cx="3135960" cy="490320"/>
            </p14:xfrm>
          </p:contentPart>
        </mc:Choice>
        <mc:Fallback>
          <p:pic>
            <p:nvPicPr>
              <p:cNvPr id="9" name="Ink 8">
                <a:extLst>
                  <a:ext uri="{FF2B5EF4-FFF2-40B4-BE49-F238E27FC236}">
                    <a16:creationId xmlns:a16="http://schemas.microsoft.com/office/drawing/2014/main" id="{4C396A55-3509-026B-2D66-EA33C1726756}"/>
                  </a:ext>
                </a:extLst>
              </p:cNvPr>
              <p:cNvPicPr/>
              <p:nvPr/>
            </p:nvPicPr>
            <p:blipFill>
              <a:blip r:embed="rId18"/>
              <a:stretch>
                <a:fillRect/>
              </a:stretch>
            </p:blipFill>
            <p:spPr>
              <a:xfrm>
                <a:off x="4424562" y="3635611"/>
                <a:ext cx="3171600" cy="525960"/>
              </a:xfrm>
              <a:prstGeom prst="rect">
                <a:avLst/>
              </a:prstGeom>
            </p:spPr>
          </p:pic>
        </mc:Fallback>
      </mc:AlternateContent>
    </p:spTree>
    <p:extLst>
      <p:ext uri="{BB962C8B-B14F-4D97-AF65-F5344CB8AC3E}">
        <p14:creationId xmlns:p14="http://schemas.microsoft.com/office/powerpoint/2010/main" val="35531158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514">
          <a:extLst>
            <a:ext uri="{FF2B5EF4-FFF2-40B4-BE49-F238E27FC236}">
              <a16:creationId xmlns:a16="http://schemas.microsoft.com/office/drawing/2014/main" id="{61ECDCB6-C90B-58EC-5C9D-B69E1633B61D}"/>
            </a:ext>
          </a:extLst>
        </p:cNvPr>
        <p:cNvGrpSpPr/>
        <p:nvPr/>
      </p:nvGrpSpPr>
      <p:grpSpPr>
        <a:xfrm>
          <a:off x="0" y="0"/>
          <a:ext cx="0" cy="0"/>
          <a:chOff x="0" y="0"/>
          <a:chExt cx="0" cy="0"/>
        </a:xfrm>
      </p:grpSpPr>
      <p:grpSp>
        <p:nvGrpSpPr>
          <p:cNvPr id="1515" name="Google Shape;1515;p56">
            <a:extLst>
              <a:ext uri="{FF2B5EF4-FFF2-40B4-BE49-F238E27FC236}">
                <a16:creationId xmlns:a16="http://schemas.microsoft.com/office/drawing/2014/main" id="{A67A9BC2-DDB0-2994-951D-0098E025C405}"/>
              </a:ext>
            </a:extLst>
          </p:cNvPr>
          <p:cNvGrpSpPr/>
          <p:nvPr/>
        </p:nvGrpSpPr>
        <p:grpSpPr>
          <a:xfrm>
            <a:off x="4047382" y="3033712"/>
            <a:ext cx="1480199" cy="1735238"/>
            <a:chOff x="2845816" y="1275829"/>
            <a:chExt cx="1040765" cy="1220089"/>
          </a:xfrm>
        </p:grpSpPr>
        <p:sp>
          <p:nvSpPr>
            <p:cNvPr id="1516" name="Google Shape;1516;p56">
              <a:extLst>
                <a:ext uri="{FF2B5EF4-FFF2-40B4-BE49-F238E27FC236}">
                  <a16:creationId xmlns:a16="http://schemas.microsoft.com/office/drawing/2014/main" id="{51D1A7DE-EADD-60E7-66C6-39E2BF3B1C69}"/>
                </a:ext>
              </a:extLst>
            </p:cNvPr>
            <p:cNvSpPr/>
            <p:nvPr/>
          </p:nvSpPr>
          <p:spPr>
            <a:xfrm>
              <a:off x="2845816" y="127582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7" name="Google Shape;1517;p56">
              <a:extLst>
                <a:ext uri="{FF2B5EF4-FFF2-40B4-BE49-F238E27FC236}">
                  <a16:creationId xmlns:a16="http://schemas.microsoft.com/office/drawing/2014/main" id="{AF949D45-4B8F-0E2A-F7B4-1026A61AB953}"/>
                </a:ext>
              </a:extLst>
            </p:cNvPr>
            <p:cNvSpPr/>
            <p:nvPr/>
          </p:nvSpPr>
          <p:spPr>
            <a:xfrm>
              <a:off x="2845816" y="1275829"/>
              <a:ext cx="126364" cy="336550"/>
            </a:xfrm>
            <a:custGeom>
              <a:avLst/>
              <a:gdLst/>
              <a:ahLst/>
              <a:cxnLst/>
              <a:rect l="l" t="t" r="r" b="b"/>
              <a:pathLst>
                <a:path w="126364" h="336550" extrusionOk="0">
                  <a:moveTo>
                    <a:pt x="0" y="336550"/>
                  </a:moveTo>
                  <a:lnTo>
                    <a:pt x="125983" y="336550"/>
                  </a:lnTo>
                  <a:lnTo>
                    <a:pt x="125983" y="0"/>
                  </a:lnTo>
                  <a:lnTo>
                    <a:pt x="0" y="0"/>
                  </a:lnTo>
                  <a:lnTo>
                    <a:pt x="0" y="336550"/>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8" name="Google Shape;1518;p56">
              <a:extLst>
                <a:ext uri="{FF2B5EF4-FFF2-40B4-BE49-F238E27FC236}">
                  <a16:creationId xmlns:a16="http://schemas.microsoft.com/office/drawing/2014/main" id="{B03418EA-FDED-C981-67EA-597A3200132F}"/>
                </a:ext>
              </a:extLst>
            </p:cNvPr>
            <p:cNvSpPr/>
            <p:nvPr/>
          </p:nvSpPr>
          <p:spPr>
            <a:xfrm>
              <a:off x="2845816" y="127582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9" name="Google Shape;1519;p56">
              <a:extLst>
                <a:ext uri="{FF2B5EF4-FFF2-40B4-BE49-F238E27FC236}">
                  <a16:creationId xmlns:a16="http://schemas.microsoft.com/office/drawing/2014/main" id="{0F8C9CE7-24E5-A6EC-CDCE-C5F326EE9C44}"/>
                </a:ext>
              </a:extLst>
            </p:cNvPr>
            <p:cNvSpPr/>
            <p:nvPr/>
          </p:nvSpPr>
          <p:spPr>
            <a:xfrm>
              <a:off x="2998216" y="1276083"/>
              <a:ext cx="126364" cy="336550"/>
            </a:xfrm>
            <a:custGeom>
              <a:avLst/>
              <a:gdLst/>
              <a:ahLst/>
              <a:cxnLst/>
              <a:rect l="l" t="t" r="r" b="b"/>
              <a:pathLst>
                <a:path w="126364" h="336550" extrusionOk="0">
                  <a:moveTo>
                    <a:pt x="0" y="336296"/>
                  </a:moveTo>
                  <a:lnTo>
                    <a:pt x="125983" y="336296"/>
                  </a:lnTo>
                  <a:lnTo>
                    <a:pt x="125983" y="0"/>
                  </a:lnTo>
                  <a:lnTo>
                    <a:pt x="0" y="0"/>
                  </a:lnTo>
                  <a:lnTo>
                    <a:pt x="0" y="336296"/>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0" name="Google Shape;1520;p56">
              <a:extLst>
                <a:ext uri="{FF2B5EF4-FFF2-40B4-BE49-F238E27FC236}">
                  <a16:creationId xmlns:a16="http://schemas.microsoft.com/office/drawing/2014/main" id="{68A97853-9B92-CEF5-7AA6-A5E176C1D4AC}"/>
                </a:ext>
              </a:extLst>
            </p:cNvPr>
            <p:cNvSpPr/>
            <p:nvPr/>
          </p:nvSpPr>
          <p:spPr>
            <a:xfrm>
              <a:off x="2998216" y="127608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21" name="Google Shape;1521;p56">
              <a:extLst>
                <a:ext uri="{FF2B5EF4-FFF2-40B4-BE49-F238E27FC236}">
                  <a16:creationId xmlns:a16="http://schemas.microsoft.com/office/drawing/2014/main" id="{90265554-805E-E3CB-20F7-E6E18768FABC}"/>
                </a:ext>
              </a:extLst>
            </p:cNvPr>
            <p:cNvPicPr preferRelativeResize="0"/>
            <p:nvPr/>
          </p:nvPicPr>
          <p:blipFill rotWithShape="1">
            <a:blip r:embed="rId3">
              <a:alphaModFix/>
            </a:blip>
            <a:srcRect/>
            <a:stretch/>
          </p:blipFill>
          <p:spPr>
            <a:xfrm>
              <a:off x="3321685" y="1659077"/>
              <a:ext cx="457809" cy="259384"/>
            </a:xfrm>
            <a:prstGeom prst="rect">
              <a:avLst/>
            </a:prstGeom>
            <a:noFill/>
            <a:ln>
              <a:noFill/>
            </a:ln>
          </p:spPr>
        </p:pic>
      </p:grpSp>
      <p:grpSp>
        <p:nvGrpSpPr>
          <p:cNvPr id="1522" name="Google Shape;1522;p56">
            <a:extLst>
              <a:ext uri="{FF2B5EF4-FFF2-40B4-BE49-F238E27FC236}">
                <a16:creationId xmlns:a16="http://schemas.microsoft.com/office/drawing/2014/main" id="{7F97516B-1D4A-CEF2-03E8-DF42744894FF}"/>
              </a:ext>
            </a:extLst>
          </p:cNvPr>
          <p:cNvGrpSpPr/>
          <p:nvPr/>
        </p:nvGrpSpPr>
        <p:grpSpPr>
          <a:xfrm>
            <a:off x="780289" y="1764065"/>
            <a:ext cx="4075376" cy="707026"/>
            <a:chOff x="548640" y="383108"/>
            <a:chExt cx="2865499" cy="497128"/>
          </a:xfrm>
        </p:grpSpPr>
        <p:pic>
          <p:nvPicPr>
            <p:cNvPr id="1523" name="Google Shape;1523;p56">
              <a:extLst>
                <a:ext uri="{FF2B5EF4-FFF2-40B4-BE49-F238E27FC236}">
                  <a16:creationId xmlns:a16="http://schemas.microsoft.com/office/drawing/2014/main" id="{8CACAE13-88FD-E655-704A-45E978BAB84E}"/>
                </a:ext>
              </a:extLst>
            </p:cNvPr>
            <p:cNvPicPr preferRelativeResize="0"/>
            <p:nvPr/>
          </p:nvPicPr>
          <p:blipFill rotWithShape="1">
            <a:blip r:embed="rId4">
              <a:alphaModFix/>
            </a:blip>
            <a:srcRect/>
            <a:stretch/>
          </p:blipFill>
          <p:spPr>
            <a:xfrm>
              <a:off x="548640" y="383108"/>
              <a:ext cx="377952" cy="497128"/>
            </a:xfrm>
            <a:prstGeom prst="rect">
              <a:avLst/>
            </a:prstGeom>
            <a:noFill/>
            <a:ln>
              <a:noFill/>
            </a:ln>
          </p:spPr>
        </p:pic>
        <p:pic>
          <p:nvPicPr>
            <p:cNvPr id="1524" name="Google Shape;1524;p56">
              <a:extLst>
                <a:ext uri="{FF2B5EF4-FFF2-40B4-BE49-F238E27FC236}">
                  <a16:creationId xmlns:a16="http://schemas.microsoft.com/office/drawing/2014/main" id="{6B7B2045-02CB-D3F5-C5B4-ADBDBF3FB0E0}"/>
                </a:ext>
              </a:extLst>
            </p:cNvPr>
            <p:cNvPicPr preferRelativeResize="0"/>
            <p:nvPr/>
          </p:nvPicPr>
          <p:blipFill rotWithShape="1">
            <a:blip r:embed="rId5">
              <a:alphaModFix/>
            </a:blip>
            <a:srcRect/>
            <a:stretch/>
          </p:blipFill>
          <p:spPr>
            <a:xfrm>
              <a:off x="737616" y="462356"/>
              <a:ext cx="1037297" cy="396544"/>
            </a:xfrm>
            <a:prstGeom prst="rect">
              <a:avLst/>
            </a:prstGeom>
            <a:noFill/>
            <a:ln>
              <a:noFill/>
            </a:ln>
          </p:spPr>
        </p:pic>
        <p:pic>
          <p:nvPicPr>
            <p:cNvPr id="1525" name="Google Shape;1525;p56">
              <a:extLst>
                <a:ext uri="{FF2B5EF4-FFF2-40B4-BE49-F238E27FC236}">
                  <a16:creationId xmlns:a16="http://schemas.microsoft.com/office/drawing/2014/main" id="{0A9C1F1E-098A-636C-FC4D-26D670B72980}"/>
                </a:ext>
              </a:extLst>
            </p:cNvPr>
            <p:cNvPicPr preferRelativeResize="0"/>
            <p:nvPr/>
          </p:nvPicPr>
          <p:blipFill rotWithShape="1">
            <a:blip r:embed="rId6">
              <a:alphaModFix/>
            </a:blip>
            <a:srcRect/>
            <a:stretch/>
          </p:blipFill>
          <p:spPr>
            <a:xfrm>
              <a:off x="1702562" y="383108"/>
              <a:ext cx="377951" cy="497128"/>
            </a:xfrm>
            <a:prstGeom prst="rect">
              <a:avLst/>
            </a:prstGeom>
            <a:noFill/>
            <a:ln>
              <a:noFill/>
            </a:ln>
          </p:spPr>
        </p:pic>
        <p:pic>
          <p:nvPicPr>
            <p:cNvPr id="1526" name="Google Shape;1526;p56">
              <a:extLst>
                <a:ext uri="{FF2B5EF4-FFF2-40B4-BE49-F238E27FC236}">
                  <a16:creationId xmlns:a16="http://schemas.microsoft.com/office/drawing/2014/main" id="{FA53FE75-D506-41FF-AA3A-C8B708DD034F}"/>
                </a:ext>
              </a:extLst>
            </p:cNvPr>
            <p:cNvPicPr preferRelativeResize="0"/>
            <p:nvPr/>
          </p:nvPicPr>
          <p:blipFill rotWithShape="1">
            <a:blip r:embed="rId7">
              <a:alphaModFix/>
            </a:blip>
            <a:srcRect/>
            <a:stretch/>
          </p:blipFill>
          <p:spPr>
            <a:xfrm>
              <a:off x="1891537" y="462356"/>
              <a:ext cx="1522602" cy="396544"/>
            </a:xfrm>
            <a:prstGeom prst="rect">
              <a:avLst/>
            </a:prstGeom>
            <a:noFill/>
            <a:ln>
              <a:noFill/>
            </a:ln>
          </p:spPr>
        </p:pic>
      </p:grpSp>
      <p:grpSp>
        <p:nvGrpSpPr>
          <p:cNvPr id="1527" name="Google Shape;1527;p56">
            <a:extLst>
              <a:ext uri="{FF2B5EF4-FFF2-40B4-BE49-F238E27FC236}">
                <a16:creationId xmlns:a16="http://schemas.microsoft.com/office/drawing/2014/main" id="{717BBBC1-00AE-EF10-FEC8-2B08E8C20F64}"/>
              </a:ext>
            </a:extLst>
          </p:cNvPr>
          <p:cNvGrpSpPr/>
          <p:nvPr/>
        </p:nvGrpSpPr>
        <p:grpSpPr>
          <a:xfrm>
            <a:off x="541867" y="3684694"/>
            <a:ext cx="1084510" cy="1405366"/>
            <a:chOff x="381000" y="1733550"/>
            <a:chExt cx="762546" cy="988148"/>
          </a:xfrm>
        </p:grpSpPr>
        <p:sp>
          <p:nvSpPr>
            <p:cNvPr id="1528" name="Google Shape;1528;p56">
              <a:extLst>
                <a:ext uri="{FF2B5EF4-FFF2-40B4-BE49-F238E27FC236}">
                  <a16:creationId xmlns:a16="http://schemas.microsoft.com/office/drawing/2014/main" id="{69789A12-A7DA-3600-B61B-4E8C1BBB04AF}"/>
                </a:ext>
              </a:extLst>
            </p:cNvPr>
            <p:cNvSpPr/>
            <p:nvPr/>
          </p:nvSpPr>
          <p:spPr>
            <a:xfrm>
              <a:off x="381000" y="2110193"/>
              <a:ext cx="385445" cy="611505"/>
            </a:xfrm>
            <a:custGeom>
              <a:avLst/>
              <a:gdLst/>
              <a:ahLst/>
              <a:cxnLst/>
              <a:rect l="l" t="t" r="r" b="b"/>
              <a:pathLst>
                <a:path w="385445" h="611505" extrusionOk="0">
                  <a:moveTo>
                    <a:pt x="385356" y="0"/>
                  </a:moveTo>
                  <a:lnTo>
                    <a:pt x="0" y="0"/>
                  </a:lnTo>
                  <a:lnTo>
                    <a:pt x="0" y="611035"/>
                  </a:lnTo>
                  <a:lnTo>
                    <a:pt x="385356" y="611035"/>
                  </a:lnTo>
                  <a:lnTo>
                    <a:pt x="385356"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9" name="Google Shape;1529;p56">
              <a:extLst>
                <a:ext uri="{FF2B5EF4-FFF2-40B4-BE49-F238E27FC236}">
                  <a16:creationId xmlns:a16="http://schemas.microsoft.com/office/drawing/2014/main" id="{416CCBD1-4E6C-C6B0-9F63-AE64E840232B}"/>
                </a:ext>
              </a:extLst>
            </p:cNvPr>
            <p:cNvSpPr/>
            <p:nvPr/>
          </p:nvSpPr>
          <p:spPr>
            <a:xfrm>
              <a:off x="766356" y="1733550"/>
              <a:ext cx="377190" cy="988060"/>
            </a:xfrm>
            <a:custGeom>
              <a:avLst/>
              <a:gdLst/>
              <a:ahLst/>
              <a:cxnLst/>
              <a:rect l="l" t="t" r="r" b="b"/>
              <a:pathLst>
                <a:path w="377190" h="988060" extrusionOk="0">
                  <a:moveTo>
                    <a:pt x="376643" y="0"/>
                  </a:moveTo>
                  <a:lnTo>
                    <a:pt x="0" y="376681"/>
                  </a:lnTo>
                  <a:lnTo>
                    <a:pt x="0" y="987679"/>
                  </a:lnTo>
                  <a:lnTo>
                    <a:pt x="376643" y="610997"/>
                  </a:lnTo>
                  <a:lnTo>
                    <a:pt x="376643"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0" name="Google Shape;1530;p56">
              <a:extLst>
                <a:ext uri="{FF2B5EF4-FFF2-40B4-BE49-F238E27FC236}">
                  <a16:creationId xmlns:a16="http://schemas.microsoft.com/office/drawing/2014/main" id="{23911AC0-2044-7775-04FD-7343C0FF0637}"/>
                </a:ext>
              </a:extLst>
            </p:cNvPr>
            <p:cNvSpPr/>
            <p:nvPr/>
          </p:nvSpPr>
          <p:spPr>
            <a:xfrm>
              <a:off x="381000" y="1733550"/>
              <a:ext cx="762000" cy="377190"/>
            </a:xfrm>
            <a:custGeom>
              <a:avLst/>
              <a:gdLst/>
              <a:ahLst/>
              <a:cxnLst/>
              <a:rect l="l" t="t" r="r" b="b"/>
              <a:pathLst>
                <a:path w="762000" h="377189" extrusionOk="0">
                  <a:moveTo>
                    <a:pt x="762000" y="0"/>
                  </a:moveTo>
                  <a:lnTo>
                    <a:pt x="376643" y="0"/>
                  </a:lnTo>
                  <a:lnTo>
                    <a:pt x="0" y="376681"/>
                  </a:lnTo>
                  <a:lnTo>
                    <a:pt x="385356" y="376681"/>
                  </a:lnTo>
                  <a:lnTo>
                    <a:pt x="762000"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1" name="Google Shape;1531;p56">
              <a:extLst>
                <a:ext uri="{FF2B5EF4-FFF2-40B4-BE49-F238E27FC236}">
                  <a16:creationId xmlns:a16="http://schemas.microsoft.com/office/drawing/2014/main" id="{15CCD900-8132-45B0-92F5-6A65C7F5F6EF}"/>
                </a:ext>
              </a:extLst>
            </p:cNvPr>
            <p:cNvSpPr/>
            <p:nvPr/>
          </p:nvSpPr>
          <p:spPr>
            <a:xfrm>
              <a:off x="381000" y="1733550"/>
              <a:ext cx="762000" cy="988060"/>
            </a:xfrm>
            <a:custGeom>
              <a:avLst/>
              <a:gdLst/>
              <a:ahLst/>
              <a:cxnLst/>
              <a:rect l="l" t="t" r="r" b="b"/>
              <a:pathLst>
                <a:path w="762000" h="988060" extrusionOk="0">
                  <a:moveTo>
                    <a:pt x="0" y="376681"/>
                  </a:moveTo>
                  <a:lnTo>
                    <a:pt x="376643" y="0"/>
                  </a:lnTo>
                  <a:lnTo>
                    <a:pt x="762000" y="0"/>
                  </a:lnTo>
                  <a:lnTo>
                    <a:pt x="762000" y="610997"/>
                  </a:lnTo>
                  <a:lnTo>
                    <a:pt x="385356" y="987679"/>
                  </a:lnTo>
                  <a:lnTo>
                    <a:pt x="0" y="987679"/>
                  </a:lnTo>
                  <a:lnTo>
                    <a:pt x="0" y="376681"/>
                  </a:lnTo>
                  <a:close/>
                </a:path>
                <a:path w="762000" h="988060" extrusionOk="0">
                  <a:moveTo>
                    <a:pt x="0" y="376681"/>
                  </a:moveTo>
                  <a:lnTo>
                    <a:pt x="385356" y="376681"/>
                  </a:lnTo>
                  <a:lnTo>
                    <a:pt x="762000" y="0"/>
                  </a:lnTo>
                </a:path>
                <a:path w="762000" h="988060" extrusionOk="0">
                  <a:moveTo>
                    <a:pt x="385356" y="376681"/>
                  </a:moveTo>
                  <a:lnTo>
                    <a:pt x="385356"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sp>
        <p:nvSpPr>
          <p:cNvPr id="1532" name="Google Shape;1532;p56">
            <a:extLst>
              <a:ext uri="{FF2B5EF4-FFF2-40B4-BE49-F238E27FC236}">
                <a16:creationId xmlns:a16="http://schemas.microsoft.com/office/drawing/2014/main" id="{EFC68B43-ADB4-A9E6-C6BD-EA38A6E4E58A}"/>
              </a:ext>
            </a:extLst>
          </p:cNvPr>
          <p:cNvSpPr/>
          <p:nvPr/>
        </p:nvSpPr>
        <p:spPr>
          <a:xfrm>
            <a:off x="4118187" y="3512362"/>
            <a:ext cx="37931" cy="1734876"/>
          </a:xfrm>
          <a:custGeom>
            <a:avLst/>
            <a:gdLst/>
            <a:ahLst/>
            <a:cxnLst/>
            <a:rect l="l" t="t" r="r" b="b"/>
            <a:pathLst>
              <a:path w="26669" h="1219835" extrusionOk="0">
                <a:moveTo>
                  <a:pt x="0" y="1219466"/>
                </a:moveTo>
                <a:lnTo>
                  <a:pt x="26416" y="1219466"/>
                </a:lnTo>
                <a:lnTo>
                  <a:pt x="26416"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33" name="Google Shape;1533;p56">
            <a:extLst>
              <a:ext uri="{FF2B5EF4-FFF2-40B4-BE49-F238E27FC236}">
                <a16:creationId xmlns:a16="http://schemas.microsoft.com/office/drawing/2014/main" id="{D7285890-B4EE-F27F-20D8-0BB3D53485E1}"/>
              </a:ext>
            </a:extLst>
          </p:cNvPr>
          <p:cNvGrpSpPr/>
          <p:nvPr/>
        </p:nvGrpSpPr>
        <p:grpSpPr>
          <a:xfrm>
            <a:off x="3939009" y="3512361"/>
            <a:ext cx="1480199" cy="1734876"/>
            <a:chOff x="2769616" y="1612379"/>
            <a:chExt cx="1040765" cy="1219835"/>
          </a:xfrm>
        </p:grpSpPr>
        <p:sp>
          <p:nvSpPr>
            <p:cNvPr id="1534" name="Google Shape;1534;p56">
              <a:extLst>
                <a:ext uri="{FF2B5EF4-FFF2-40B4-BE49-F238E27FC236}">
                  <a16:creationId xmlns:a16="http://schemas.microsoft.com/office/drawing/2014/main" id="{E1594582-7050-9E6D-B63F-8A4F72397D23}"/>
                </a:ext>
              </a:extLst>
            </p:cNvPr>
            <p:cNvSpPr/>
            <p:nvPr/>
          </p:nvSpPr>
          <p:spPr>
            <a:xfrm>
              <a:off x="3048000" y="1612379"/>
              <a:ext cx="762000" cy="1219835"/>
            </a:xfrm>
            <a:custGeom>
              <a:avLst/>
              <a:gdLst/>
              <a:ahLst/>
              <a:cxnLst/>
              <a:rect l="l" t="t" r="r" b="b"/>
              <a:pathLst>
                <a:path w="762000" h="1219835" extrusionOk="0">
                  <a:moveTo>
                    <a:pt x="0" y="1219466"/>
                  </a:moveTo>
                  <a:lnTo>
                    <a:pt x="762000" y="1219466"/>
                  </a:lnTo>
                  <a:lnTo>
                    <a:pt x="762000"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5" name="Google Shape;1535;p56">
              <a:extLst>
                <a:ext uri="{FF2B5EF4-FFF2-40B4-BE49-F238E27FC236}">
                  <a16:creationId xmlns:a16="http://schemas.microsoft.com/office/drawing/2014/main" id="{95B4749E-6D49-2A02-0978-F1F1223D7090}"/>
                </a:ext>
              </a:extLst>
            </p:cNvPr>
            <p:cNvSpPr/>
            <p:nvPr/>
          </p:nvSpPr>
          <p:spPr>
            <a:xfrm>
              <a:off x="2769616" y="161237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36" name="Google Shape;1536;p56">
            <a:extLst>
              <a:ext uri="{FF2B5EF4-FFF2-40B4-BE49-F238E27FC236}">
                <a16:creationId xmlns:a16="http://schemas.microsoft.com/office/drawing/2014/main" id="{8419B5D1-FEF9-756E-DF23-292F6A6E29CE}"/>
              </a:ext>
            </a:extLst>
          </p:cNvPr>
          <p:cNvGrpSpPr/>
          <p:nvPr/>
        </p:nvGrpSpPr>
        <p:grpSpPr>
          <a:xfrm>
            <a:off x="624230" y="3684694"/>
            <a:ext cx="553155" cy="1405240"/>
            <a:chOff x="438912" y="1733550"/>
            <a:chExt cx="388937" cy="988060"/>
          </a:xfrm>
        </p:grpSpPr>
        <p:sp>
          <p:nvSpPr>
            <p:cNvPr id="1537" name="Google Shape;1537;p56">
              <a:extLst>
                <a:ext uri="{FF2B5EF4-FFF2-40B4-BE49-F238E27FC236}">
                  <a16:creationId xmlns:a16="http://schemas.microsoft.com/office/drawing/2014/main" id="{1DD12E21-0ECE-A429-9172-40AF8E786095}"/>
                </a:ext>
              </a:extLst>
            </p:cNvPr>
            <p:cNvSpPr/>
            <p:nvPr/>
          </p:nvSpPr>
          <p:spPr>
            <a:xfrm>
              <a:off x="438912" y="2110422"/>
              <a:ext cx="12065" cy="610870"/>
            </a:xfrm>
            <a:custGeom>
              <a:avLst/>
              <a:gdLst/>
              <a:ahLst/>
              <a:cxnLst/>
              <a:rect l="l" t="t" r="r" b="b"/>
              <a:pathLst>
                <a:path w="12065" h="610869" extrusionOk="0">
                  <a:moveTo>
                    <a:pt x="11751" y="0"/>
                  </a:moveTo>
                  <a:lnTo>
                    <a:pt x="0" y="0"/>
                  </a:lnTo>
                  <a:lnTo>
                    <a:pt x="0" y="610806"/>
                  </a:lnTo>
                  <a:lnTo>
                    <a:pt x="11751" y="610806"/>
                  </a:lnTo>
                  <a:lnTo>
                    <a:pt x="11751"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8" name="Google Shape;1538;p56">
              <a:extLst>
                <a:ext uri="{FF2B5EF4-FFF2-40B4-BE49-F238E27FC236}">
                  <a16:creationId xmlns:a16="http://schemas.microsoft.com/office/drawing/2014/main" id="{BB5A5E90-7CCC-A484-BE86-2BAF1881E5D9}"/>
                </a:ext>
              </a:extLst>
            </p:cNvPr>
            <p:cNvSpPr/>
            <p:nvPr/>
          </p:nvSpPr>
          <p:spPr>
            <a:xfrm>
              <a:off x="450659" y="1733550"/>
              <a:ext cx="377190" cy="988060"/>
            </a:xfrm>
            <a:custGeom>
              <a:avLst/>
              <a:gdLst/>
              <a:ahLst/>
              <a:cxnLst/>
              <a:rect l="l" t="t" r="r" b="b"/>
              <a:pathLst>
                <a:path w="377190" h="988060" extrusionOk="0">
                  <a:moveTo>
                    <a:pt x="376872" y="0"/>
                  </a:moveTo>
                  <a:lnTo>
                    <a:pt x="0" y="376808"/>
                  </a:lnTo>
                  <a:lnTo>
                    <a:pt x="0" y="987679"/>
                  </a:lnTo>
                  <a:lnTo>
                    <a:pt x="376872" y="610743"/>
                  </a:lnTo>
                  <a:lnTo>
                    <a:pt x="376872"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9" name="Google Shape;1539;p56">
              <a:extLst>
                <a:ext uri="{FF2B5EF4-FFF2-40B4-BE49-F238E27FC236}">
                  <a16:creationId xmlns:a16="http://schemas.microsoft.com/office/drawing/2014/main" id="{358FE02A-67E0-2B38-4B31-6FEA53500E4C}"/>
                </a:ext>
              </a:extLst>
            </p:cNvPr>
            <p:cNvSpPr/>
            <p:nvPr/>
          </p:nvSpPr>
          <p:spPr>
            <a:xfrm>
              <a:off x="438912" y="1733550"/>
              <a:ext cx="388620" cy="377190"/>
            </a:xfrm>
            <a:custGeom>
              <a:avLst/>
              <a:gdLst/>
              <a:ahLst/>
              <a:cxnLst/>
              <a:rect l="l" t="t" r="r" b="b"/>
              <a:pathLst>
                <a:path w="388619" h="377189" extrusionOk="0">
                  <a:moveTo>
                    <a:pt x="388619" y="0"/>
                  </a:moveTo>
                  <a:lnTo>
                    <a:pt x="376872" y="0"/>
                  </a:lnTo>
                  <a:lnTo>
                    <a:pt x="0" y="376808"/>
                  </a:lnTo>
                  <a:lnTo>
                    <a:pt x="11747" y="376808"/>
                  </a:lnTo>
                  <a:lnTo>
                    <a:pt x="388619"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0" name="Google Shape;1540;p56">
              <a:extLst>
                <a:ext uri="{FF2B5EF4-FFF2-40B4-BE49-F238E27FC236}">
                  <a16:creationId xmlns:a16="http://schemas.microsoft.com/office/drawing/2014/main" id="{990688A3-E804-95C4-044D-16019500DE03}"/>
                </a:ext>
              </a:extLst>
            </p:cNvPr>
            <p:cNvSpPr/>
            <p:nvPr/>
          </p:nvSpPr>
          <p:spPr>
            <a:xfrm>
              <a:off x="438912" y="1733550"/>
              <a:ext cx="388620" cy="988060"/>
            </a:xfrm>
            <a:custGeom>
              <a:avLst/>
              <a:gdLst/>
              <a:ahLst/>
              <a:cxnLst/>
              <a:rect l="l" t="t" r="r" b="b"/>
              <a:pathLst>
                <a:path w="388619" h="988060" extrusionOk="0">
                  <a:moveTo>
                    <a:pt x="0" y="376808"/>
                  </a:moveTo>
                  <a:lnTo>
                    <a:pt x="376872" y="0"/>
                  </a:lnTo>
                  <a:lnTo>
                    <a:pt x="388619" y="0"/>
                  </a:lnTo>
                  <a:lnTo>
                    <a:pt x="388619" y="610743"/>
                  </a:lnTo>
                  <a:lnTo>
                    <a:pt x="11747" y="987679"/>
                  </a:lnTo>
                  <a:lnTo>
                    <a:pt x="0" y="987679"/>
                  </a:lnTo>
                  <a:lnTo>
                    <a:pt x="0" y="376808"/>
                  </a:lnTo>
                  <a:close/>
                </a:path>
                <a:path w="388619" h="988060" extrusionOk="0">
                  <a:moveTo>
                    <a:pt x="0" y="376808"/>
                  </a:moveTo>
                  <a:lnTo>
                    <a:pt x="11747" y="376808"/>
                  </a:lnTo>
                  <a:lnTo>
                    <a:pt x="388619" y="0"/>
                  </a:lnTo>
                </a:path>
                <a:path w="388619" h="988060" extrusionOk="0">
                  <a:moveTo>
                    <a:pt x="11747" y="376808"/>
                  </a:moveTo>
                  <a:lnTo>
                    <a:pt x="11747"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41" name="Google Shape;1541;p56">
            <a:extLst>
              <a:ext uri="{FF2B5EF4-FFF2-40B4-BE49-F238E27FC236}">
                <a16:creationId xmlns:a16="http://schemas.microsoft.com/office/drawing/2014/main" id="{79A61416-58F3-3669-F3CA-1C03D4CD160D}"/>
              </a:ext>
            </a:extLst>
          </p:cNvPr>
          <p:cNvGrpSpPr/>
          <p:nvPr/>
        </p:nvGrpSpPr>
        <p:grpSpPr>
          <a:xfrm>
            <a:off x="3939009" y="3512361"/>
            <a:ext cx="396464" cy="1735238"/>
            <a:chOff x="2769616" y="1612379"/>
            <a:chExt cx="278764" cy="1220089"/>
          </a:xfrm>
        </p:grpSpPr>
        <p:pic>
          <p:nvPicPr>
            <p:cNvPr id="1542" name="Google Shape;1542;p56">
              <a:extLst>
                <a:ext uri="{FF2B5EF4-FFF2-40B4-BE49-F238E27FC236}">
                  <a16:creationId xmlns:a16="http://schemas.microsoft.com/office/drawing/2014/main" id="{E17F99CA-685B-B4EF-D84E-37B75F493381}"/>
                </a:ext>
              </a:extLst>
            </p:cNvPr>
            <p:cNvPicPr preferRelativeResize="0"/>
            <p:nvPr/>
          </p:nvPicPr>
          <p:blipFill rotWithShape="1">
            <a:blip r:embed="rId8">
              <a:alphaModFix/>
            </a:blip>
            <a:srcRect/>
            <a:stretch/>
          </p:blipFill>
          <p:spPr>
            <a:xfrm>
              <a:off x="2769616" y="1612379"/>
              <a:ext cx="125983" cy="1219466"/>
            </a:xfrm>
            <a:prstGeom prst="rect">
              <a:avLst/>
            </a:prstGeom>
            <a:noFill/>
            <a:ln>
              <a:noFill/>
            </a:ln>
          </p:spPr>
        </p:pic>
        <p:sp>
          <p:nvSpPr>
            <p:cNvPr id="1543" name="Google Shape;1543;p56">
              <a:extLst>
                <a:ext uri="{FF2B5EF4-FFF2-40B4-BE49-F238E27FC236}">
                  <a16:creationId xmlns:a16="http://schemas.microsoft.com/office/drawing/2014/main" id="{63C97A75-3559-9E29-F011-737C28A5DA4F}"/>
                </a:ext>
              </a:extLst>
            </p:cNvPr>
            <p:cNvSpPr/>
            <p:nvPr/>
          </p:nvSpPr>
          <p:spPr>
            <a:xfrm>
              <a:off x="2769616" y="161237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4" name="Google Shape;1544;p56">
              <a:extLst>
                <a:ext uri="{FF2B5EF4-FFF2-40B4-BE49-F238E27FC236}">
                  <a16:creationId xmlns:a16="http://schemas.microsoft.com/office/drawing/2014/main" id="{32EBE6D0-74CF-C075-626A-9520F5DEC383}"/>
                </a:ext>
              </a:extLst>
            </p:cNvPr>
            <p:cNvPicPr preferRelativeResize="0"/>
            <p:nvPr/>
          </p:nvPicPr>
          <p:blipFill rotWithShape="1">
            <a:blip r:embed="rId9">
              <a:alphaModFix/>
            </a:blip>
            <a:srcRect/>
            <a:stretch/>
          </p:blipFill>
          <p:spPr>
            <a:xfrm>
              <a:off x="2922016" y="1612633"/>
              <a:ext cx="125983" cy="1219466"/>
            </a:xfrm>
            <a:prstGeom prst="rect">
              <a:avLst/>
            </a:prstGeom>
            <a:noFill/>
            <a:ln>
              <a:noFill/>
            </a:ln>
          </p:spPr>
        </p:pic>
        <p:sp>
          <p:nvSpPr>
            <p:cNvPr id="1545" name="Google Shape;1545;p56">
              <a:extLst>
                <a:ext uri="{FF2B5EF4-FFF2-40B4-BE49-F238E27FC236}">
                  <a16:creationId xmlns:a16="http://schemas.microsoft.com/office/drawing/2014/main" id="{BB65A2D0-DE93-6AE8-E58F-91B7378B6C4B}"/>
                </a:ext>
              </a:extLst>
            </p:cNvPr>
            <p:cNvSpPr/>
            <p:nvPr/>
          </p:nvSpPr>
          <p:spPr>
            <a:xfrm>
              <a:off x="2922016" y="161263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46" name="Google Shape;1546;p56">
            <a:extLst>
              <a:ext uri="{FF2B5EF4-FFF2-40B4-BE49-F238E27FC236}">
                <a16:creationId xmlns:a16="http://schemas.microsoft.com/office/drawing/2014/main" id="{A9E8CE13-7869-511D-F9AA-1EC16D4B936B}"/>
              </a:ext>
            </a:extLst>
          </p:cNvPr>
          <p:cNvPicPr preferRelativeResize="0"/>
          <p:nvPr/>
        </p:nvPicPr>
        <p:blipFill rotWithShape="1">
          <a:blip r:embed="rId3">
            <a:alphaModFix/>
          </a:blip>
          <a:srcRect/>
          <a:stretch/>
        </p:blipFill>
        <p:spPr>
          <a:xfrm>
            <a:off x="4615802" y="4057677"/>
            <a:ext cx="651106" cy="368469"/>
          </a:xfrm>
          <a:prstGeom prst="rect">
            <a:avLst/>
          </a:prstGeom>
          <a:noFill/>
          <a:ln>
            <a:noFill/>
          </a:ln>
        </p:spPr>
      </p:pic>
      <p:sp>
        <p:nvSpPr>
          <p:cNvPr id="1547" name="Google Shape;1547;p56">
            <a:extLst>
              <a:ext uri="{FF2B5EF4-FFF2-40B4-BE49-F238E27FC236}">
                <a16:creationId xmlns:a16="http://schemas.microsoft.com/office/drawing/2014/main" id="{425C901A-AC8B-76BF-76DE-5355D9C54E7F}"/>
              </a:ext>
            </a:extLst>
          </p:cNvPr>
          <p:cNvSpPr/>
          <p:nvPr/>
        </p:nvSpPr>
        <p:spPr>
          <a:xfrm>
            <a:off x="6044342" y="4325722"/>
            <a:ext cx="866987" cy="108373"/>
          </a:xfrm>
          <a:custGeom>
            <a:avLst/>
            <a:gdLst/>
            <a:ahLst/>
            <a:cxnLst/>
            <a:rect l="l" t="t" r="r" b="b"/>
            <a:pathLst>
              <a:path w="609600" h="76200" extrusionOk="0">
                <a:moveTo>
                  <a:pt x="558800" y="38100"/>
                </a:moveTo>
                <a:lnTo>
                  <a:pt x="533400" y="76200"/>
                </a:lnTo>
                <a:lnTo>
                  <a:pt x="600201" y="42799"/>
                </a:lnTo>
                <a:lnTo>
                  <a:pt x="558800" y="42799"/>
                </a:lnTo>
                <a:lnTo>
                  <a:pt x="558800" y="38100"/>
                </a:lnTo>
                <a:close/>
              </a:path>
              <a:path w="609600" h="76200" extrusionOk="0">
                <a:moveTo>
                  <a:pt x="555582" y="33274"/>
                </a:moveTo>
                <a:lnTo>
                  <a:pt x="0" y="33274"/>
                </a:lnTo>
                <a:lnTo>
                  <a:pt x="0" y="42799"/>
                </a:lnTo>
                <a:lnTo>
                  <a:pt x="555667" y="42799"/>
                </a:lnTo>
                <a:lnTo>
                  <a:pt x="558800" y="38100"/>
                </a:lnTo>
                <a:lnTo>
                  <a:pt x="555582" y="33274"/>
                </a:lnTo>
                <a:close/>
              </a:path>
              <a:path w="609600" h="76200" extrusionOk="0">
                <a:moveTo>
                  <a:pt x="599948" y="33274"/>
                </a:moveTo>
                <a:lnTo>
                  <a:pt x="558800" y="33274"/>
                </a:lnTo>
                <a:lnTo>
                  <a:pt x="558800" y="42799"/>
                </a:lnTo>
                <a:lnTo>
                  <a:pt x="600201" y="42799"/>
                </a:lnTo>
                <a:lnTo>
                  <a:pt x="609600" y="38100"/>
                </a:lnTo>
                <a:lnTo>
                  <a:pt x="599948" y="33274"/>
                </a:lnTo>
                <a:close/>
              </a:path>
              <a:path w="609600" h="76200" extrusionOk="0">
                <a:moveTo>
                  <a:pt x="533400" y="0"/>
                </a:moveTo>
                <a:lnTo>
                  <a:pt x="558800" y="38100"/>
                </a:lnTo>
                <a:lnTo>
                  <a:pt x="558800" y="33274"/>
                </a:lnTo>
                <a:lnTo>
                  <a:pt x="599948" y="33274"/>
                </a:lnTo>
                <a:lnTo>
                  <a:pt x="53340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8" name="Google Shape;1548;p56">
            <a:extLst>
              <a:ext uri="{FF2B5EF4-FFF2-40B4-BE49-F238E27FC236}">
                <a16:creationId xmlns:a16="http://schemas.microsoft.com/office/drawing/2014/main" id="{F9307D47-9853-CF2B-5584-ABB8272A44BD}"/>
              </a:ext>
            </a:extLst>
          </p:cNvPr>
          <p:cNvSpPr/>
          <p:nvPr/>
        </p:nvSpPr>
        <p:spPr>
          <a:xfrm>
            <a:off x="7586134" y="2709333"/>
            <a:ext cx="108373" cy="3576320"/>
          </a:xfrm>
          <a:custGeom>
            <a:avLst/>
            <a:gdLst/>
            <a:ahLst/>
            <a:cxnLst/>
            <a:rect l="l" t="t" r="r" b="b"/>
            <a:pathLst>
              <a:path w="76200" h="2514600" extrusionOk="0">
                <a:moveTo>
                  <a:pt x="76200" y="2514600"/>
                </a:moveTo>
                <a:lnTo>
                  <a:pt x="46559" y="2514107"/>
                </a:lnTo>
                <a:lnTo>
                  <a:pt x="22336" y="2512758"/>
                </a:lnTo>
                <a:lnTo>
                  <a:pt x="5994" y="2510742"/>
                </a:lnTo>
                <a:lnTo>
                  <a:pt x="0" y="2508250"/>
                </a:lnTo>
                <a:lnTo>
                  <a:pt x="0" y="6350"/>
                </a:lnTo>
                <a:lnTo>
                  <a:pt x="5994" y="3857"/>
                </a:lnTo>
                <a:lnTo>
                  <a:pt x="22336" y="1841"/>
                </a:lnTo>
                <a:lnTo>
                  <a:pt x="46559" y="492"/>
                </a:lnTo>
                <a:lnTo>
                  <a:pt x="762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9" name="Google Shape;1549;p56">
            <a:extLst>
              <a:ext uri="{FF2B5EF4-FFF2-40B4-BE49-F238E27FC236}">
                <a16:creationId xmlns:a16="http://schemas.microsoft.com/office/drawing/2014/main" id="{C80AD57A-305F-A4CF-1E95-A5742D624E5E}"/>
              </a:ext>
            </a:extLst>
          </p:cNvPr>
          <p:cNvPicPr preferRelativeResize="0"/>
          <p:nvPr/>
        </p:nvPicPr>
        <p:blipFill rotWithShape="1">
          <a:blip r:embed="rId10">
            <a:alphaModFix/>
          </a:blip>
          <a:srcRect/>
          <a:stretch/>
        </p:blipFill>
        <p:spPr>
          <a:xfrm>
            <a:off x="5975705" y="5224317"/>
            <a:ext cx="1151646" cy="368469"/>
          </a:xfrm>
          <a:prstGeom prst="rect">
            <a:avLst/>
          </a:prstGeom>
          <a:noFill/>
          <a:ln>
            <a:noFill/>
          </a:ln>
        </p:spPr>
      </p:pic>
      <p:sp>
        <p:nvSpPr>
          <p:cNvPr id="1550" name="Google Shape;1550;p56">
            <a:extLst>
              <a:ext uri="{FF2B5EF4-FFF2-40B4-BE49-F238E27FC236}">
                <a16:creationId xmlns:a16="http://schemas.microsoft.com/office/drawing/2014/main" id="{A1ADB463-49F6-D75D-A666-6CFA89E5A75E}"/>
              </a:ext>
            </a:extLst>
          </p:cNvPr>
          <p:cNvSpPr/>
          <p:nvPr/>
        </p:nvSpPr>
        <p:spPr>
          <a:xfrm>
            <a:off x="8236374" y="2710778"/>
            <a:ext cx="108373" cy="3576320"/>
          </a:xfrm>
          <a:custGeom>
            <a:avLst/>
            <a:gdLst/>
            <a:ahLst/>
            <a:cxnLst/>
            <a:rect l="l" t="t" r="r" b="b"/>
            <a:pathLst>
              <a:path w="76200" h="2514600" extrusionOk="0">
                <a:moveTo>
                  <a:pt x="0" y="2514600"/>
                </a:moveTo>
                <a:lnTo>
                  <a:pt x="29640" y="2514090"/>
                </a:lnTo>
                <a:lnTo>
                  <a:pt x="53863" y="2512710"/>
                </a:lnTo>
                <a:lnTo>
                  <a:pt x="70205" y="2510688"/>
                </a:lnTo>
                <a:lnTo>
                  <a:pt x="76200" y="2508250"/>
                </a:lnTo>
                <a:lnTo>
                  <a:pt x="76200" y="6350"/>
                </a:lnTo>
                <a:lnTo>
                  <a:pt x="70205" y="3857"/>
                </a:lnTo>
                <a:lnTo>
                  <a:pt x="53863" y="1841"/>
                </a:lnTo>
                <a:lnTo>
                  <a:pt x="29640" y="492"/>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51" name="Google Shape;1551;p56">
            <a:extLst>
              <a:ext uri="{FF2B5EF4-FFF2-40B4-BE49-F238E27FC236}">
                <a16:creationId xmlns:a16="http://schemas.microsoft.com/office/drawing/2014/main" id="{2C93AF64-E808-5AA4-ACDD-08070F91CB93}"/>
              </a:ext>
            </a:extLst>
          </p:cNvPr>
          <p:cNvGrpSpPr/>
          <p:nvPr/>
        </p:nvGrpSpPr>
        <p:grpSpPr>
          <a:xfrm>
            <a:off x="7851286" y="2725408"/>
            <a:ext cx="180079" cy="1574845"/>
            <a:chOff x="5520435" y="1059052"/>
            <a:chExt cx="126618" cy="1107313"/>
          </a:xfrm>
        </p:grpSpPr>
        <p:pic>
          <p:nvPicPr>
            <p:cNvPr id="1552" name="Google Shape;1552;p56">
              <a:extLst>
                <a:ext uri="{FF2B5EF4-FFF2-40B4-BE49-F238E27FC236}">
                  <a16:creationId xmlns:a16="http://schemas.microsoft.com/office/drawing/2014/main" id="{CA9685F3-16BD-C885-1DC5-31F9852DF989}"/>
                </a:ext>
              </a:extLst>
            </p:cNvPr>
            <p:cNvPicPr preferRelativeResize="0"/>
            <p:nvPr/>
          </p:nvPicPr>
          <p:blipFill rotWithShape="1">
            <a:blip r:embed="rId11">
              <a:alphaModFix/>
            </a:blip>
            <a:srcRect/>
            <a:stretch/>
          </p:blipFill>
          <p:spPr>
            <a:xfrm>
              <a:off x="5520689" y="1059052"/>
              <a:ext cx="125984" cy="553593"/>
            </a:xfrm>
            <a:prstGeom prst="rect">
              <a:avLst/>
            </a:prstGeom>
            <a:noFill/>
            <a:ln>
              <a:noFill/>
            </a:ln>
          </p:spPr>
        </p:pic>
        <p:sp>
          <p:nvSpPr>
            <p:cNvPr id="1553" name="Google Shape;1553;p56">
              <a:extLst>
                <a:ext uri="{FF2B5EF4-FFF2-40B4-BE49-F238E27FC236}">
                  <a16:creationId xmlns:a16="http://schemas.microsoft.com/office/drawing/2014/main" id="{C2C8AFE8-7863-E08D-A53C-731FD68AD6B8}"/>
                </a:ext>
              </a:extLst>
            </p:cNvPr>
            <p:cNvSpPr/>
            <p:nvPr/>
          </p:nvSpPr>
          <p:spPr>
            <a:xfrm>
              <a:off x="5520689" y="1059052"/>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54" name="Google Shape;1554;p56">
              <a:extLst>
                <a:ext uri="{FF2B5EF4-FFF2-40B4-BE49-F238E27FC236}">
                  <a16:creationId xmlns:a16="http://schemas.microsoft.com/office/drawing/2014/main" id="{2194A76C-07CE-EB19-B6C0-23EB26D78544}"/>
                </a:ext>
              </a:extLst>
            </p:cNvPr>
            <p:cNvPicPr preferRelativeResize="0"/>
            <p:nvPr/>
          </p:nvPicPr>
          <p:blipFill rotWithShape="1">
            <a:blip r:embed="rId12">
              <a:alphaModFix/>
            </a:blip>
            <a:srcRect/>
            <a:stretch/>
          </p:blipFill>
          <p:spPr>
            <a:xfrm>
              <a:off x="5520435" y="1612645"/>
              <a:ext cx="125984" cy="553592"/>
            </a:xfrm>
            <a:prstGeom prst="rect">
              <a:avLst/>
            </a:prstGeom>
            <a:noFill/>
            <a:ln>
              <a:noFill/>
            </a:ln>
          </p:spPr>
        </p:pic>
        <p:sp>
          <p:nvSpPr>
            <p:cNvPr id="1555" name="Google Shape;1555;p56">
              <a:extLst>
                <a:ext uri="{FF2B5EF4-FFF2-40B4-BE49-F238E27FC236}">
                  <a16:creationId xmlns:a16="http://schemas.microsoft.com/office/drawing/2014/main" id="{0072DD20-EB38-D16F-F363-764DA7DCD4D0}"/>
                </a:ext>
              </a:extLst>
            </p:cNvPr>
            <p:cNvSpPr/>
            <p:nvPr/>
          </p:nvSpPr>
          <p:spPr>
            <a:xfrm>
              <a:off x="5520435" y="1612645"/>
              <a:ext cx="126364" cy="553720"/>
            </a:xfrm>
            <a:custGeom>
              <a:avLst/>
              <a:gdLst/>
              <a:ahLst/>
              <a:cxnLst/>
              <a:rect l="l" t="t" r="r" b="b"/>
              <a:pathLst>
                <a:path w="126364" h="553719" extrusionOk="0">
                  <a:moveTo>
                    <a:pt x="0" y="553592"/>
                  </a:moveTo>
                  <a:lnTo>
                    <a:pt x="125984" y="553592"/>
                  </a:lnTo>
                  <a:lnTo>
                    <a:pt x="125984" y="0"/>
                  </a:lnTo>
                  <a:lnTo>
                    <a:pt x="0" y="0"/>
                  </a:lnTo>
                  <a:lnTo>
                    <a:pt x="0" y="553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56" name="Google Shape;1556;p56">
            <a:extLst>
              <a:ext uri="{FF2B5EF4-FFF2-40B4-BE49-F238E27FC236}">
                <a16:creationId xmlns:a16="http://schemas.microsoft.com/office/drawing/2014/main" id="{F4F0063E-992B-5228-1B78-1840298B1A2A}"/>
              </a:ext>
            </a:extLst>
          </p:cNvPr>
          <p:cNvGrpSpPr/>
          <p:nvPr/>
        </p:nvGrpSpPr>
        <p:grpSpPr>
          <a:xfrm>
            <a:off x="7857067" y="4761383"/>
            <a:ext cx="179717" cy="787512"/>
            <a:chOff x="5524500" y="2490597"/>
            <a:chExt cx="126364" cy="553720"/>
          </a:xfrm>
        </p:grpSpPr>
        <p:pic>
          <p:nvPicPr>
            <p:cNvPr id="1557" name="Google Shape;1557;p56">
              <a:extLst>
                <a:ext uri="{FF2B5EF4-FFF2-40B4-BE49-F238E27FC236}">
                  <a16:creationId xmlns:a16="http://schemas.microsoft.com/office/drawing/2014/main" id="{7EA80E1C-098F-E82D-E9CB-8D91E2758F92}"/>
                </a:ext>
              </a:extLst>
            </p:cNvPr>
            <p:cNvPicPr preferRelativeResize="0"/>
            <p:nvPr/>
          </p:nvPicPr>
          <p:blipFill rotWithShape="1">
            <a:blip r:embed="rId13">
              <a:alphaModFix/>
            </a:blip>
            <a:srcRect/>
            <a:stretch/>
          </p:blipFill>
          <p:spPr>
            <a:xfrm>
              <a:off x="5524500" y="2490597"/>
              <a:ext cx="125984" cy="553593"/>
            </a:xfrm>
            <a:prstGeom prst="rect">
              <a:avLst/>
            </a:prstGeom>
            <a:noFill/>
            <a:ln>
              <a:noFill/>
            </a:ln>
          </p:spPr>
        </p:pic>
        <p:sp>
          <p:nvSpPr>
            <p:cNvPr id="1558" name="Google Shape;1558;p56">
              <a:extLst>
                <a:ext uri="{FF2B5EF4-FFF2-40B4-BE49-F238E27FC236}">
                  <a16:creationId xmlns:a16="http://schemas.microsoft.com/office/drawing/2014/main" id="{2CA85D05-8F49-DD0D-F798-DE252465EC27}"/>
                </a:ext>
              </a:extLst>
            </p:cNvPr>
            <p:cNvSpPr/>
            <p:nvPr/>
          </p:nvSpPr>
          <p:spPr>
            <a:xfrm>
              <a:off x="5524500" y="2490597"/>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59" name="Google Shape;1559;p56">
            <a:extLst>
              <a:ext uri="{FF2B5EF4-FFF2-40B4-BE49-F238E27FC236}">
                <a16:creationId xmlns:a16="http://schemas.microsoft.com/office/drawing/2014/main" id="{CD81B2D2-5501-28B6-3254-2E67363BEFA3}"/>
              </a:ext>
            </a:extLst>
          </p:cNvPr>
          <p:cNvPicPr preferRelativeResize="0"/>
          <p:nvPr/>
        </p:nvPicPr>
        <p:blipFill rotWithShape="1">
          <a:blip r:embed="rId3">
            <a:alphaModFix/>
          </a:blip>
          <a:srcRect/>
          <a:stretch/>
        </p:blipFill>
        <p:spPr>
          <a:xfrm>
            <a:off x="7927690" y="4075559"/>
            <a:ext cx="650240" cy="368469"/>
          </a:xfrm>
          <a:prstGeom prst="rect">
            <a:avLst/>
          </a:prstGeom>
          <a:noFill/>
          <a:ln>
            <a:noFill/>
          </a:ln>
        </p:spPr>
      </p:pic>
      <p:grpSp>
        <p:nvGrpSpPr>
          <p:cNvPr id="1560" name="Google Shape;1560;p56">
            <a:extLst>
              <a:ext uri="{FF2B5EF4-FFF2-40B4-BE49-F238E27FC236}">
                <a16:creationId xmlns:a16="http://schemas.microsoft.com/office/drawing/2014/main" id="{BCF470FA-28CA-EE8D-D364-3048C737FBD5}"/>
              </a:ext>
            </a:extLst>
          </p:cNvPr>
          <p:cNvGrpSpPr/>
          <p:nvPr/>
        </p:nvGrpSpPr>
        <p:grpSpPr>
          <a:xfrm>
            <a:off x="7857067" y="5552508"/>
            <a:ext cx="715767" cy="1029365"/>
            <a:chOff x="5524500" y="3046857"/>
            <a:chExt cx="503274" cy="723772"/>
          </a:xfrm>
        </p:grpSpPr>
        <p:pic>
          <p:nvPicPr>
            <p:cNvPr id="1561" name="Google Shape;1561;p56">
              <a:extLst>
                <a:ext uri="{FF2B5EF4-FFF2-40B4-BE49-F238E27FC236}">
                  <a16:creationId xmlns:a16="http://schemas.microsoft.com/office/drawing/2014/main" id="{C60EA465-369A-0EED-F0F5-2A8A37891E1F}"/>
                </a:ext>
              </a:extLst>
            </p:cNvPr>
            <p:cNvPicPr preferRelativeResize="0"/>
            <p:nvPr/>
          </p:nvPicPr>
          <p:blipFill rotWithShape="1">
            <a:blip r:embed="rId14">
              <a:alphaModFix/>
            </a:blip>
            <a:srcRect/>
            <a:stretch/>
          </p:blipFill>
          <p:spPr>
            <a:xfrm>
              <a:off x="5524500" y="3046857"/>
              <a:ext cx="125984" cy="553593"/>
            </a:xfrm>
            <a:prstGeom prst="rect">
              <a:avLst/>
            </a:prstGeom>
            <a:noFill/>
            <a:ln>
              <a:noFill/>
            </a:ln>
          </p:spPr>
        </p:pic>
        <p:sp>
          <p:nvSpPr>
            <p:cNvPr id="1562" name="Google Shape;1562;p56">
              <a:extLst>
                <a:ext uri="{FF2B5EF4-FFF2-40B4-BE49-F238E27FC236}">
                  <a16:creationId xmlns:a16="http://schemas.microsoft.com/office/drawing/2014/main" id="{E382C5AD-8CF5-6A94-0A03-3197A25FE069}"/>
                </a:ext>
              </a:extLst>
            </p:cNvPr>
            <p:cNvSpPr/>
            <p:nvPr/>
          </p:nvSpPr>
          <p:spPr>
            <a:xfrm>
              <a:off x="5524500" y="3046857"/>
              <a:ext cx="126364" cy="553720"/>
            </a:xfrm>
            <a:custGeom>
              <a:avLst/>
              <a:gdLst/>
              <a:ahLst/>
              <a:cxnLst/>
              <a:rect l="l" t="t" r="r" b="b"/>
              <a:pathLst>
                <a:path w="126364" h="553720"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63" name="Google Shape;1563;p56">
              <a:extLst>
                <a:ext uri="{FF2B5EF4-FFF2-40B4-BE49-F238E27FC236}">
                  <a16:creationId xmlns:a16="http://schemas.microsoft.com/office/drawing/2014/main" id="{DC8CCFF6-0A13-29EF-0E1E-F5E7BA5C9863}"/>
                </a:ext>
              </a:extLst>
            </p:cNvPr>
            <p:cNvPicPr preferRelativeResize="0"/>
            <p:nvPr/>
          </p:nvPicPr>
          <p:blipFill rotWithShape="1">
            <a:blip r:embed="rId3">
              <a:alphaModFix/>
            </a:blip>
            <a:srcRect/>
            <a:stretch/>
          </p:blipFill>
          <p:spPr>
            <a:xfrm>
              <a:off x="5569965" y="3511245"/>
              <a:ext cx="457809" cy="259384"/>
            </a:xfrm>
            <a:prstGeom prst="rect">
              <a:avLst/>
            </a:prstGeom>
            <a:noFill/>
            <a:ln>
              <a:noFill/>
            </a:ln>
          </p:spPr>
        </p:pic>
      </p:grpSp>
      <p:sp>
        <p:nvSpPr>
          <p:cNvPr id="2" name="Google Shape;1176;p47">
            <a:extLst>
              <a:ext uri="{FF2B5EF4-FFF2-40B4-BE49-F238E27FC236}">
                <a16:creationId xmlns:a16="http://schemas.microsoft.com/office/drawing/2014/main" id="{AA85DCED-F1C4-B9A9-1751-E8721DB95B59}"/>
              </a:ext>
            </a:extLst>
          </p:cNvPr>
          <p:cNvSpPr txBox="1"/>
          <p:nvPr/>
        </p:nvSpPr>
        <p:spPr>
          <a:xfrm>
            <a:off x="640937" y="7002111"/>
            <a:ext cx="8858960" cy="64629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dirty="0">
                <a:solidFill>
                  <a:srgbClr val="000000"/>
                </a:solidFill>
                <a:latin typeface="Palatino Linotype"/>
                <a:ea typeface="Palatino Linotype"/>
                <a:cs typeface="Palatino Linotype"/>
                <a:sym typeface="Palatino Linotype"/>
              </a:rPr>
              <a:t>But what’s an issue with flattening?</a:t>
            </a:r>
            <a:endParaRPr dirty="0"/>
          </a:p>
        </p:txBody>
      </p:sp>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0EDCD7B6-B5D2-BC67-54CC-0E0BAA9E8054}"/>
                  </a:ext>
                </a:extLst>
              </p14:cNvPr>
              <p14:cNvContentPartPr/>
              <p14:nvPr/>
            </p14:nvContentPartPr>
            <p14:xfrm>
              <a:off x="4084002" y="2742451"/>
              <a:ext cx="3301920" cy="732240"/>
            </p14:xfrm>
          </p:contentPart>
        </mc:Choice>
        <mc:Fallback>
          <p:pic>
            <p:nvPicPr>
              <p:cNvPr id="8" name="Ink 7">
                <a:extLst>
                  <a:ext uri="{FF2B5EF4-FFF2-40B4-BE49-F238E27FC236}">
                    <a16:creationId xmlns:a16="http://schemas.microsoft.com/office/drawing/2014/main" id="{0EDCD7B6-B5D2-BC67-54CC-0E0BAA9E8054}"/>
                  </a:ext>
                </a:extLst>
              </p:cNvPr>
              <p:cNvPicPr/>
              <p:nvPr/>
            </p:nvPicPr>
            <p:blipFill>
              <a:blip r:embed="rId16"/>
              <a:stretch>
                <a:fillRect/>
              </a:stretch>
            </p:blipFill>
            <p:spPr>
              <a:xfrm>
                <a:off x="4066362" y="2724811"/>
                <a:ext cx="3337560" cy="767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113D3B5B-51F7-6C41-531F-F778D6F192E2}"/>
                  </a:ext>
                </a:extLst>
              </p14:cNvPr>
              <p14:cNvContentPartPr/>
              <p14:nvPr/>
            </p14:nvContentPartPr>
            <p14:xfrm>
              <a:off x="4442562" y="3653251"/>
              <a:ext cx="3135960" cy="490320"/>
            </p14:xfrm>
          </p:contentPart>
        </mc:Choice>
        <mc:Fallback>
          <p:pic>
            <p:nvPicPr>
              <p:cNvPr id="9" name="Ink 8">
                <a:extLst>
                  <a:ext uri="{FF2B5EF4-FFF2-40B4-BE49-F238E27FC236}">
                    <a16:creationId xmlns:a16="http://schemas.microsoft.com/office/drawing/2014/main" id="{113D3B5B-51F7-6C41-531F-F778D6F192E2}"/>
                  </a:ext>
                </a:extLst>
              </p:cNvPr>
              <p:cNvPicPr/>
              <p:nvPr/>
            </p:nvPicPr>
            <p:blipFill>
              <a:blip r:embed="rId18"/>
              <a:stretch>
                <a:fillRect/>
              </a:stretch>
            </p:blipFill>
            <p:spPr>
              <a:xfrm>
                <a:off x="4424562" y="3635611"/>
                <a:ext cx="3171600" cy="525960"/>
              </a:xfrm>
              <a:prstGeom prst="rect">
                <a:avLst/>
              </a:prstGeom>
            </p:spPr>
          </p:pic>
        </mc:Fallback>
      </mc:AlternateContent>
    </p:spTree>
    <p:extLst>
      <p:ext uri="{BB962C8B-B14F-4D97-AF65-F5344CB8AC3E}">
        <p14:creationId xmlns:p14="http://schemas.microsoft.com/office/powerpoint/2010/main" val="49159872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514">
          <a:extLst>
            <a:ext uri="{FF2B5EF4-FFF2-40B4-BE49-F238E27FC236}">
              <a16:creationId xmlns:a16="http://schemas.microsoft.com/office/drawing/2014/main" id="{FD0926B3-FD89-148D-0F68-E2C1B35D2E79}"/>
            </a:ext>
          </a:extLst>
        </p:cNvPr>
        <p:cNvGrpSpPr/>
        <p:nvPr/>
      </p:nvGrpSpPr>
      <p:grpSpPr>
        <a:xfrm>
          <a:off x="0" y="0"/>
          <a:ext cx="0" cy="0"/>
          <a:chOff x="0" y="0"/>
          <a:chExt cx="0" cy="0"/>
        </a:xfrm>
      </p:grpSpPr>
      <p:grpSp>
        <p:nvGrpSpPr>
          <p:cNvPr id="1515" name="Google Shape;1515;p56">
            <a:extLst>
              <a:ext uri="{FF2B5EF4-FFF2-40B4-BE49-F238E27FC236}">
                <a16:creationId xmlns:a16="http://schemas.microsoft.com/office/drawing/2014/main" id="{7CD65511-70E0-A706-51CF-2C8654C3C93B}"/>
              </a:ext>
            </a:extLst>
          </p:cNvPr>
          <p:cNvGrpSpPr/>
          <p:nvPr/>
        </p:nvGrpSpPr>
        <p:grpSpPr>
          <a:xfrm>
            <a:off x="4047382" y="3033712"/>
            <a:ext cx="1480199" cy="1735238"/>
            <a:chOff x="2845816" y="1275829"/>
            <a:chExt cx="1040765" cy="1220089"/>
          </a:xfrm>
        </p:grpSpPr>
        <p:sp>
          <p:nvSpPr>
            <p:cNvPr id="1516" name="Google Shape;1516;p56">
              <a:extLst>
                <a:ext uri="{FF2B5EF4-FFF2-40B4-BE49-F238E27FC236}">
                  <a16:creationId xmlns:a16="http://schemas.microsoft.com/office/drawing/2014/main" id="{FACF2E26-9DC5-D2DE-9A78-537921CA3AE7}"/>
                </a:ext>
              </a:extLst>
            </p:cNvPr>
            <p:cNvSpPr/>
            <p:nvPr/>
          </p:nvSpPr>
          <p:spPr>
            <a:xfrm>
              <a:off x="2845816" y="127582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7" name="Google Shape;1517;p56">
              <a:extLst>
                <a:ext uri="{FF2B5EF4-FFF2-40B4-BE49-F238E27FC236}">
                  <a16:creationId xmlns:a16="http://schemas.microsoft.com/office/drawing/2014/main" id="{3CFCFC63-3B50-FAB3-1384-091A6E45E705}"/>
                </a:ext>
              </a:extLst>
            </p:cNvPr>
            <p:cNvSpPr/>
            <p:nvPr/>
          </p:nvSpPr>
          <p:spPr>
            <a:xfrm>
              <a:off x="2845816" y="1275829"/>
              <a:ext cx="126364" cy="336550"/>
            </a:xfrm>
            <a:custGeom>
              <a:avLst/>
              <a:gdLst/>
              <a:ahLst/>
              <a:cxnLst/>
              <a:rect l="l" t="t" r="r" b="b"/>
              <a:pathLst>
                <a:path w="126364" h="336550" extrusionOk="0">
                  <a:moveTo>
                    <a:pt x="0" y="336550"/>
                  </a:moveTo>
                  <a:lnTo>
                    <a:pt x="125983" y="336550"/>
                  </a:lnTo>
                  <a:lnTo>
                    <a:pt x="125983" y="0"/>
                  </a:lnTo>
                  <a:lnTo>
                    <a:pt x="0" y="0"/>
                  </a:lnTo>
                  <a:lnTo>
                    <a:pt x="0" y="336550"/>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8" name="Google Shape;1518;p56">
              <a:extLst>
                <a:ext uri="{FF2B5EF4-FFF2-40B4-BE49-F238E27FC236}">
                  <a16:creationId xmlns:a16="http://schemas.microsoft.com/office/drawing/2014/main" id="{9AE87C81-9E43-F8C7-C24F-5361CBB66560}"/>
                </a:ext>
              </a:extLst>
            </p:cNvPr>
            <p:cNvSpPr/>
            <p:nvPr/>
          </p:nvSpPr>
          <p:spPr>
            <a:xfrm>
              <a:off x="2845816" y="127582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19" name="Google Shape;1519;p56">
              <a:extLst>
                <a:ext uri="{FF2B5EF4-FFF2-40B4-BE49-F238E27FC236}">
                  <a16:creationId xmlns:a16="http://schemas.microsoft.com/office/drawing/2014/main" id="{8271C336-1C60-B1BD-3F69-E97DA9B5791C}"/>
                </a:ext>
              </a:extLst>
            </p:cNvPr>
            <p:cNvSpPr/>
            <p:nvPr/>
          </p:nvSpPr>
          <p:spPr>
            <a:xfrm>
              <a:off x="2998216" y="1276083"/>
              <a:ext cx="126364" cy="336550"/>
            </a:xfrm>
            <a:custGeom>
              <a:avLst/>
              <a:gdLst/>
              <a:ahLst/>
              <a:cxnLst/>
              <a:rect l="l" t="t" r="r" b="b"/>
              <a:pathLst>
                <a:path w="126364" h="336550" extrusionOk="0">
                  <a:moveTo>
                    <a:pt x="0" y="336296"/>
                  </a:moveTo>
                  <a:lnTo>
                    <a:pt x="125983" y="336296"/>
                  </a:lnTo>
                  <a:lnTo>
                    <a:pt x="125983" y="0"/>
                  </a:lnTo>
                  <a:lnTo>
                    <a:pt x="0" y="0"/>
                  </a:lnTo>
                  <a:lnTo>
                    <a:pt x="0" y="336296"/>
                  </a:lnTo>
                  <a:close/>
                </a:path>
              </a:pathLst>
            </a:custGeom>
            <a:solidFill>
              <a:srgbClr val="FCEADA"/>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0" name="Google Shape;1520;p56">
              <a:extLst>
                <a:ext uri="{FF2B5EF4-FFF2-40B4-BE49-F238E27FC236}">
                  <a16:creationId xmlns:a16="http://schemas.microsoft.com/office/drawing/2014/main" id="{F93B258C-4B1E-7572-397E-C7866FF94DBD}"/>
                </a:ext>
              </a:extLst>
            </p:cNvPr>
            <p:cNvSpPr/>
            <p:nvPr/>
          </p:nvSpPr>
          <p:spPr>
            <a:xfrm>
              <a:off x="2998216" y="127608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21" name="Google Shape;1521;p56">
              <a:extLst>
                <a:ext uri="{FF2B5EF4-FFF2-40B4-BE49-F238E27FC236}">
                  <a16:creationId xmlns:a16="http://schemas.microsoft.com/office/drawing/2014/main" id="{7268A745-20CA-2CFD-8E45-E01219B9A7ED}"/>
                </a:ext>
              </a:extLst>
            </p:cNvPr>
            <p:cNvPicPr preferRelativeResize="0"/>
            <p:nvPr/>
          </p:nvPicPr>
          <p:blipFill rotWithShape="1">
            <a:blip r:embed="rId3">
              <a:alphaModFix/>
            </a:blip>
            <a:srcRect/>
            <a:stretch/>
          </p:blipFill>
          <p:spPr>
            <a:xfrm>
              <a:off x="3321685" y="1659077"/>
              <a:ext cx="457809" cy="259384"/>
            </a:xfrm>
            <a:prstGeom prst="rect">
              <a:avLst/>
            </a:prstGeom>
            <a:noFill/>
            <a:ln>
              <a:noFill/>
            </a:ln>
          </p:spPr>
        </p:pic>
      </p:grpSp>
      <p:grpSp>
        <p:nvGrpSpPr>
          <p:cNvPr id="1522" name="Google Shape;1522;p56">
            <a:extLst>
              <a:ext uri="{FF2B5EF4-FFF2-40B4-BE49-F238E27FC236}">
                <a16:creationId xmlns:a16="http://schemas.microsoft.com/office/drawing/2014/main" id="{D7821687-688C-316C-700B-15603A4BEC4A}"/>
              </a:ext>
            </a:extLst>
          </p:cNvPr>
          <p:cNvGrpSpPr/>
          <p:nvPr/>
        </p:nvGrpSpPr>
        <p:grpSpPr>
          <a:xfrm>
            <a:off x="780289" y="1764065"/>
            <a:ext cx="4075376" cy="707026"/>
            <a:chOff x="548640" y="383108"/>
            <a:chExt cx="2865499" cy="497128"/>
          </a:xfrm>
        </p:grpSpPr>
        <p:pic>
          <p:nvPicPr>
            <p:cNvPr id="1523" name="Google Shape;1523;p56">
              <a:extLst>
                <a:ext uri="{FF2B5EF4-FFF2-40B4-BE49-F238E27FC236}">
                  <a16:creationId xmlns:a16="http://schemas.microsoft.com/office/drawing/2014/main" id="{BE7E7036-A13D-3796-04EC-B65F8F21CE6F}"/>
                </a:ext>
              </a:extLst>
            </p:cNvPr>
            <p:cNvPicPr preferRelativeResize="0"/>
            <p:nvPr/>
          </p:nvPicPr>
          <p:blipFill rotWithShape="1">
            <a:blip r:embed="rId4">
              <a:alphaModFix/>
            </a:blip>
            <a:srcRect/>
            <a:stretch/>
          </p:blipFill>
          <p:spPr>
            <a:xfrm>
              <a:off x="548640" y="383108"/>
              <a:ext cx="377952" cy="497128"/>
            </a:xfrm>
            <a:prstGeom prst="rect">
              <a:avLst/>
            </a:prstGeom>
            <a:noFill/>
            <a:ln>
              <a:noFill/>
            </a:ln>
          </p:spPr>
        </p:pic>
        <p:pic>
          <p:nvPicPr>
            <p:cNvPr id="1524" name="Google Shape;1524;p56">
              <a:extLst>
                <a:ext uri="{FF2B5EF4-FFF2-40B4-BE49-F238E27FC236}">
                  <a16:creationId xmlns:a16="http://schemas.microsoft.com/office/drawing/2014/main" id="{E10C7A7F-53E7-68C1-3753-1BE3B5C6B0C7}"/>
                </a:ext>
              </a:extLst>
            </p:cNvPr>
            <p:cNvPicPr preferRelativeResize="0"/>
            <p:nvPr/>
          </p:nvPicPr>
          <p:blipFill rotWithShape="1">
            <a:blip r:embed="rId5">
              <a:alphaModFix/>
            </a:blip>
            <a:srcRect/>
            <a:stretch/>
          </p:blipFill>
          <p:spPr>
            <a:xfrm>
              <a:off x="737616" y="462356"/>
              <a:ext cx="1037297" cy="396544"/>
            </a:xfrm>
            <a:prstGeom prst="rect">
              <a:avLst/>
            </a:prstGeom>
            <a:noFill/>
            <a:ln>
              <a:noFill/>
            </a:ln>
          </p:spPr>
        </p:pic>
        <p:pic>
          <p:nvPicPr>
            <p:cNvPr id="1525" name="Google Shape;1525;p56">
              <a:extLst>
                <a:ext uri="{FF2B5EF4-FFF2-40B4-BE49-F238E27FC236}">
                  <a16:creationId xmlns:a16="http://schemas.microsoft.com/office/drawing/2014/main" id="{0D959531-D60E-2C47-8F16-0AC4CA1E8816}"/>
                </a:ext>
              </a:extLst>
            </p:cNvPr>
            <p:cNvPicPr preferRelativeResize="0"/>
            <p:nvPr/>
          </p:nvPicPr>
          <p:blipFill rotWithShape="1">
            <a:blip r:embed="rId6">
              <a:alphaModFix/>
            </a:blip>
            <a:srcRect/>
            <a:stretch/>
          </p:blipFill>
          <p:spPr>
            <a:xfrm>
              <a:off x="1702562" y="383108"/>
              <a:ext cx="377951" cy="497128"/>
            </a:xfrm>
            <a:prstGeom prst="rect">
              <a:avLst/>
            </a:prstGeom>
            <a:noFill/>
            <a:ln>
              <a:noFill/>
            </a:ln>
          </p:spPr>
        </p:pic>
        <p:pic>
          <p:nvPicPr>
            <p:cNvPr id="1526" name="Google Shape;1526;p56">
              <a:extLst>
                <a:ext uri="{FF2B5EF4-FFF2-40B4-BE49-F238E27FC236}">
                  <a16:creationId xmlns:a16="http://schemas.microsoft.com/office/drawing/2014/main" id="{F12367B7-13AC-D250-D0EB-B5375011203E}"/>
                </a:ext>
              </a:extLst>
            </p:cNvPr>
            <p:cNvPicPr preferRelativeResize="0"/>
            <p:nvPr/>
          </p:nvPicPr>
          <p:blipFill rotWithShape="1">
            <a:blip r:embed="rId7">
              <a:alphaModFix/>
            </a:blip>
            <a:srcRect/>
            <a:stretch/>
          </p:blipFill>
          <p:spPr>
            <a:xfrm>
              <a:off x="1891537" y="462356"/>
              <a:ext cx="1522602" cy="396544"/>
            </a:xfrm>
            <a:prstGeom prst="rect">
              <a:avLst/>
            </a:prstGeom>
            <a:noFill/>
            <a:ln>
              <a:noFill/>
            </a:ln>
          </p:spPr>
        </p:pic>
      </p:grpSp>
      <p:grpSp>
        <p:nvGrpSpPr>
          <p:cNvPr id="1527" name="Google Shape;1527;p56">
            <a:extLst>
              <a:ext uri="{FF2B5EF4-FFF2-40B4-BE49-F238E27FC236}">
                <a16:creationId xmlns:a16="http://schemas.microsoft.com/office/drawing/2014/main" id="{D86F388E-89A9-C6D0-A9A4-608BF6926D97}"/>
              </a:ext>
            </a:extLst>
          </p:cNvPr>
          <p:cNvGrpSpPr/>
          <p:nvPr/>
        </p:nvGrpSpPr>
        <p:grpSpPr>
          <a:xfrm>
            <a:off x="541867" y="3684694"/>
            <a:ext cx="1084510" cy="1405366"/>
            <a:chOff x="381000" y="1733550"/>
            <a:chExt cx="762546" cy="988148"/>
          </a:xfrm>
        </p:grpSpPr>
        <p:sp>
          <p:nvSpPr>
            <p:cNvPr id="1528" name="Google Shape;1528;p56">
              <a:extLst>
                <a:ext uri="{FF2B5EF4-FFF2-40B4-BE49-F238E27FC236}">
                  <a16:creationId xmlns:a16="http://schemas.microsoft.com/office/drawing/2014/main" id="{CDDE1501-C20D-CCF8-2BD7-4285387D9501}"/>
                </a:ext>
              </a:extLst>
            </p:cNvPr>
            <p:cNvSpPr/>
            <p:nvPr/>
          </p:nvSpPr>
          <p:spPr>
            <a:xfrm>
              <a:off x="381000" y="2110193"/>
              <a:ext cx="385445" cy="611505"/>
            </a:xfrm>
            <a:custGeom>
              <a:avLst/>
              <a:gdLst/>
              <a:ahLst/>
              <a:cxnLst/>
              <a:rect l="l" t="t" r="r" b="b"/>
              <a:pathLst>
                <a:path w="385445" h="611505" extrusionOk="0">
                  <a:moveTo>
                    <a:pt x="385356" y="0"/>
                  </a:moveTo>
                  <a:lnTo>
                    <a:pt x="0" y="0"/>
                  </a:lnTo>
                  <a:lnTo>
                    <a:pt x="0" y="611035"/>
                  </a:lnTo>
                  <a:lnTo>
                    <a:pt x="385356" y="611035"/>
                  </a:lnTo>
                  <a:lnTo>
                    <a:pt x="385356"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29" name="Google Shape;1529;p56">
              <a:extLst>
                <a:ext uri="{FF2B5EF4-FFF2-40B4-BE49-F238E27FC236}">
                  <a16:creationId xmlns:a16="http://schemas.microsoft.com/office/drawing/2014/main" id="{9D96E40A-501A-9019-E294-0F45D5F51E35}"/>
                </a:ext>
              </a:extLst>
            </p:cNvPr>
            <p:cNvSpPr/>
            <p:nvPr/>
          </p:nvSpPr>
          <p:spPr>
            <a:xfrm>
              <a:off x="766356" y="1733550"/>
              <a:ext cx="377190" cy="988060"/>
            </a:xfrm>
            <a:custGeom>
              <a:avLst/>
              <a:gdLst/>
              <a:ahLst/>
              <a:cxnLst/>
              <a:rect l="l" t="t" r="r" b="b"/>
              <a:pathLst>
                <a:path w="377190" h="988060" extrusionOk="0">
                  <a:moveTo>
                    <a:pt x="376643" y="0"/>
                  </a:moveTo>
                  <a:lnTo>
                    <a:pt x="0" y="376681"/>
                  </a:lnTo>
                  <a:lnTo>
                    <a:pt x="0" y="987679"/>
                  </a:lnTo>
                  <a:lnTo>
                    <a:pt x="376643" y="610997"/>
                  </a:lnTo>
                  <a:lnTo>
                    <a:pt x="376643"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0" name="Google Shape;1530;p56">
              <a:extLst>
                <a:ext uri="{FF2B5EF4-FFF2-40B4-BE49-F238E27FC236}">
                  <a16:creationId xmlns:a16="http://schemas.microsoft.com/office/drawing/2014/main" id="{89A2199A-4C36-1F53-E5FA-69AAA152805B}"/>
                </a:ext>
              </a:extLst>
            </p:cNvPr>
            <p:cNvSpPr/>
            <p:nvPr/>
          </p:nvSpPr>
          <p:spPr>
            <a:xfrm>
              <a:off x="381000" y="1733550"/>
              <a:ext cx="762000" cy="377190"/>
            </a:xfrm>
            <a:custGeom>
              <a:avLst/>
              <a:gdLst/>
              <a:ahLst/>
              <a:cxnLst/>
              <a:rect l="l" t="t" r="r" b="b"/>
              <a:pathLst>
                <a:path w="762000" h="377189" extrusionOk="0">
                  <a:moveTo>
                    <a:pt x="762000" y="0"/>
                  </a:moveTo>
                  <a:lnTo>
                    <a:pt x="376643" y="0"/>
                  </a:lnTo>
                  <a:lnTo>
                    <a:pt x="0" y="376681"/>
                  </a:lnTo>
                  <a:lnTo>
                    <a:pt x="385356" y="376681"/>
                  </a:lnTo>
                  <a:lnTo>
                    <a:pt x="762000"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1" name="Google Shape;1531;p56">
              <a:extLst>
                <a:ext uri="{FF2B5EF4-FFF2-40B4-BE49-F238E27FC236}">
                  <a16:creationId xmlns:a16="http://schemas.microsoft.com/office/drawing/2014/main" id="{C417C658-71B0-79B7-171F-3134C964EFA3}"/>
                </a:ext>
              </a:extLst>
            </p:cNvPr>
            <p:cNvSpPr/>
            <p:nvPr/>
          </p:nvSpPr>
          <p:spPr>
            <a:xfrm>
              <a:off x="381000" y="1733550"/>
              <a:ext cx="762000" cy="988060"/>
            </a:xfrm>
            <a:custGeom>
              <a:avLst/>
              <a:gdLst/>
              <a:ahLst/>
              <a:cxnLst/>
              <a:rect l="l" t="t" r="r" b="b"/>
              <a:pathLst>
                <a:path w="762000" h="988060" extrusionOk="0">
                  <a:moveTo>
                    <a:pt x="0" y="376681"/>
                  </a:moveTo>
                  <a:lnTo>
                    <a:pt x="376643" y="0"/>
                  </a:lnTo>
                  <a:lnTo>
                    <a:pt x="762000" y="0"/>
                  </a:lnTo>
                  <a:lnTo>
                    <a:pt x="762000" y="610997"/>
                  </a:lnTo>
                  <a:lnTo>
                    <a:pt x="385356" y="987679"/>
                  </a:lnTo>
                  <a:lnTo>
                    <a:pt x="0" y="987679"/>
                  </a:lnTo>
                  <a:lnTo>
                    <a:pt x="0" y="376681"/>
                  </a:lnTo>
                  <a:close/>
                </a:path>
                <a:path w="762000" h="988060" extrusionOk="0">
                  <a:moveTo>
                    <a:pt x="0" y="376681"/>
                  </a:moveTo>
                  <a:lnTo>
                    <a:pt x="385356" y="376681"/>
                  </a:lnTo>
                  <a:lnTo>
                    <a:pt x="762000" y="0"/>
                  </a:lnTo>
                </a:path>
                <a:path w="762000" h="988060" extrusionOk="0">
                  <a:moveTo>
                    <a:pt x="385356" y="376681"/>
                  </a:moveTo>
                  <a:lnTo>
                    <a:pt x="385356"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sp>
        <p:nvSpPr>
          <p:cNvPr id="1532" name="Google Shape;1532;p56">
            <a:extLst>
              <a:ext uri="{FF2B5EF4-FFF2-40B4-BE49-F238E27FC236}">
                <a16:creationId xmlns:a16="http://schemas.microsoft.com/office/drawing/2014/main" id="{330912C9-FA6E-CD10-EA99-052300E83BD9}"/>
              </a:ext>
            </a:extLst>
          </p:cNvPr>
          <p:cNvSpPr/>
          <p:nvPr/>
        </p:nvSpPr>
        <p:spPr>
          <a:xfrm>
            <a:off x="4118187" y="3512362"/>
            <a:ext cx="37931" cy="1734876"/>
          </a:xfrm>
          <a:custGeom>
            <a:avLst/>
            <a:gdLst/>
            <a:ahLst/>
            <a:cxnLst/>
            <a:rect l="l" t="t" r="r" b="b"/>
            <a:pathLst>
              <a:path w="26669" h="1219835" extrusionOk="0">
                <a:moveTo>
                  <a:pt x="0" y="1219466"/>
                </a:moveTo>
                <a:lnTo>
                  <a:pt x="26416" y="1219466"/>
                </a:lnTo>
                <a:lnTo>
                  <a:pt x="26416"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33" name="Google Shape;1533;p56">
            <a:extLst>
              <a:ext uri="{FF2B5EF4-FFF2-40B4-BE49-F238E27FC236}">
                <a16:creationId xmlns:a16="http://schemas.microsoft.com/office/drawing/2014/main" id="{A89F1011-615C-FE09-0A64-A499B91F3156}"/>
              </a:ext>
            </a:extLst>
          </p:cNvPr>
          <p:cNvGrpSpPr/>
          <p:nvPr/>
        </p:nvGrpSpPr>
        <p:grpSpPr>
          <a:xfrm>
            <a:off x="3939009" y="3512361"/>
            <a:ext cx="1480199" cy="1734876"/>
            <a:chOff x="2769616" y="1612379"/>
            <a:chExt cx="1040765" cy="1219835"/>
          </a:xfrm>
        </p:grpSpPr>
        <p:sp>
          <p:nvSpPr>
            <p:cNvPr id="1534" name="Google Shape;1534;p56">
              <a:extLst>
                <a:ext uri="{FF2B5EF4-FFF2-40B4-BE49-F238E27FC236}">
                  <a16:creationId xmlns:a16="http://schemas.microsoft.com/office/drawing/2014/main" id="{6267F849-5D95-7939-45E4-A308460401A1}"/>
                </a:ext>
              </a:extLst>
            </p:cNvPr>
            <p:cNvSpPr/>
            <p:nvPr/>
          </p:nvSpPr>
          <p:spPr>
            <a:xfrm>
              <a:off x="3048000" y="1612379"/>
              <a:ext cx="762000" cy="1219835"/>
            </a:xfrm>
            <a:custGeom>
              <a:avLst/>
              <a:gdLst/>
              <a:ahLst/>
              <a:cxnLst/>
              <a:rect l="l" t="t" r="r" b="b"/>
              <a:pathLst>
                <a:path w="762000" h="1219835" extrusionOk="0">
                  <a:moveTo>
                    <a:pt x="0" y="1219466"/>
                  </a:moveTo>
                  <a:lnTo>
                    <a:pt x="762000" y="1219466"/>
                  </a:lnTo>
                  <a:lnTo>
                    <a:pt x="762000" y="0"/>
                  </a:lnTo>
                  <a:lnTo>
                    <a:pt x="0" y="0"/>
                  </a:lnTo>
                  <a:lnTo>
                    <a:pt x="0" y="1219466"/>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5" name="Google Shape;1535;p56">
              <a:extLst>
                <a:ext uri="{FF2B5EF4-FFF2-40B4-BE49-F238E27FC236}">
                  <a16:creationId xmlns:a16="http://schemas.microsoft.com/office/drawing/2014/main" id="{98AB006A-D2FC-439B-4446-A691155E7BF4}"/>
                </a:ext>
              </a:extLst>
            </p:cNvPr>
            <p:cNvSpPr/>
            <p:nvPr/>
          </p:nvSpPr>
          <p:spPr>
            <a:xfrm>
              <a:off x="2769616" y="1612379"/>
              <a:ext cx="1040765" cy="1219835"/>
            </a:xfrm>
            <a:custGeom>
              <a:avLst/>
              <a:gdLst/>
              <a:ahLst/>
              <a:cxnLst/>
              <a:rect l="l" t="t" r="r" b="b"/>
              <a:pathLst>
                <a:path w="1040764" h="1219835" extrusionOk="0">
                  <a:moveTo>
                    <a:pt x="0" y="1219466"/>
                  </a:moveTo>
                  <a:lnTo>
                    <a:pt x="1040383" y="1219466"/>
                  </a:lnTo>
                  <a:lnTo>
                    <a:pt x="10403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36" name="Google Shape;1536;p56">
            <a:extLst>
              <a:ext uri="{FF2B5EF4-FFF2-40B4-BE49-F238E27FC236}">
                <a16:creationId xmlns:a16="http://schemas.microsoft.com/office/drawing/2014/main" id="{82C3FC70-33A8-5D00-C323-857F2C185650}"/>
              </a:ext>
            </a:extLst>
          </p:cNvPr>
          <p:cNvGrpSpPr/>
          <p:nvPr/>
        </p:nvGrpSpPr>
        <p:grpSpPr>
          <a:xfrm>
            <a:off x="624230" y="3684694"/>
            <a:ext cx="553155" cy="1405240"/>
            <a:chOff x="438912" y="1733550"/>
            <a:chExt cx="388937" cy="988060"/>
          </a:xfrm>
        </p:grpSpPr>
        <p:sp>
          <p:nvSpPr>
            <p:cNvPr id="1537" name="Google Shape;1537;p56">
              <a:extLst>
                <a:ext uri="{FF2B5EF4-FFF2-40B4-BE49-F238E27FC236}">
                  <a16:creationId xmlns:a16="http://schemas.microsoft.com/office/drawing/2014/main" id="{34A54594-2B5E-F481-40CD-C470C77447CF}"/>
                </a:ext>
              </a:extLst>
            </p:cNvPr>
            <p:cNvSpPr/>
            <p:nvPr/>
          </p:nvSpPr>
          <p:spPr>
            <a:xfrm>
              <a:off x="438912" y="2110422"/>
              <a:ext cx="12065" cy="610870"/>
            </a:xfrm>
            <a:custGeom>
              <a:avLst/>
              <a:gdLst/>
              <a:ahLst/>
              <a:cxnLst/>
              <a:rect l="l" t="t" r="r" b="b"/>
              <a:pathLst>
                <a:path w="12065" h="610869" extrusionOk="0">
                  <a:moveTo>
                    <a:pt x="11751" y="0"/>
                  </a:moveTo>
                  <a:lnTo>
                    <a:pt x="0" y="0"/>
                  </a:lnTo>
                  <a:lnTo>
                    <a:pt x="0" y="610806"/>
                  </a:lnTo>
                  <a:lnTo>
                    <a:pt x="11751" y="610806"/>
                  </a:lnTo>
                  <a:lnTo>
                    <a:pt x="11751" y="0"/>
                  </a:lnTo>
                  <a:close/>
                </a:path>
              </a:pathLst>
            </a:custGeom>
            <a:solidFill>
              <a:srgbClr val="F1F1F1">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8" name="Google Shape;1538;p56">
              <a:extLst>
                <a:ext uri="{FF2B5EF4-FFF2-40B4-BE49-F238E27FC236}">
                  <a16:creationId xmlns:a16="http://schemas.microsoft.com/office/drawing/2014/main" id="{1A194203-505C-C6F9-4886-55BB6F83B3ED}"/>
                </a:ext>
              </a:extLst>
            </p:cNvPr>
            <p:cNvSpPr/>
            <p:nvPr/>
          </p:nvSpPr>
          <p:spPr>
            <a:xfrm>
              <a:off x="450659" y="1733550"/>
              <a:ext cx="377190" cy="988060"/>
            </a:xfrm>
            <a:custGeom>
              <a:avLst/>
              <a:gdLst/>
              <a:ahLst/>
              <a:cxnLst/>
              <a:rect l="l" t="t" r="r" b="b"/>
              <a:pathLst>
                <a:path w="377190" h="988060" extrusionOk="0">
                  <a:moveTo>
                    <a:pt x="376872" y="0"/>
                  </a:moveTo>
                  <a:lnTo>
                    <a:pt x="0" y="376808"/>
                  </a:lnTo>
                  <a:lnTo>
                    <a:pt x="0" y="987679"/>
                  </a:lnTo>
                  <a:lnTo>
                    <a:pt x="376872" y="610743"/>
                  </a:lnTo>
                  <a:lnTo>
                    <a:pt x="376872" y="0"/>
                  </a:lnTo>
                  <a:close/>
                </a:path>
              </a:pathLst>
            </a:custGeom>
            <a:solidFill>
              <a:srgbClr val="C3C3C3">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39" name="Google Shape;1539;p56">
              <a:extLst>
                <a:ext uri="{FF2B5EF4-FFF2-40B4-BE49-F238E27FC236}">
                  <a16:creationId xmlns:a16="http://schemas.microsoft.com/office/drawing/2014/main" id="{4DD438DA-44CD-7709-AE46-5B08C5E54A32}"/>
                </a:ext>
              </a:extLst>
            </p:cNvPr>
            <p:cNvSpPr/>
            <p:nvPr/>
          </p:nvSpPr>
          <p:spPr>
            <a:xfrm>
              <a:off x="438912" y="1733550"/>
              <a:ext cx="388620" cy="377190"/>
            </a:xfrm>
            <a:custGeom>
              <a:avLst/>
              <a:gdLst/>
              <a:ahLst/>
              <a:cxnLst/>
              <a:rect l="l" t="t" r="r" b="b"/>
              <a:pathLst>
                <a:path w="388619" h="377189" extrusionOk="0">
                  <a:moveTo>
                    <a:pt x="388619" y="0"/>
                  </a:moveTo>
                  <a:lnTo>
                    <a:pt x="376872" y="0"/>
                  </a:lnTo>
                  <a:lnTo>
                    <a:pt x="0" y="376808"/>
                  </a:lnTo>
                  <a:lnTo>
                    <a:pt x="11747" y="376808"/>
                  </a:lnTo>
                  <a:lnTo>
                    <a:pt x="388619" y="0"/>
                  </a:lnTo>
                  <a:close/>
                </a:path>
              </a:pathLst>
            </a:custGeom>
            <a:solidFill>
              <a:srgbClr val="F5F5F5">
                <a:alpha val="5019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0" name="Google Shape;1540;p56">
              <a:extLst>
                <a:ext uri="{FF2B5EF4-FFF2-40B4-BE49-F238E27FC236}">
                  <a16:creationId xmlns:a16="http://schemas.microsoft.com/office/drawing/2014/main" id="{B85246DD-ADF2-E55E-3453-07CF8F528672}"/>
                </a:ext>
              </a:extLst>
            </p:cNvPr>
            <p:cNvSpPr/>
            <p:nvPr/>
          </p:nvSpPr>
          <p:spPr>
            <a:xfrm>
              <a:off x="438912" y="1733550"/>
              <a:ext cx="388620" cy="988060"/>
            </a:xfrm>
            <a:custGeom>
              <a:avLst/>
              <a:gdLst/>
              <a:ahLst/>
              <a:cxnLst/>
              <a:rect l="l" t="t" r="r" b="b"/>
              <a:pathLst>
                <a:path w="388619" h="988060" extrusionOk="0">
                  <a:moveTo>
                    <a:pt x="0" y="376808"/>
                  </a:moveTo>
                  <a:lnTo>
                    <a:pt x="376872" y="0"/>
                  </a:lnTo>
                  <a:lnTo>
                    <a:pt x="388619" y="0"/>
                  </a:lnTo>
                  <a:lnTo>
                    <a:pt x="388619" y="610743"/>
                  </a:lnTo>
                  <a:lnTo>
                    <a:pt x="11747" y="987679"/>
                  </a:lnTo>
                  <a:lnTo>
                    <a:pt x="0" y="987679"/>
                  </a:lnTo>
                  <a:lnTo>
                    <a:pt x="0" y="376808"/>
                  </a:lnTo>
                  <a:close/>
                </a:path>
                <a:path w="388619" h="988060" extrusionOk="0">
                  <a:moveTo>
                    <a:pt x="0" y="376808"/>
                  </a:moveTo>
                  <a:lnTo>
                    <a:pt x="11747" y="376808"/>
                  </a:lnTo>
                  <a:lnTo>
                    <a:pt x="388619" y="0"/>
                  </a:lnTo>
                </a:path>
                <a:path w="388619" h="988060" extrusionOk="0">
                  <a:moveTo>
                    <a:pt x="11747" y="376808"/>
                  </a:moveTo>
                  <a:lnTo>
                    <a:pt x="11747" y="987679"/>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41" name="Google Shape;1541;p56">
            <a:extLst>
              <a:ext uri="{FF2B5EF4-FFF2-40B4-BE49-F238E27FC236}">
                <a16:creationId xmlns:a16="http://schemas.microsoft.com/office/drawing/2014/main" id="{D1681EDB-9171-A9BC-215D-D44621FE7D28}"/>
              </a:ext>
            </a:extLst>
          </p:cNvPr>
          <p:cNvGrpSpPr/>
          <p:nvPr/>
        </p:nvGrpSpPr>
        <p:grpSpPr>
          <a:xfrm>
            <a:off x="3939009" y="3512361"/>
            <a:ext cx="396464" cy="1735238"/>
            <a:chOff x="2769616" y="1612379"/>
            <a:chExt cx="278764" cy="1220089"/>
          </a:xfrm>
        </p:grpSpPr>
        <p:pic>
          <p:nvPicPr>
            <p:cNvPr id="1542" name="Google Shape;1542;p56">
              <a:extLst>
                <a:ext uri="{FF2B5EF4-FFF2-40B4-BE49-F238E27FC236}">
                  <a16:creationId xmlns:a16="http://schemas.microsoft.com/office/drawing/2014/main" id="{CF9A0A4C-2361-4B4C-04BD-298AE7FFED0A}"/>
                </a:ext>
              </a:extLst>
            </p:cNvPr>
            <p:cNvPicPr preferRelativeResize="0"/>
            <p:nvPr/>
          </p:nvPicPr>
          <p:blipFill rotWithShape="1">
            <a:blip r:embed="rId8">
              <a:alphaModFix/>
            </a:blip>
            <a:srcRect/>
            <a:stretch/>
          </p:blipFill>
          <p:spPr>
            <a:xfrm>
              <a:off x="2769616" y="1612379"/>
              <a:ext cx="125983" cy="1219466"/>
            </a:xfrm>
            <a:prstGeom prst="rect">
              <a:avLst/>
            </a:prstGeom>
            <a:noFill/>
            <a:ln>
              <a:noFill/>
            </a:ln>
          </p:spPr>
        </p:pic>
        <p:sp>
          <p:nvSpPr>
            <p:cNvPr id="1543" name="Google Shape;1543;p56">
              <a:extLst>
                <a:ext uri="{FF2B5EF4-FFF2-40B4-BE49-F238E27FC236}">
                  <a16:creationId xmlns:a16="http://schemas.microsoft.com/office/drawing/2014/main" id="{3450BCBF-2C7A-A4CB-BFF1-85A68FF75003}"/>
                </a:ext>
              </a:extLst>
            </p:cNvPr>
            <p:cNvSpPr/>
            <p:nvPr/>
          </p:nvSpPr>
          <p:spPr>
            <a:xfrm>
              <a:off x="2769616" y="1612379"/>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4" name="Google Shape;1544;p56">
              <a:extLst>
                <a:ext uri="{FF2B5EF4-FFF2-40B4-BE49-F238E27FC236}">
                  <a16:creationId xmlns:a16="http://schemas.microsoft.com/office/drawing/2014/main" id="{CA0633BD-5E87-3EAA-41BF-2F54F5796B39}"/>
                </a:ext>
              </a:extLst>
            </p:cNvPr>
            <p:cNvPicPr preferRelativeResize="0"/>
            <p:nvPr/>
          </p:nvPicPr>
          <p:blipFill rotWithShape="1">
            <a:blip r:embed="rId9">
              <a:alphaModFix/>
            </a:blip>
            <a:srcRect/>
            <a:stretch/>
          </p:blipFill>
          <p:spPr>
            <a:xfrm>
              <a:off x="2922016" y="1612633"/>
              <a:ext cx="125983" cy="1219466"/>
            </a:xfrm>
            <a:prstGeom prst="rect">
              <a:avLst/>
            </a:prstGeom>
            <a:noFill/>
            <a:ln>
              <a:noFill/>
            </a:ln>
          </p:spPr>
        </p:pic>
        <p:sp>
          <p:nvSpPr>
            <p:cNvPr id="1545" name="Google Shape;1545;p56">
              <a:extLst>
                <a:ext uri="{FF2B5EF4-FFF2-40B4-BE49-F238E27FC236}">
                  <a16:creationId xmlns:a16="http://schemas.microsoft.com/office/drawing/2014/main" id="{32C1C9F8-2B17-620F-FF9C-C2F5DA7B3EB8}"/>
                </a:ext>
              </a:extLst>
            </p:cNvPr>
            <p:cNvSpPr/>
            <p:nvPr/>
          </p:nvSpPr>
          <p:spPr>
            <a:xfrm>
              <a:off x="2922016" y="1612633"/>
              <a:ext cx="126364" cy="1219835"/>
            </a:xfrm>
            <a:custGeom>
              <a:avLst/>
              <a:gdLst/>
              <a:ahLst/>
              <a:cxnLst/>
              <a:rect l="l" t="t" r="r" b="b"/>
              <a:pathLst>
                <a:path w="126364" h="1219835" extrusionOk="0">
                  <a:moveTo>
                    <a:pt x="0" y="1219466"/>
                  </a:moveTo>
                  <a:lnTo>
                    <a:pt x="125983" y="1219466"/>
                  </a:lnTo>
                  <a:lnTo>
                    <a:pt x="125983" y="0"/>
                  </a:lnTo>
                  <a:lnTo>
                    <a:pt x="0" y="0"/>
                  </a:lnTo>
                  <a:lnTo>
                    <a:pt x="0" y="1219466"/>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46" name="Google Shape;1546;p56">
            <a:extLst>
              <a:ext uri="{FF2B5EF4-FFF2-40B4-BE49-F238E27FC236}">
                <a16:creationId xmlns:a16="http://schemas.microsoft.com/office/drawing/2014/main" id="{C1F05458-59B8-2275-6906-9C766BAA502B}"/>
              </a:ext>
            </a:extLst>
          </p:cNvPr>
          <p:cNvPicPr preferRelativeResize="0"/>
          <p:nvPr/>
        </p:nvPicPr>
        <p:blipFill rotWithShape="1">
          <a:blip r:embed="rId3">
            <a:alphaModFix/>
          </a:blip>
          <a:srcRect/>
          <a:stretch/>
        </p:blipFill>
        <p:spPr>
          <a:xfrm>
            <a:off x="4615802" y="4057677"/>
            <a:ext cx="651106" cy="368469"/>
          </a:xfrm>
          <a:prstGeom prst="rect">
            <a:avLst/>
          </a:prstGeom>
          <a:noFill/>
          <a:ln>
            <a:noFill/>
          </a:ln>
        </p:spPr>
      </p:pic>
      <p:sp>
        <p:nvSpPr>
          <p:cNvPr id="1547" name="Google Shape;1547;p56">
            <a:extLst>
              <a:ext uri="{FF2B5EF4-FFF2-40B4-BE49-F238E27FC236}">
                <a16:creationId xmlns:a16="http://schemas.microsoft.com/office/drawing/2014/main" id="{196522ED-F552-DF41-F165-38B464D6994B}"/>
              </a:ext>
            </a:extLst>
          </p:cNvPr>
          <p:cNvSpPr/>
          <p:nvPr/>
        </p:nvSpPr>
        <p:spPr>
          <a:xfrm>
            <a:off x="6044342" y="4325722"/>
            <a:ext cx="866987" cy="108373"/>
          </a:xfrm>
          <a:custGeom>
            <a:avLst/>
            <a:gdLst/>
            <a:ahLst/>
            <a:cxnLst/>
            <a:rect l="l" t="t" r="r" b="b"/>
            <a:pathLst>
              <a:path w="609600" h="76200" extrusionOk="0">
                <a:moveTo>
                  <a:pt x="558800" y="38100"/>
                </a:moveTo>
                <a:lnTo>
                  <a:pt x="533400" y="76200"/>
                </a:lnTo>
                <a:lnTo>
                  <a:pt x="600201" y="42799"/>
                </a:lnTo>
                <a:lnTo>
                  <a:pt x="558800" y="42799"/>
                </a:lnTo>
                <a:lnTo>
                  <a:pt x="558800" y="38100"/>
                </a:lnTo>
                <a:close/>
              </a:path>
              <a:path w="609600" h="76200" extrusionOk="0">
                <a:moveTo>
                  <a:pt x="555582" y="33274"/>
                </a:moveTo>
                <a:lnTo>
                  <a:pt x="0" y="33274"/>
                </a:lnTo>
                <a:lnTo>
                  <a:pt x="0" y="42799"/>
                </a:lnTo>
                <a:lnTo>
                  <a:pt x="555667" y="42799"/>
                </a:lnTo>
                <a:lnTo>
                  <a:pt x="558800" y="38100"/>
                </a:lnTo>
                <a:lnTo>
                  <a:pt x="555582" y="33274"/>
                </a:lnTo>
                <a:close/>
              </a:path>
              <a:path w="609600" h="76200" extrusionOk="0">
                <a:moveTo>
                  <a:pt x="599948" y="33274"/>
                </a:moveTo>
                <a:lnTo>
                  <a:pt x="558800" y="33274"/>
                </a:lnTo>
                <a:lnTo>
                  <a:pt x="558800" y="42799"/>
                </a:lnTo>
                <a:lnTo>
                  <a:pt x="600201" y="42799"/>
                </a:lnTo>
                <a:lnTo>
                  <a:pt x="609600" y="38100"/>
                </a:lnTo>
                <a:lnTo>
                  <a:pt x="599948" y="33274"/>
                </a:lnTo>
                <a:close/>
              </a:path>
              <a:path w="609600" h="76200" extrusionOk="0">
                <a:moveTo>
                  <a:pt x="533400" y="0"/>
                </a:moveTo>
                <a:lnTo>
                  <a:pt x="558800" y="38100"/>
                </a:lnTo>
                <a:lnTo>
                  <a:pt x="558800" y="33274"/>
                </a:lnTo>
                <a:lnTo>
                  <a:pt x="599948" y="33274"/>
                </a:lnTo>
                <a:lnTo>
                  <a:pt x="53340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sp>
        <p:nvSpPr>
          <p:cNvPr id="1548" name="Google Shape;1548;p56">
            <a:extLst>
              <a:ext uri="{FF2B5EF4-FFF2-40B4-BE49-F238E27FC236}">
                <a16:creationId xmlns:a16="http://schemas.microsoft.com/office/drawing/2014/main" id="{B2038376-0115-7219-4417-B0C5D8653E34}"/>
              </a:ext>
            </a:extLst>
          </p:cNvPr>
          <p:cNvSpPr/>
          <p:nvPr/>
        </p:nvSpPr>
        <p:spPr>
          <a:xfrm>
            <a:off x="7586134" y="2709333"/>
            <a:ext cx="108373" cy="3576320"/>
          </a:xfrm>
          <a:custGeom>
            <a:avLst/>
            <a:gdLst/>
            <a:ahLst/>
            <a:cxnLst/>
            <a:rect l="l" t="t" r="r" b="b"/>
            <a:pathLst>
              <a:path w="76200" h="2514600" extrusionOk="0">
                <a:moveTo>
                  <a:pt x="76200" y="2514600"/>
                </a:moveTo>
                <a:lnTo>
                  <a:pt x="46559" y="2514107"/>
                </a:lnTo>
                <a:lnTo>
                  <a:pt x="22336" y="2512758"/>
                </a:lnTo>
                <a:lnTo>
                  <a:pt x="5994" y="2510742"/>
                </a:lnTo>
                <a:lnTo>
                  <a:pt x="0" y="2508250"/>
                </a:lnTo>
                <a:lnTo>
                  <a:pt x="0" y="6350"/>
                </a:lnTo>
                <a:lnTo>
                  <a:pt x="5994" y="3857"/>
                </a:lnTo>
                <a:lnTo>
                  <a:pt x="22336" y="1841"/>
                </a:lnTo>
                <a:lnTo>
                  <a:pt x="46559" y="492"/>
                </a:lnTo>
                <a:lnTo>
                  <a:pt x="7620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49" name="Google Shape;1549;p56">
            <a:extLst>
              <a:ext uri="{FF2B5EF4-FFF2-40B4-BE49-F238E27FC236}">
                <a16:creationId xmlns:a16="http://schemas.microsoft.com/office/drawing/2014/main" id="{0E885A54-60BF-4673-7D25-D64F06C8E838}"/>
              </a:ext>
            </a:extLst>
          </p:cNvPr>
          <p:cNvPicPr preferRelativeResize="0"/>
          <p:nvPr/>
        </p:nvPicPr>
        <p:blipFill rotWithShape="1">
          <a:blip r:embed="rId10">
            <a:alphaModFix/>
          </a:blip>
          <a:srcRect/>
          <a:stretch/>
        </p:blipFill>
        <p:spPr>
          <a:xfrm>
            <a:off x="5975705" y="5224317"/>
            <a:ext cx="1151646" cy="368469"/>
          </a:xfrm>
          <a:prstGeom prst="rect">
            <a:avLst/>
          </a:prstGeom>
          <a:noFill/>
          <a:ln>
            <a:noFill/>
          </a:ln>
        </p:spPr>
      </p:pic>
      <p:sp>
        <p:nvSpPr>
          <p:cNvPr id="1550" name="Google Shape;1550;p56">
            <a:extLst>
              <a:ext uri="{FF2B5EF4-FFF2-40B4-BE49-F238E27FC236}">
                <a16:creationId xmlns:a16="http://schemas.microsoft.com/office/drawing/2014/main" id="{76C057A8-4FF7-145C-BAFA-8E02105224E2}"/>
              </a:ext>
            </a:extLst>
          </p:cNvPr>
          <p:cNvSpPr/>
          <p:nvPr/>
        </p:nvSpPr>
        <p:spPr>
          <a:xfrm>
            <a:off x="8236374" y="2710778"/>
            <a:ext cx="108373" cy="3576320"/>
          </a:xfrm>
          <a:custGeom>
            <a:avLst/>
            <a:gdLst/>
            <a:ahLst/>
            <a:cxnLst/>
            <a:rect l="l" t="t" r="r" b="b"/>
            <a:pathLst>
              <a:path w="76200" h="2514600" extrusionOk="0">
                <a:moveTo>
                  <a:pt x="0" y="2514600"/>
                </a:moveTo>
                <a:lnTo>
                  <a:pt x="29640" y="2514090"/>
                </a:lnTo>
                <a:lnTo>
                  <a:pt x="53863" y="2512710"/>
                </a:lnTo>
                <a:lnTo>
                  <a:pt x="70205" y="2510688"/>
                </a:lnTo>
                <a:lnTo>
                  <a:pt x="76200" y="2508250"/>
                </a:lnTo>
                <a:lnTo>
                  <a:pt x="76200" y="6350"/>
                </a:lnTo>
                <a:lnTo>
                  <a:pt x="70205" y="3857"/>
                </a:lnTo>
                <a:lnTo>
                  <a:pt x="53863" y="1841"/>
                </a:lnTo>
                <a:lnTo>
                  <a:pt x="29640" y="492"/>
                </a:lnTo>
                <a:lnTo>
                  <a:pt x="0" y="0"/>
                </a:lnTo>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nvGrpSpPr>
          <p:cNvPr id="1551" name="Google Shape;1551;p56">
            <a:extLst>
              <a:ext uri="{FF2B5EF4-FFF2-40B4-BE49-F238E27FC236}">
                <a16:creationId xmlns:a16="http://schemas.microsoft.com/office/drawing/2014/main" id="{E18DF9E5-9388-572D-641F-27F0CFFBA12B}"/>
              </a:ext>
            </a:extLst>
          </p:cNvPr>
          <p:cNvGrpSpPr/>
          <p:nvPr/>
        </p:nvGrpSpPr>
        <p:grpSpPr>
          <a:xfrm>
            <a:off x="7851286" y="2725408"/>
            <a:ext cx="180079" cy="1574845"/>
            <a:chOff x="5520435" y="1059052"/>
            <a:chExt cx="126618" cy="1107313"/>
          </a:xfrm>
        </p:grpSpPr>
        <p:pic>
          <p:nvPicPr>
            <p:cNvPr id="1552" name="Google Shape;1552;p56">
              <a:extLst>
                <a:ext uri="{FF2B5EF4-FFF2-40B4-BE49-F238E27FC236}">
                  <a16:creationId xmlns:a16="http://schemas.microsoft.com/office/drawing/2014/main" id="{8934E319-CB54-E862-AA00-1016702B1B51}"/>
                </a:ext>
              </a:extLst>
            </p:cNvPr>
            <p:cNvPicPr preferRelativeResize="0"/>
            <p:nvPr/>
          </p:nvPicPr>
          <p:blipFill rotWithShape="1">
            <a:blip r:embed="rId11">
              <a:alphaModFix/>
            </a:blip>
            <a:srcRect/>
            <a:stretch/>
          </p:blipFill>
          <p:spPr>
            <a:xfrm>
              <a:off x="5520689" y="1059052"/>
              <a:ext cx="125984" cy="553593"/>
            </a:xfrm>
            <a:prstGeom prst="rect">
              <a:avLst/>
            </a:prstGeom>
            <a:noFill/>
            <a:ln>
              <a:noFill/>
            </a:ln>
          </p:spPr>
        </p:pic>
        <p:sp>
          <p:nvSpPr>
            <p:cNvPr id="1553" name="Google Shape;1553;p56">
              <a:extLst>
                <a:ext uri="{FF2B5EF4-FFF2-40B4-BE49-F238E27FC236}">
                  <a16:creationId xmlns:a16="http://schemas.microsoft.com/office/drawing/2014/main" id="{97F78170-4E0B-F28C-A28B-549067713494}"/>
                </a:ext>
              </a:extLst>
            </p:cNvPr>
            <p:cNvSpPr/>
            <p:nvPr/>
          </p:nvSpPr>
          <p:spPr>
            <a:xfrm>
              <a:off x="5520689" y="1059052"/>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54" name="Google Shape;1554;p56">
              <a:extLst>
                <a:ext uri="{FF2B5EF4-FFF2-40B4-BE49-F238E27FC236}">
                  <a16:creationId xmlns:a16="http://schemas.microsoft.com/office/drawing/2014/main" id="{A73CF1C9-0D47-F18C-9425-877DAEDB9BEC}"/>
                </a:ext>
              </a:extLst>
            </p:cNvPr>
            <p:cNvPicPr preferRelativeResize="0"/>
            <p:nvPr/>
          </p:nvPicPr>
          <p:blipFill rotWithShape="1">
            <a:blip r:embed="rId12">
              <a:alphaModFix/>
            </a:blip>
            <a:srcRect/>
            <a:stretch/>
          </p:blipFill>
          <p:spPr>
            <a:xfrm>
              <a:off x="5520435" y="1612645"/>
              <a:ext cx="125984" cy="553592"/>
            </a:xfrm>
            <a:prstGeom prst="rect">
              <a:avLst/>
            </a:prstGeom>
            <a:noFill/>
            <a:ln>
              <a:noFill/>
            </a:ln>
          </p:spPr>
        </p:pic>
        <p:sp>
          <p:nvSpPr>
            <p:cNvPr id="1555" name="Google Shape;1555;p56">
              <a:extLst>
                <a:ext uri="{FF2B5EF4-FFF2-40B4-BE49-F238E27FC236}">
                  <a16:creationId xmlns:a16="http://schemas.microsoft.com/office/drawing/2014/main" id="{F0572374-A67A-C471-5074-1846442A58AD}"/>
                </a:ext>
              </a:extLst>
            </p:cNvPr>
            <p:cNvSpPr/>
            <p:nvPr/>
          </p:nvSpPr>
          <p:spPr>
            <a:xfrm>
              <a:off x="5520435" y="1612645"/>
              <a:ext cx="126364" cy="553720"/>
            </a:xfrm>
            <a:custGeom>
              <a:avLst/>
              <a:gdLst/>
              <a:ahLst/>
              <a:cxnLst/>
              <a:rect l="l" t="t" r="r" b="b"/>
              <a:pathLst>
                <a:path w="126364" h="553719" extrusionOk="0">
                  <a:moveTo>
                    <a:pt x="0" y="553592"/>
                  </a:moveTo>
                  <a:lnTo>
                    <a:pt x="125984" y="553592"/>
                  </a:lnTo>
                  <a:lnTo>
                    <a:pt x="125984" y="0"/>
                  </a:lnTo>
                  <a:lnTo>
                    <a:pt x="0" y="0"/>
                  </a:lnTo>
                  <a:lnTo>
                    <a:pt x="0" y="55359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grpSp>
        <p:nvGrpSpPr>
          <p:cNvPr id="1556" name="Google Shape;1556;p56">
            <a:extLst>
              <a:ext uri="{FF2B5EF4-FFF2-40B4-BE49-F238E27FC236}">
                <a16:creationId xmlns:a16="http://schemas.microsoft.com/office/drawing/2014/main" id="{1C0E07AA-8577-36AD-2257-F51FAE1D3A2F}"/>
              </a:ext>
            </a:extLst>
          </p:cNvPr>
          <p:cNvGrpSpPr/>
          <p:nvPr/>
        </p:nvGrpSpPr>
        <p:grpSpPr>
          <a:xfrm>
            <a:off x="7857067" y="4761383"/>
            <a:ext cx="179717" cy="787512"/>
            <a:chOff x="5524500" y="2490597"/>
            <a:chExt cx="126364" cy="553720"/>
          </a:xfrm>
        </p:grpSpPr>
        <p:pic>
          <p:nvPicPr>
            <p:cNvPr id="1557" name="Google Shape;1557;p56">
              <a:extLst>
                <a:ext uri="{FF2B5EF4-FFF2-40B4-BE49-F238E27FC236}">
                  <a16:creationId xmlns:a16="http://schemas.microsoft.com/office/drawing/2014/main" id="{E3D1A8F7-2447-A0F6-ACB6-9F8BCF2EDBEB}"/>
                </a:ext>
              </a:extLst>
            </p:cNvPr>
            <p:cNvPicPr preferRelativeResize="0"/>
            <p:nvPr/>
          </p:nvPicPr>
          <p:blipFill rotWithShape="1">
            <a:blip r:embed="rId13">
              <a:alphaModFix/>
            </a:blip>
            <a:srcRect/>
            <a:stretch/>
          </p:blipFill>
          <p:spPr>
            <a:xfrm>
              <a:off x="5524500" y="2490597"/>
              <a:ext cx="125984" cy="553593"/>
            </a:xfrm>
            <a:prstGeom prst="rect">
              <a:avLst/>
            </a:prstGeom>
            <a:noFill/>
            <a:ln>
              <a:noFill/>
            </a:ln>
          </p:spPr>
        </p:pic>
        <p:sp>
          <p:nvSpPr>
            <p:cNvPr id="1558" name="Google Shape;1558;p56">
              <a:extLst>
                <a:ext uri="{FF2B5EF4-FFF2-40B4-BE49-F238E27FC236}">
                  <a16:creationId xmlns:a16="http://schemas.microsoft.com/office/drawing/2014/main" id="{92B5BEDC-96E3-C9E8-E56F-66786EA6F690}"/>
                </a:ext>
              </a:extLst>
            </p:cNvPr>
            <p:cNvSpPr/>
            <p:nvPr/>
          </p:nvSpPr>
          <p:spPr>
            <a:xfrm>
              <a:off x="5524500" y="2490597"/>
              <a:ext cx="126364" cy="553720"/>
            </a:xfrm>
            <a:custGeom>
              <a:avLst/>
              <a:gdLst/>
              <a:ahLst/>
              <a:cxnLst/>
              <a:rect l="l" t="t" r="r" b="b"/>
              <a:pathLst>
                <a:path w="126364" h="553719"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grpSp>
      <p:pic>
        <p:nvPicPr>
          <p:cNvPr id="1559" name="Google Shape;1559;p56">
            <a:extLst>
              <a:ext uri="{FF2B5EF4-FFF2-40B4-BE49-F238E27FC236}">
                <a16:creationId xmlns:a16="http://schemas.microsoft.com/office/drawing/2014/main" id="{C6776DFA-E2BD-6447-7ABA-B0007D959DC8}"/>
              </a:ext>
            </a:extLst>
          </p:cNvPr>
          <p:cNvPicPr preferRelativeResize="0"/>
          <p:nvPr/>
        </p:nvPicPr>
        <p:blipFill rotWithShape="1">
          <a:blip r:embed="rId3">
            <a:alphaModFix/>
          </a:blip>
          <a:srcRect/>
          <a:stretch/>
        </p:blipFill>
        <p:spPr>
          <a:xfrm>
            <a:off x="7927690" y="4075559"/>
            <a:ext cx="650240" cy="368469"/>
          </a:xfrm>
          <a:prstGeom prst="rect">
            <a:avLst/>
          </a:prstGeom>
          <a:noFill/>
          <a:ln>
            <a:noFill/>
          </a:ln>
        </p:spPr>
      </p:pic>
      <p:grpSp>
        <p:nvGrpSpPr>
          <p:cNvPr id="1560" name="Google Shape;1560;p56">
            <a:extLst>
              <a:ext uri="{FF2B5EF4-FFF2-40B4-BE49-F238E27FC236}">
                <a16:creationId xmlns:a16="http://schemas.microsoft.com/office/drawing/2014/main" id="{AF56EE42-C7C5-8D8A-AAF6-EC1567880441}"/>
              </a:ext>
            </a:extLst>
          </p:cNvPr>
          <p:cNvGrpSpPr/>
          <p:nvPr/>
        </p:nvGrpSpPr>
        <p:grpSpPr>
          <a:xfrm>
            <a:off x="7857067" y="5552508"/>
            <a:ext cx="715767" cy="1029365"/>
            <a:chOff x="5524500" y="3046857"/>
            <a:chExt cx="503274" cy="723772"/>
          </a:xfrm>
        </p:grpSpPr>
        <p:pic>
          <p:nvPicPr>
            <p:cNvPr id="1561" name="Google Shape;1561;p56">
              <a:extLst>
                <a:ext uri="{FF2B5EF4-FFF2-40B4-BE49-F238E27FC236}">
                  <a16:creationId xmlns:a16="http://schemas.microsoft.com/office/drawing/2014/main" id="{7432DB36-5660-6804-B7F9-4FFD10AC250C}"/>
                </a:ext>
              </a:extLst>
            </p:cNvPr>
            <p:cNvPicPr preferRelativeResize="0"/>
            <p:nvPr/>
          </p:nvPicPr>
          <p:blipFill rotWithShape="1">
            <a:blip r:embed="rId14">
              <a:alphaModFix/>
            </a:blip>
            <a:srcRect/>
            <a:stretch/>
          </p:blipFill>
          <p:spPr>
            <a:xfrm>
              <a:off x="5524500" y="3046857"/>
              <a:ext cx="125984" cy="553593"/>
            </a:xfrm>
            <a:prstGeom prst="rect">
              <a:avLst/>
            </a:prstGeom>
            <a:noFill/>
            <a:ln>
              <a:noFill/>
            </a:ln>
          </p:spPr>
        </p:pic>
        <p:sp>
          <p:nvSpPr>
            <p:cNvPr id="1562" name="Google Shape;1562;p56">
              <a:extLst>
                <a:ext uri="{FF2B5EF4-FFF2-40B4-BE49-F238E27FC236}">
                  <a16:creationId xmlns:a16="http://schemas.microsoft.com/office/drawing/2014/main" id="{61BD62EF-B5D0-41EF-3D2C-FF730F15D4C6}"/>
                </a:ext>
              </a:extLst>
            </p:cNvPr>
            <p:cNvSpPr/>
            <p:nvPr/>
          </p:nvSpPr>
          <p:spPr>
            <a:xfrm>
              <a:off x="5524500" y="3046857"/>
              <a:ext cx="126364" cy="553720"/>
            </a:xfrm>
            <a:custGeom>
              <a:avLst/>
              <a:gdLst/>
              <a:ahLst/>
              <a:cxnLst/>
              <a:rect l="l" t="t" r="r" b="b"/>
              <a:pathLst>
                <a:path w="126364" h="553720" extrusionOk="0">
                  <a:moveTo>
                    <a:pt x="0" y="553593"/>
                  </a:moveTo>
                  <a:lnTo>
                    <a:pt x="125984" y="553593"/>
                  </a:lnTo>
                  <a:lnTo>
                    <a:pt x="125984" y="0"/>
                  </a:lnTo>
                  <a:lnTo>
                    <a:pt x="0" y="0"/>
                  </a:lnTo>
                  <a:lnTo>
                    <a:pt x="0" y="55359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2560"/>
                <a:buFont typeface="Calibri"/>
                <a:buNone/>
              </a:pPr>
              <a:endParaRPr sz="2560" b="0" i="0" u="none" strike="noStrike" cap="none">
                <a:solidFill>
                  <a:srgbClr val="000000"/>
                </a:solidFill>
                <a:latin typeface="Calibri"/>
                <a:ea typeface="Calibri"/>
                <a:cs typeface="Calibri"/>
                <a:sym typeface="Calibri"/>
              </a:endParaRPr>
            </a:p>
          </p:txBody>
        </p:sp>
        <p:pic>
          <p:nvPicPr>
            <p:cNvPr id="1563" name="Google Shape;1563;p56">
              <a:extLst>
                <a:ext uri="{FF2B5EF4-FFF2-40B4-BE49-F238E27FC236}">
                  <a16:creationId xmlns:a16="http://schemas.microsoft.com/office/drawing/2014/main" id="{41416A63-DF69-F384-E9A2-C5D53E4FDF4D}"/>
                </a:ext>
              </a:extLst>
            </p:cNvPr>
            <p:cNvPicPr preferRelativeResize="0"/>
            <p:nvPr/>
          </p:nvPicPr>
          <p:blipFill rotWithShape="1">
            <a:blip r:embed="rId3">
              <a:alphaModFix/>
            </a:blip>
            <a:srcRect/>
            <a:stretch/>
          </p:blipFill>
          <p:spPr>
            <a:xfrm>
              <a:off x="5569965" y="3511245"/>
              <a:ext cx="457809" cy="259384"/>
            </a:xfrm>
            <a:prstGeom prst="rect">
              <a:avLst/>
            </a:prstGeom>
            <a:noFill/>
            <a:ln>
              <a:noFill/>
            </a:ln>
          </p:spPr>
        </p:pic>
      </p:grpSp>
      <p:sp>
        <p:nvSpPr>
          <p:cNvPr id="2" name="Google Shape;1176;p47">
            <a:extLst>
              <a:ext uri="{FF2B5EF4-FFF2-40B4-BE49-F238E27FC236}">
                <a16:creationId xmlns:a16="http://schemas.microsoft.com/office/drawing/2014/main" id="{758C8D43-A1FE-7C6F-2CFD-2FA7F4AE91E2}"/>
              </a:ext>
            </a:extLst>
          </p:cNvPr>
          <p:cNvSpPr txBox="1"/>
          <p:nvPr/>
        </p:nvSpPr>
        <p:spPr>
          <a:xfrm>
            <a:off x="640936" y="7002111"/>
            <a:ext cx="11395553" cy="2308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none" strike="noStrike" cap="none" dirty="0">
                <a:solidFill>
                  <a:srgbClr val="000000"/>
                </a:solidFill>
                <a:latin typeface="Palatino Linotype"/>
                <a:ea typeface="Palatino Linotype"/>
                <a:cs typeface="Palatino Linotype"/>
                <a:sym typeface="Palatino Linotype"/>
              </a:rPr>
              <a:t>But what’s an issue with flattening?</a:t>
            </a:r>
          </a:p>
          <a:p>
            <a:pPr marL="0" marR="0" lvl="0" indent="0" algn="l" rtl="0">
              <a:lnSpc>
                <a:spcPct val="100000"/>
              </a:lnSpc>
              <a:spcBef>
                <a:spcPts val="0"/>
              </a:spcBef>
              <a:spcAft>
                <a:spcPts val="0"/>
              </a:spcAft>
              <a:buClr>
                <a:srgbClr val="000000"/>
              </a:buClr>
              <a:buSzPts val="3600"/>
              <a:buFont typeface="Palatino Linotype"/>
              <a:buNone/>
            </a:pPr>
            <a:endParaRPr lang="en-US" sz="3600" dirty="0">
              <a:latin typeface="Palatino Linotype"/>
              <a:sym typeface="Palatino Linotype"/>
            </a:endParaRPr>
          </a:p>
          <a:p>
            <a:pPr marL="0" marR="0" lvl="0" indent="0" algn="l" rtl="0">
              <a:lnSpc>
                <a:spcPct val="100000"/>
              </a:lnSpc>
              <a:spcBef>
                <a:spcPts val="0"/>
              </a:spcBef>
              <a:spcAft>
                <a:spcPts val="0"/>
              </a:spcAft>
              <a:buClr>
                <a:srgbClr val="000000"/>
              </a:buClr>
              <a:buSzPts val="3600"/>
              <a:buFont typeface="Palatino Linotype"/>
              <a:buNone/>
            </a:pPr>
            <a:r>
              <a:rPr lang="en-US" sz="3600" dirty="0">
                <a:latin typeface="Palatino Linotype"/>
                <a:sym typeface="Palatino Linotype"/>
              </a:rPr>
              <a:t>We lose spatial information from the convolutions, which is why we do flatten at the end!</a:t>
            </a:r>
            <a:endParaRPr dirty="0"/>
          </a:p>
        </p:txBody>
      </p:sp>
      <mc:AlternateContent xmlns:mc="http://schemas.openxmlformats.org/markup-compatibility/2006">
        <mc:Choice xmlns:p14="http://schemas.microsoft.com/office/powerpoint/2010/main" Requires="p14">
          <p:contentPart p14:bwMode="auto" r:id="rId15">
            <p14:nvContentPartPr>
              <p14:cNvPr id="8" name="Ink 7">
                <a:extLst>
                  <a:ext uri="{FF2B5EF4-FFF2-40B4-BE49-F238E27FC236}">
                    <a16:creationId xmlns:a16="http://schemas.microsoft.com/office/drawing/2014/main" id="{ED3D8EF6-ADF4-6F4B-5269-A5E4A0A50F0C}"/>
                  </a:ext>
                </a:extLst>
              </p14:cNvPr>
              <p14:cNvContentPartPr/>
              <p14:nvPr/>
            </p14:nvContentPartPr>
            <p14:xfrm>
              <a:off x="4084002" y="2742451"/>
              <a:ext cx="3301920" cy="732240"/>
            </p14:xfrm>
          </p:contentPart>
        </mc:Choice>
        <mc:Fallback>
          <p:pic>
            <p:nvPicPr>
              <p:cNvPr id="8" name="Ink 7">
                <a:extLst>
                  <a:ext uri="{FF2B5EF4-FFF2-40B4-BE49-F238E27FC236}">
                    <a16:creationId xmlns:a16="http://schemas.microsoft.com/office/drawing/2014/main" id="{ED3D8EF6-ADF4-6F4B-5269-A5E4A0A50F0C}"/>
                  </a:ext>
                </a:extLst>
              </p:cNvPr>
              <p:cNvPicPr/>
              <p:nvPr/>
            </p:nvPicPr>
            <p:blipFill>
              <a:blip r:embed="rId16"/>
              <a:stretch>
                <a:fillRect/>
              </a:stretch>
            </p:blipFill>
            <p:spPr>
              <a:xfrm>
                <a:off x="4066362" y="2724811"/>
                <a:ext cx="3337560" cy="76788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9" name="Ink 8">
                <a:extLst>
                  <a:ext uri="{FF2B5EF4-FFF2-40B4-BE49-F238E27FC236}">
                    <a16:creationId xmlns:a16="http://schemas.microsoft.com/office/drawing/2014/main" id="{A8DC06CB-060F-E62D-AD84-D39CC41486D8}"/>
                  </a:ext>
                </a:extLst>
              </p14:cNvPr>
              <p14:cNvContentPartPr/>
              <p14:nvPr/>
            </p14:nvContentPartPr>
            <p14:xfrm>
              <a:off x="4442562" y="3653251"/>
              <a:ext cx="3135960" cy="490320"/>
            </p14:xfrm>
          </p:contentPart>
        </mc:Choice>
        <mc:Fallback>
          <p:pic>
            <p:nvPicPr>
              <p:cNvPr id="9" name="Ink 8">
                <a:extLst>
                  <a:ext uri="{FF2B5EF4-FFF2-40B4-BE49-F238E27FC236}">
                    <a16:creationId xmlns:a16="http://schemas.microsoft.com/office/drawing/2014/main" id="{A8DC06CB-060F-E62D-AD84-D39CC41486D8}"/>
                  </a:ext>
                </a:extLst>
              </p:cNvPr>
              <p:cNvPicPr/>
              <p:nvPr/>
            </p:nvPicPr>
            <p:blipFill>
              <a:blip r:embed="rId18"/>
              <a:stretch>
                <a:fillRect/>
              </a:stretch>
            </p:blipFill>
            <p:spPr>
              <a:xfrm>
                <a:off x="4424562" y="3635611"/>
                <a:ext cx="3171600" cy="525960"/>
              </a:xfrm>
              <a:prstGeom prst="rect">
                <a:avLst/>
              </a:prstGeom>
            </p:spPr>
          </p:pic>
        </mc:Fallback>
      </mc:AlternateContent>
    </p:spTree>
    <p:extLst>
      <p:ext uri="{BB962C8B-B14F-4D97-AF65-F5344CB8AC3E}">
        <p14:creationId xmlns:p14="http://schemas.microsoft.com/office/powerpoint/2010/main" val="8516185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567"/>
        <p:cNvGrpSpPr/>
        <p:nvPr/>
      </p:nvGrpSpPr>
      <p:grpSpPr>
        <a:xfrm>
          <a:off x="0" y="0"/>
          <a:ext cx="0" cy="0"/>
          <a:chOff x="0" y="0"/>
          <a:chExt cx="0" cy="0"/>
        </a:xfrm>
      </p:grpSpPr>
      <p:sp>
        <p:nvSpPr>
          <p:cNvPr id="1568" name="Google Shape;1568;p5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Designing a NN</a:t>
            </a:r>
            <a:endParaRPr/>
          </a:p>
        </p:txBody>
      </p:sp>
      <p:sp>
        <p:nvSpPr>
          <p:cNvPr id="1569" name="Google Shape;1569;p57"/>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fontScale="77500" lnSpcReduction="20000"/>
          </a:bodyPr>
          <a:lstStyle/>
          <a:p>
            <a:pPr marL="417683" lvl="0" indent="-417715" algn="l" rtl="0">
              <a:lnSpc>
                <a:spcPct val="100000"/>
              </a:lnSpc>
              <a:spcBef>
                <a:spcPts val="0"/>
              </a:spcBef>
              <a:spcAft>
                <a:spcPts val="0"/>
              </a:spcAft>
              <a:buSzPct val="97941"/>
              <a:buChar char="▸"/>
            </a:pPr>
            <a:r>
              <a:rPr lang="en-US" dirty="0"/>
              <a:t>Remember, the only unknowns are the weights</a:t>
            </a:r>
            <a:endParaRPr dirty="0"/>
          </a:p>
          <a:p>
            <a:pPr marL="417683" lvl="0" indent="-417715" algn="l" rtl="0">
              <a:lnSpc>
                <a:spcPct val="100000"/>
              </a:lnSpc>
              <a:spcBef>
                <a:spcPts val="2022"/>
              </a:spcBef>
              <a:spcAft>
                <a:spcPts val="0"/>
              </a:spcAft>
              <a:buSzPct val="97941"/>
              <a:buChar char="▸"/>
            </a:pPr>
            <a:r>
              <a:rPr lang="en-US" dirty="0"/>
              <a:t>Everything else should be decided by you</a:t>
            </a:r>
            <a:endParaRPr dirty="0"/>
          </a:p>
          <a:p>
            <a:pPr marL="417683" lvl="0" indent="-221722" algn="l" rtl="0">
              <a:lnSpc>
                <a:spcPct val="100000"/>
              </a:lnSpc>
              <a:spcBef>
                <a:spcPts val="2022"/>
              </a:spcBef>
              <a:spcAft>
                <a:spcPts val="0"/>
              </a:spcAft>
              <a:buSzPct val="100000"/>
              <a:buNone/>
            </a:pPr>
            <a:endParaRPr dirty="0"/>
          </a:p>
          <a:p>
            <a:pPr marL="417683" lvl="0" indent="-417715" algn="l" rtl="0">
              <a:lnSpc>
                <a:spcPct val="100000"/>
              </a:lnSpc>
              <a:spcBef>
                <a:spcPts val="2022"/>
              </a:spcBef>
              <a:spcAft>
                <a:spcPts val="0"/>
              </a:spcAft>
              <a:buSzPct val="97941"/>
              <a:buChar char="▸"/>
            </a:pPr>
            <a:r>
              <a:rPr lang="en-US" dirty="0"/>
              <a:t>How many layers? </a:t>
            </a:r>
            <a:endParaRPr dirty="0"/>
          </a:p>
          <a:p>
            <a:pPr marL="417683" lvl="0" indent="-417715" algn="l" rtl="0">
              <a:lnSpc>
                <a:spcPct val="100000"/>
              </a:lnSpc>
              <a:spcBef>
                <a:spcPts val="2022"/>
              </a:spcBef>
              <a:spcAft>
                <a:spcPts val="0"/>
              </a:spcAft>
              <a:buSzPct val="97941"/>
              <a:buChar char="▸"/>
            </a:pPr>
            <a:r>
              <a:rPr lang="en-US" dirty="0"/>
              <a:t>How many neurons in each layer?</a:t>
            </a:r>
            <a:endParaRPr dirty="0"/>
          </a:p>
          <a:p>
            <a:pPr marL="417683" lvl="0" indent="-417715" algn="l" rtl="0">
              <a:lnSpc>
                <a:spcPct val="100000"/>
              </a:lnSpc>
              <a:spcBef>
                <a:spcPts val="2022"/>
              </a:spcBef>
              <a:spcAft>
                <a:spcPts val="0"/>
              </a:spcAft>
              <a:buSzPct val="97941"/>
              <a:buChar char="▸"/>
            </a:pPr>
            <a:r>
              <a:rPr lang="en-US" dirty="0"/>
              <a:t>How to connect the neurons?</a:t>
            </a:r>
            <a:endParaRPr dirty="0"/>
          </a:p>
          <a:p>
            <a:pPr marL="417683" lvl="0" indent="-417715" algn="l" rtl="0">
              <a:lnSpc>
                <a:spcPct val="100000"/>
              </a:lnSpc>
              <a:spcBef>
                <a:spcPts val="2022"/>
              </a:spcBef>
              <a:spcAft>
                <a:spcPts val="0"/>
              </a:spcAft>
              <a:buSzPct val="97941"/>
              <a:buChar char="▸"/>
            </a:pPr>
            <a:r>
              <a:rPr lang="en-US" b="1" dirty="0"/>
              <a:t>What activation function to use?</a:t>
            </a:r>
            <a:endParaRPr dirty="0"/>
          </a:p>
          <a:p>
            <a:pPr marL="417683" lvl="0" indent="-417715" algn="l" rtl="0">
              <a:lnSpc>
                <a:spcPct val="100000"/>
              </a:lnSpc>
              <a:spcBef>
                <a:spcPts val="2022"/>
              </a:spcBef>
              <a:spcAft>
                <a:spcPts val="0"/>
              </a:spcAft>
              <a:buSzPct val="97941"/>
              <a:buChar char="▸"/>
            </a:pPr>
            <a:r>
              <a:rPr lang="en-US" dirty="0"/>
              <a:t>What loss function to use?</a:t>
            </a:r>
            <a:endParaRPr dirty="0"/>
          </a:p>
          <a:p>
            <a:pPr marL="417683" lvl="0" indent="-417715" algn="l" rtl="0">
              <a:lnSpc>
                <a:spcPct val="100000"/>
              </a:lnSpc>
              <a:spcBef>
                <a:spcPts val="2022"/>
              </a:spcBef>
              <a:spcAft>
                <a:spcPts val="0"/>
              </a:spcAft>
              <a:buSzPct val="97941"/>
              <a:buChar char="▸"/>
            </a:pPr>
            <a:r>
              <a:rPr lang="en-US" dirty="0"/>
              <a:t>What gradient descent method to use?</a:t>
            </a:r>
            <a:endParaRPr dirty="0"/>
          </a:p>
          <a:p>
            <a:pPr marL="417683" lvl="0" indent="-417715" algn="l" rtl="0">
              <a:lnSpc>
                <a:spcPct val="100000"/>
              </a:lnSpc>
              <a:spcBef>
                <a:spcPts val="2022"/>
              </a:spcBef>
              <a:spcAft>
                <a:spcPts val="0"/>
              </a:spcAft>
              <a:buSzPct val="97941"/>
              <a:buChar char="▸"/>
            </a:pPr>
            <a:r>
              <a:rPr lang="en-US" dirty="0"/>
              <a:t>What update method to use?</a:t>
            </a:r>
            <a:endParaRPr dirty="0"/>
          </a:p>
          <a:p>
            <a:pPr marL="417683" lvl="0" indent="-417715" algn="l" rtl="0">
              <a:lnSpc>
                <a:spcPct val="100000"/>
              </a:lnSpc>
              <a:spcBef>
                <a:spcPts val="2022"/>
              </a:spcBef>
              <a:spcAft>
                <a:spcPts val="0"/>
              </a:spcAft>
              <a:buSzPct val="97941"/>
              <a:buChar char="▸"/>
            </a:pPr>
            <a:r>
              <a:rPr lang="en-US" dirty="0"/>
              <a:t>What is your convergence criterion?</a:t>
            </a:r>
            <a:endParaRP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574"/>
        <p:cNvGrpSpPr/>
        <p:nvPr/>
      </p:nvGrpSpPr>
      <p:grpSpPr>
        <a:xfrm>
          <a:off x="0" y="0"/>
          <a:ext cx="0" cy="0"/>
          <a:chOff x="0" y="0"/>
          <a:chExt cx="0" cy="0"/>
        </a:xfrm>
      </p:grpSpPr>
      <p:sp>
        <p:nvSpPr>
          <p:cNvPr id="1575" name="Google Shape;1575;p58"/>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What activation function to use?</a:t>
            </a:r>
            <a:endParaRPr/>
          </a:p>
        </p:txBody>
      </p:sp>
      <p:sp>
        <p:nvSpPr>
          <p:cNvPr id="1576" name="Google Shape;1576;p58"/>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Sigmoid</a:t>
            </a:r>
            <a:endParaRPr/>
          </a:p>
          <a:p>
            <a:pPr marL="417683" lvl="0" indent="-417683" algn="l" rtl="0">
              <a:lnSpc>
                <a:spcPct val="100000"/>
              </a:lnSpc>
              <a:spcBef>
                <a:spcPts val="2022"/>
              </a:spcBef>
              <a:spcAft>
                <a:spcPts val="0"/>
              </a:spcAft>
              <a:buSzPts val="3900"/>
              <a:buChar char="▸"/>
            </a:pPr>
            <a:r>
              <a:rPr lang="en-US"/>
              <a:t>tanh</a:t>
            </a:r>
            <a:endParaRPr/>
          </a:p>
          <a:p>
            <a:pPr marL="417683" lvl="0" indent="-417683" algn="l" rtl="0">
              <a:lnSpc>
                <a:spcPct val="100000"/>
              </a:lnSpc>
              <a:spcBef>
                <a:spcPts val="2022"/>
              </a:spcBef>
              <a:spcAft>
                <a:spcPts val="0"/>
              </a:spcAft>
              <a:buSzPts val="3900"/>
              <a:buChar char="▸"/>
            </a:pPr>
            <a:r>
              <a:rPr lang="en-US"/>
              <a:t>ReLU</a:t>
            </a:r>
            <a:endParaRPr/>
          </a:p>
          <a:p>
            <a:pPr marL="417683" lvl="0" indent="-417683" algn="l" rtl="0">
              <a:lnSpc>
                <a:spcPct val="100000"/>
              </a:lnSpc>
              <a:spcBef>
                <a:spcPts val="2022"/>
              </a:spcBef>
              <a:spcAft>
                <a:spcPts val="0"/>
              </a:spcAft>
              <a:buSzPts val="3900"/>
              <a:buChar char="▸"/>
            </a:pPr>
            <a:r>
              <a:rPr lang="en-US"/>
              <a:t>Softmax</a:t>
            </a:r>
            <a:endParaRPr/>
          </a:p>
          <a:p>
            <a:pPr marL="417683" lvl="0" indent="-417683" algn="l" rtl="0">
              <a:lnSpc>
                <a:spcPct val="100000"/>
              </a:lnSpc>
              <a:spcBef>
                <a:spcPts val="2022"/>
              </a:spcBef>
              <a:spcAft>
                <a:spcPts val="0"/>
              </a:spcAft>
              <a:buSzPts val="3900"/>
              <a:buChar char="▸"/>
            </a:pPr>
            <a:r>
              <a:rPr lang="en-US"/>
              <a:t>Identity</a:t>
            </a:r>
            <a:endParaRPr/>
          </a:p>
        </p:txBody>
      </p:sp>
      <p:sp>
        <p:nvSpPr>
          <p:cNvPr id="1577" name="Google Shape;1577;p58"/>
          <p:cNvSpPr/>
          <p:nvPr/>
        </p:nvSpPr>
        <p:spPr>
          <a:xfrm>
            <a:off x="6808703" y="2781937"/>
            <a:ext cx="3221260" cy="1780037"/>
          </a:xfrm>
          <a:prstGeom prst="ellipse">
            <a:avLst/>
          </a:prstGeom>
          <a:noFill/>
          <a:ln w="762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600"/>
              <a:buFont typeface="Palatino Linotype"/>
              <a:buNone/>
            </a:pPr>
            <a:endParaRPr sz="3600" b="0" i="0" u="none" strike="noStrike" cap="none">
              <a:solidFill>
                <a:schemeClr val="lt1"/>
              </a:solidFill>
              <a:latin typeface="Palatino Linotype"/>
              <a:ea typeface="Palatino Linotype"/>
              <a:cs typeface="Palatino Linotype"/>
              <a:sym typeface="Palatino Linotype"/>
            </a:endParaRPr>
          </a:p>
        </p:txBody>
      </p:sp>
      <p:cxnSp>
        <p:nvCxnSpPr>
          <p:cNvPr id="1578" name="Google Shape;1578;p58"/>
          <p:cNvCxnSpPr>
            <a:endCxn id="1577" idx="1"/>
          </p:cNvCxnSpPr>
          <p:nvPr/>
        </p:nvCxnSpPr>
        <p:spPr>
          <a:xfrm>
            <a:off x="5602246" y="2596517"/>
            <a:ext cx="1678200" cy="446100"/>
          </a:xfrm>
          <a:prstGeom prst="straightConnector1">
            <a:avLst/>
          </a:prstGeom>
          <a:noFill/>
          <a:ln w="76200" cap="flat" cmpd="sng">
            <a:solidFill>
              <a:schemeClr val="dk1"/>
            </a:solidFill>
            <a:prstDash val="solid"/>
            <a:miter lim="800000"/>
            <a:headEnd type="none" w="sm" len="sm"/>
            <a:tailEnd type="triangle" w="med" len="med"/>
          </a:ln>
        </p:spPr>
      </p:cxnSp>
      <p:cxnSp>
        <p:nvCxnSpPr>
          <p:cNvPr id="1579" name="Google Shape;1579;p58"/>
          <p:cNvCxnSpPr>
            <a:endCxn id="1577" idx="2"/>
          </p:cNvCxnSpPr>
          <p:nvPr/>
        </p:nvCxnSpPr>
        <p:spPr>
          <a:xfrm>
            <a:off x="4582703" y="3628156"/>
            <a:ext cx="2226000" cy="43800"/>
          </a:xfrm>
          <a:prstGeom prst="straightConnector1">
            <a:avLst/>
          </a:prstGeom>
          <a:noFill/>
          <a:ln w="76200" cap="flat" cmpd="sng">
            <a:solidFill>
              <a:schemeClr val="dk1"/>
            </a:solidFill>
            <a:prstDash val="solid"/>
            <a:miter lim="800000"/>
            <a:headEnd type="none" w="sm" len="sm"/>
            <a:tailEnd type="triangle" w="med" len="med"/>
          </a:ln>
        </p:spPr>
      </p:cxnSp>
      <p:cxnSp>
        <p:nvCxnSpPr>
          <p:cNvPr id="1580" name="Google Shape;1580;p58"/>
          <p:cNvCxnSpPr>
            <a:endCxn id="1577" idx="3"/>
          </p:cNvCxnSpPr>
          <p:nvPr/>
        </p:nvCxnSpPr>
        <p:spPr>
          <a:xfrm rot="10800000" flipH="1">
            <a:off x="4698646" y="4301294"/>
            <a:ext cx="2581800" cy="560100"/>
          </a:xfrm>
          <a:prstGeom prst="straightConnector1">
            <a:avLst/>
          </a:prstGeom>
          <a:noFill/>
          <a:ln w="76200" cap="flat" cmpd="sng">
            <a:solidFill>
              <a:schemeClr val="dk1"/>
            </a:solidFill>
            <a:prstDash val="solid"/>
            <a:miter lim="800000"/>
            <a:headEnd type="none" w="sm" len="sm"/>
            <a:tailEnd type="triangle" w="med" len="med"/>
          </a:ln>
        </p:spPr>
      </p:cxnSp>
      <p:cxnSp>
        <p:nvCxnSpPr>
          <p:cNvPr id="1581" name="Google Shape;1581;p58"/>
          <p:cNvCxnSpPr>
            <a:stCxn id="1577" idx="6"/>
          </p:cNvCxnSpPr>
          <p:nvPr/>
        </p:nvCxnSpPr>
        <p:spPr>
          <a:xfrm>
            <a:off x="10029963" y="3671956"/>
            <a:ext cx="984600" cy="4500"/>
          </a:xfrm>
          <a:prstGeom prst="straightConnector1">
            <a:avLst/>
          </a:prstGeom>
          <a:noFill/>
          <a:ln w="76200" cap="flat" cmpd="sng">
            <a:solidFill>
              <a:schemeClr val="dk1"/>
            </a:solidFill>
            <a:prstDash val="solid"/>
            <a:miter lim="800000"/>
            <a:headEnd type="none" w="sm" len="sm"/>
            <a:tailEnd type="triangle" w="med" len="med"/>
          </a:ln>
        </p:spPr>
      </p:cxnSp>
      <p:sp>
        <p:nvSpPr>
          <p:cNvPr id="1582" name="Google Shape;1582;p58"/>
          <p:cNvSpPr/>
          <p:nvPr/>
        </p:nvSpPr>
        <p:spPr>
          <a:xfrm>
            <a:off x="5030570" y="2135606"/>
            <a:ext cx="415498"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583" name="Google Shape;1583;p58"/>
          <p:cNvSpPr/>
          <p:nvPr/>
        </p:nvSpPr>
        <p:spPr>
          <a:xfrm>
            <a:off x="4013334" y="3167564"/>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584" name="Google Shape;1584;p58"/>
          <p:cNvSpPr/>
          <p:nvPr/>
        </p:nvSpPr>
        <p:spPr>
          <a:xfrm>
            <a:off x="3779490" y="4384542"/>
            <a:ext cx="569387"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x</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sp>
        <p:nvSpPr>
          <p:cNvPr id="1585" name="Google Shape;1585;p58"/>
          <p:cNvSpPr/>
          <p:nvPr/>
        </p:nvSpPr>
        <p:spPr>
          <a:xfrm>
            <a:off x="11134724" y="3421454"/>
            <a:ext cx="85151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f(x)</a:t>
            </a:r>
            <a:endParaRPr sz="3600" b="0" i="0" u="none" strike="noStrike" cap="none">
              <a:solidFill>
                <a:srgbClr val="000000"/>
              </a:solidFill>
              <a:latin typeface="Palatino Linotype"/>
              <a:ea typeface="Palatino Linotype"/>
              <a:cs typeface="Palatino Linotype"/>
              <a:sym typeface="Palatino Linotype"/>
            </a:endParaRPr>
          </a:p>
        </p:txBody>
      </p:sp>
      <p:sp>
        <p:nvSpPr>
          <p:cNvPr id="1586" name="Google Shape;1586;p58"/>
          <p:cNvSpPr/>
          <p:nvPr/>
        </p:nvSpPr>
        <p:spPr>
          <a:xfrm>
            <a:off x="6289211" y="2220656"/>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0</a:t>
            </a:r>
            <a:endParaRPr sz="3600" b="0" i="0" u="none" strike="noStrike" cap="none">
              <a:solidFill>
                <a:srgbClr val="000000"/>
              </a:solidFill>
              <a:latin typeface="Palatino Linotype"/>
              <a:ea typeface="Palatino Linotype"/>
              <a:cs typeface="Palatino Linotype"/>
              <a:sym typeface="Palatino Linotype"/>
            </a:endParaRPr>
          </a:p>
        </p:txBody>
      </p:sp>
      <p:sp>
        <p:nvSpPr>
          <p:cNvPr id="1587" name="Google Shape;1587;p58"/>
          <p:cNvSpPr/>
          <p:nvPr/>
        </p:nvSpPr>
        <p:spPr>
          <a:xfrm>
            <a:off x="5152108" y="2979590"/>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1</a:t>
            </a:r>
            <a:endParaRPr sz="3600" b="0" i="0" u="none" strike="noStrike" cap="none">
              <a:solidFill>
                <a:srgbClr val="000000"/>
              </a:solidFill>
              <a:latin typeface="Palatino Linotype"/>
              <a:ea typeface="Palatino Linotype"/>
              <a:cs typeface="Palatino Linotype"/>
              <a:sym typeface="Palatino Linotype"/>
            </a:endParaRPr>
          </a:p>
        </p:txBody>
      </p:sp>
      <p:sp>
        <p:nvSpPr>
          <p:cNvPr id="1588" name="Google Shape;1588;p58"/>
          <p:cNvSpPr/>
          <p:nvPr/>
        </p:nvSpPr>
        <p:spPr>
          <a:xfrm>
            <a:off x="5195009" y="4042727"/>
            <a:ext cx="67197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w</a:t>
            </a:r>
            <a:r>
              <a:rPr lang="en-US" sz="3600" b="0" i="1" u="none" strike="noStrike" cap="none" baseline="-25000">
                <a:solidFill>
                  <a:srgbClr val="000000"/>
                </a:solidFill>
                <a:latin typeface="Palatino Linotype"/>
                <a:ea typeface="Palatino Linotype"/>
                <a:cs typeface="Palatino Linotype"/>
                <a:sym typeface="Palatino Linotype"/>
              </a:rPr>
              <a:t>2</a:t>
            </a:r>
            <a:endParaRPr sz="3600" b="0" i="0" u="none" strike="noStrike" cap="none">
              <a:solidFill>
                <a:srgbClr val="000000"/>
              </a:solidFill>
              <a:latin typeface="Palatino Linotype"/>
              <a:ea typeface="Palatino Linotype"/>
              <a:cs typeface="Palatino Linotype"/>
              <a:sym typeface="Palatino Linotype"/>
            </a:endParaRPr>
          </a:p>
        </p:txBody>
      </p:sp>
      <p:cxnSp>
        <p:nvCxnSpPr>
          <p:cNvPr id="1589" name="Google Shape;1589;p58"/>
          <p:cNvCxnSpPr>
            <a:stCxn id="1577" idx="0"/>
            <a:endCxn id="1577" idx="4"/>
          </p:cNvCxnSpPr>
          <p:nvPr/>
        </p:nvCxnSpPr>
        <p:spPr>
          <a:xfrm>
            <a:off x="8419333" y="2781937"/>
            <a:ext cx="0" cy="1779900"/>
          </a:xfrm>
          <a:prstGeom prst="straightConnector1">
            <a:avLst/>
          </a:prstGeom>
          <a:noFill/>
          <a:ln w="9525" cap="flat" cmpd="sng">
            <a:solidFill>
              <a:schemeClr val="dk1"/>
            </a:solidFill>
            <a:prstDash val="solid"/>
            <a:miter lim="800000"/>
            <a:headEnd type="none" w="sm" len="sm"/>
            <a:tailEnd type="none" w="sm" len="sm"/>
          </a:ln>
        </p:spPr>
      </p:cxnSp>
      <p:pic>
        <p:nvPicPr>
          <p:cNvPr id="1590" name="Google Shape;1590;p58"/>
          <p:cNvPicPr preferRelativeResize="0"/>
          <p:nvPr/>
        </p:nvPicPr>
        <p:blipFill rotWithShape="1">
          <a:blip r:embed="rId3">
            <a:alphaModFix/>
          </a:blip>
          <a:srcRect/>
          <a:stretch/>
        </p:blipFill>
        <p:spPr>
          <a:xfrm>
            <a:off x="7482169" y="3326152"/>
            <a:ext cx="622300" cy="647700"/>
          </a:xfrm>
          <a:prstGeom prst="rect">
            <a:avLst/>
          </a:prstGeom>
          <a:noFill/>
          <a:ln>
            <a:noFill/>
          </a:ln>
        </p:spPr>
      </p:pic>
      <p:sp>
        <p:nvSpPr>
          <p:cNvPr id="1591" name="Google Shape;1591;p58"/>
          <p:cNvSpPr txBox="1"/>
          <p:nvPr/>
        </p:nvSpPr>
        <p:spPr>
          <a:xfrm>
            <a:off x="8766384" y="3164123"/>
            <a:ext cx="526106" cy="10156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0"/>
              <a:buFont typeface="Palatino Linotype"/>
              <a:buNone/>
            </a:pPr>
            <a:r>
              <a:rPr lang="en-US" sz="6000" b="0" i="0" u="none" strike="noStrike" cap="none">
                <a:solidFill>
                  <a:srgbClr val="000000"/>
                </a:solidFill>
                <a:latin typeface="Palatino Linotype"/>
                <a:ea typeface="Palatino Linotype"/>
                <a:cs typeface="Palatino Linotype"/>
                <a:sym typeface="Palatino Linotype"/>
              </a:rPr>
              <a:t>?</a:t>
            </a:r>
            <a:endParaRPr sz="3600" b="0" i="0" u="none" strike="noStrike" cap="none">
              <a:solidFill>
                <a:srgbClr val="000000"/>
              </a:solidFill>
              <a:latin typeface="Palatino Linotype"/>
              <a:ea typeface="Palatino Linotype"/>
              <a:cs typeface="Palatino Linotype"/>
              <a:sym typeface="Palatino Linotype"/>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595"/>
        <p:cNvGrpSpPr/>
        <p:nvPr/>
      </p:nvGrpSpPr>
      <p:grpSpPr>
        <a:xfrm>
          <a:off x="0" y="0"/>
          <a:ext cx="0" cy="0"/>
          <a:chOff x="0" y="0"/>
          <a:chExt cx="0" cy="0"/>
        </a:xfrm>
      </p:grpSpPr>
      <p:sp>
        <p:nvSpPr>
          <p:cNvPr id="1596" name="Google Shape;1596;p59"/>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Problems with Sigmoid Activation</a:t>
            </a:r>
            <a:endParaRPr/>
          </a:p>
        </p:txBody>
      </p:sp>
      <p:sp>
        <p:nvSpPr>
          <p:cNvPr id="1597" name="Google Shape;1597;p59"/>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Sigmoid function </a:t>
            </a:r>
            <a:r>
              <a:rPr lang="en-US" u="sng"/>
              <a:t>saturates</a:t>
            </a:r>
            <a:r>
              <a:rPr lang="en-US"/>
              <a:t> at 0 and 1</a:t>
            </a:r>
            <a:endParaRPr/>
          </a:p>
          <a:p>
            <a:pPr marL="417683" lvl="0" indent="-417683" algn="l" rtl="0">
              <a:lnSpc>
                <a:spcPct val="100000"/>
              </a:lnSpc>
              <a:spcBef>
                <a:spcPts val="2022"/>
              </a:spcBef>
              <a:spcAft>
                <a:spcPts val="0"/>
              </a:spcAft>
              <a:buSzPts val="3900"/>
              <a:buChar char="▸"/>
            </a:pPr>
            <a:r>
              <a:rPr lang="en-US"/>
              <a:t>This </a:t>
            </a:r>
            <a:r>
              <a:rPr lang="en-US" i="1"/>
              <a:t>kills</a:t>
            </a:r>
            <a:r>
              <a:rPr lang="en-US"/>
              <a:t> the gradient (i.e., gradient goes to 0 near these points)</a:t>
            </a:r>
            <a:endParaRPr/>
          </a:p>
          <a:p>
            <a:pPr marL="417683" lvl="0" indent="-417683" algn="l" rtl="0">
              <a:lnSpc>
                <a:spcPct val="100000"/>
              </a:lnSpc>
              <a:spcBef>
                <a:spcPts val="2022"/>
              </a:spcBef>
              <a:spcAft>
                <a:spcPts val="0"/>
              </a:spcAft>
              <a:buSzPts val="3900"/>
              <a:buChar char="▸"/>
            </a:pPr>
            <a:r>
              <a:rPr lang="en-US"/>
              <a:t>If the gradient is small, then the updates in the weights are also small, leading to slower convergence.</a:t>
            </a:r>
            <a:endParaRPr/>
          </a:p>
          <a:p>
            <a:pPr marL="417683" lvl="0" indent="-164826" algn="l" rtl="0">
              <a:lnSpc>
                <a:spcPct val="100000"/>
              </a:lnSpc>
              <a:spcBef>
                <a:spcPts val="2022"/>
              </a:spcBef>
              <a:spcAft>
                <a:spcPts val="0"/>
              </a:spcAft>
              <a:buSzPts val="3982"/>
              <a:buNone/>
            </a:pPr>
            <a:endParaRPr/>
          </a:p>
        </p:txBody>
      </p:sp>
      <p:pic>
        <p:nvPicPr>
          <p:cNvPr id="1598" name="Google Shape;1598;p59"/>
          <p:cNvPicPr preferRelativeResize="0"/>
          <p:nvPr/>
        </p:nvPicPr>
        <p:blipFill rotWithShape="1">
          <a:blip r:embed="rId3">
            <a:alphaModFix/>
          </a:blip>
          <a:srcRect l="9018" t="4589" r="7410" b="5792"/>
          <a:stretch/>
        </p:blipFill>
        <p:spPr>
          <a:xfrm>
            <a:off x="1637435" y="6242538"/>
            <a:ext cx="3906129" cy="3141575"/>
          </a:xfrm>
          <a:prstGeom prst="rect">
            <a:avLst/>
          </a:prstGeom>
          <a:noFill/>
          <a:ln>
            <a:noFill/>
          </a:ln>
        </p:spPr>
      </p:pic>
      <p:pic>
        <p:nvPicPr>
          <p:cNvPr id="1599" name="Google Shape;1599;p59"/>
          <p:cNvPicPr preferRelativeResize="0"/>
          <p:nvPr/>
        </p:nvPicPr>
        <p:blipFill rotWithShape="1">
          <a:blip r:embed="rId4">
            <a:alphaModFix/>
          </a:blip>
          <a:srcRect/>
          <a:stretch/>
        </p:blipFill>
        <p:spPr>
          <a:xfrm>
            <a:off x="6625679" y="6242538"/>
            <a:ext cx="3925089" cy="3018693"/>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603"/>
        <p:cNvGrpSpPr/>
        <p:nvPr/>
      </p:nvGrpSpPr>
      <p:grpSpPr>
        <a:xfrm>
          <a:off x="0" y="0"/>
          <a:ext cx="0" cy="0"/>
          <a:chOff x="0" y="0"/>
          <a:chExt cx="0" cy="0"/>
        </a:xfrm>
      </p:grpSpPr>
      <p:sp>
        <p:nvSpPr>
          <p:cNvPr id="1604" name="Google Shape;1604;p60"/>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What activation function to use?</a:t>
            </a:r>
            <a:endParaRPr/>
          </a:p>
        </p:txBody>
      </p:sp>
      <p:pic>
        <p:nvPicPr>
          <p:cNvPr id="1605" name="Google Shape;1605;p60"/>
          <p:cNvPicPr preferRelativeResize="0"/>
          <p:nvPr/>
        </p:nvPicPr>
        <p:blipFill rotWithShape="1">
          <a:blip r:embed="rId3">
            <a:alphaModFix/>
          </a:blip>
          <a:srcRect/>
          <a:stretch/>
        </p:blipFill>
        <p:spPr>
          <a:xfrm>
            <a:off x="6168897" y="1816848"/>
            <a:ext cx="6263425" cy="4697569"/>
          </a:xfrm>
          <a:prstGeom prst="rect">
            <a:avLst/>
          </a:prstGeom>
          <a:noFill/>
          <a:ln>
            <a:noFill/>
          </a:ln>
        </p:spPr>
      </p:pic>
      <p:sp>
        <p:nvSpPr>
          <p:cNvPr id="1606" name="Google Shape;1606;p60"/>
          <p:cNvSpPr txBox="1"/>
          <p:nvPr/>
        </p:nvSpPr>
        <p:spPr>
          <a:xfrm>
            <a:off x="4888523" y="6801288"/>
            <a:ext cx="7543799" cy="267765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0" u="none" strike="noStrike" cap="none">
                <a:solidFill>
                  <a:srgbClr val="000000"/>
                </a:solidFill>
                <a:latin typeface="Palatino Linotype"/>
                <a:ea typeface="Palatino Linotype"/>
                <a:cs typeface="Palatino Linotype"/>
                <a:sym typeface="Palatino Linotype"/>
              </a:rPr>
              <a:t>ReLU is discontinuous. The gradient at </a:t>
            </a:r>
            <a:r>
              <a:rPr lang="en-US" sz="2400" b="0" i="1" u="none" strike="noStrike" cap="none">
                <a:solidFill>
                  <a:srgbClr val="000000"/>
                </a:solidFill>
                <a:latin typeface="Palatino Linotype"/>
                <a:ea typeface="Palatino Linotype"/>
                <a:cs typeface="Palatino Linotype"/>
                <a:sym typeface="Palatino Linotype"/>
              </a:rPr>
              <a:t>z=0</a:t>
            </a:r>
            <a:r>
              <a:rPr lang="en-US" sz="2400" b="0" i="0" u="none" strike="noStrike" cap="none">
                <a:solidFill>
                  <a:srgbClr val="000000"/>
                </a:solidFill>
                <a:latin typeface="Palatino Linotype"/>
                <a:ea typeface="Palatino Linotype"/>
                <a:cs typeface="Palatino Linotype"/>
                <a:sym typeface="Palatino Linotype"/>
              </a:rPr>
              <a:t> is therefore not defined when </a:t>
            </a:r>
            <a:r>
              <a:rPr lang="en-US" sz="2400" b="0" i="1" u="none" strike="noStrike" cap="none">
                <a:solidFill>
                  <a:srgbClr val="000000"/>
                </a:solidFill>
                <a:latin typeface="Palatino Linotype"/>
                <a:ea typeface="Palatino Linotype"/>
                <a:cs typeface="Palatino Linotype"/>
                <a:sym typeface="Palatino Linotype"/>
              </a:rPr>
              <a:t>z=0</a:t>
            </a:r>
            <a:r>
              <a:rPr lang="en-US" sz="2400" b="0" i="0" u="none" strike="noStrike" cap="none">
                <a:solidFill>
                  <a:srgbClr val="000000"/>
                </a:solidFill>
                <a:latin typeface="Palatino Linotype"/>
                <a:ea typeface="Palatino Linotype"/>
                <a:cs typeface="Palatino Linotype"/>
                <a:sym typeface="Palatino Linotype"/>
              </a:rPr>
              <a:t> (but is defined everywhere else). This is not a problem, in practice, since </a:t>
            </a:r>
            <a:r>
              <a:rPr lang="en-US" sz="2400" b="0" i="1" u="none" strike="noStrike" cap="none">
                <a:solidFill>
                  <a:srgbClr val="000000"/>
                </a:solidFill>
                <a:latin typeface="Palatino Linotype"/>
                <a:ea typeface="Palatino Linotype"/>
                <a:cs typeface="Palatino Linotype"/>
                <a:sym typeface="Palatino Linotype"/>
              </a:rPr>
              <a:t>z=0</a:t>
            </a:r>
            <a:r>
              <a:rPr lang="en-US" sz="2400" b="0" i="0" u="none" strike="noStrike" cap="none">
                <a:solidFill>
                  <a:srgbClr val="000000"/>
                </a:solidFill>
                <a:latin typeface="Palatino Linotype"/>
                <a:ea typeface="Palatino Linotype"/>
                <a:cs typeface="Palatino Linotype"/>
                <a:sym typeface="Palatino Linotype"/>
              </a:rPr>
              <a:t> happens very rarely. We can set the gradient arbitrarily when it does happen (this is a hack). There are other continuous versions of ReLU that can be used instead.</a:t>
            </a:r>
            <a:endParaRPr/>
          </a:p>
        </p:txBody>
      </p:sp>
      <p:sp>
        <p:nvSpPr>
          <p:cNvPr id="1607" name="Google Shape;1607;p60"/>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Sigmoid</a:t>
            </a:r>
            <a:endParaRPr/>
          </a:p>
          <a:p>
            <a:pPr marL="417683" lvl="0" indent="-417683" algn="l" rtl="0">
              <a:lnSpc>
                <a:spcPct val="100000"/>
              </a:lnSpc>
              <a:spcBef>
                <a:spcPts val="2022"/>
              </a:spcBef>
              <a:spcAft>
                <a:spcPts val="0"/>
              </a:spcAft>
              <a:buSzPts val="3900"/>
              <a:buChar char="▸"/>
            </a:pPr>
            <a:r>
              <a:rPr lang="en-US"/>
              <a:t>tanh</a:t>
            </a:r>
            <a:endParaRPr/>
          </a:p>
          <a:p>
            <a:pPr marL="417683" lvl="0" indent="-417683" algn="l" rtl="0">
              <a:lnSpc>
                <a:spcPct val="100000"/>
              </a:lnSpc>
              <a:spcBef>
                <a:spcPts val="2022"/>
              </a:spcBef>
              <a:spcAft>
                <a:spcPts val="0"/>
              </a:spcAft>
              <a:buSzPts val="3900"/>
              <a:buChar char="▸"/>
            </a:pPr>
            <a:r>
              <a:rPr lang="en-US" b="1"/>
              <a:t>Rectified Linear Unit</a:t>
            </a:r>
            <a:endParaRPr/>
          </a:p>
          <a:p>
            <a:pPr marL="417683" lvl="0" indent="-417683" algn="l" rtl="0">
              <a:lnSpc>
                <a:spcPct val="100000"/>
              </a:lnSpc>
              <a:spcBef>
                <a:spcPts val="2022"/>
              </a:spcBef>
              <a:spcAft>
                <a:spcPts val="0"/>
              </a:spcAft>
              <a:buSzPts val="3900"/>
              <a:buChar char="▸"/>
            </a:pPr>
            <a:r>
              <a:rPr lang="en-US"/>
              <a:t>Softmax</a:t>
            </a:r>
            <a:endParaRPr/>
          </a:p>
          <a:p>
            <a:pPr marL="417683" lvl="0" indent="-417683" algn="l" rtl="0">
              <a:lnSpc>
                <a:spcPct val="100000"/>
              </a:lnSpc>
              <a:spcBef>
                <a:spcPts val="2022"/>
              </a:spcBef>
              <a:spcAft>
                <a:spcPts val="0"/>
              </a:spcAft>
              <a:buSzPts val="3900"/>
              <a:buChar char="▸"/>
            </a:pPr>
            <a:r>
              <a:rPr lang="en-US"/>
              <a:t>Identity</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611"/>
        <p:cNvGrpSpPr/>
        <p:nvPr/>
      </p:nvGrpSpPr>
      <p:grpSpPr>
        <a:xfrm>
          <a:off x="0" y="0"/>
          <a:ext cx="0" cy="0"/>
          <a:chOff x="0" y="0"/>
          <a:chExt cx="0" cy="0"/>
        </a:xfrm>
      </p:grpSpPr>
      <p:sp>
        <p:nvSpPr>
          <p:cNvPr id="1612" name="Google Shape;1612;p61"/>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What activation function to use?</a:t>
            </a:r>
            <a:endParaRPr/>
          </a:p>
        </p:txBody>
      </p:sp>
      <p:sp>
        <p:nvSpPr>
          <p:cNvPr id="1613" name="Google Shape;1613;p61"/>
          <p:cNvSpPr txBox="1">
            <a:spLocks noGrp="1"/>
          </p:cNvSpPr>
          <p:nvPr>
            <p:ph type="body" idx="1"/>
          </p:nvPr>
        </p:nvSpPr>
        <p:spPr>
          <a:xfrm>
            <a:off x="1112943" y="4739540"/>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Sigmoid</a:t>
            </a:r>
            <a:endParaRPr/>
          </a:p>
          <a:p>
            <a:pPr marL="417683" lvl="0" indent="-417683" algn="l" rtl="0">
              <a:lnSpc>
                <a:spcPct val="100000"/>
              </a:lnSpc>
              <a:spcBef>
                <a:spcPts val="2022"/>
              </a:spcBef>
              <a:spcAft>
                <a:spcPts val="0"/>
              </a:spcAft>
              <a:buSzPts val="3900"/>
              <a:buChar char="▸"/>
            </a:pPr>
            <a:r>
              <a:rPr lang="en-US"/>
              <a:t>tanh</a:t>
            </a:r>
            <a:endParaRPr/>
          </a:p>
          <a:p>
            <a:pPr marL="417683" lvl="0" indent="-417683" algn="l" rtl="0">
              <a:lnSpc>
                <a:spcPct val="100000"/>
              </a:lnSpc>
              <a:spcBef>
                <a:spcPts val="2022"/>
              </a:spcBef>
              <a:spcAft>
                <a:spcPts val="0"/>
              </a:spcAft>
              <a:buSzPts val="3900"/>
              <a:buChar char="▸"/>
            </a:pPr>
            <a:r>
              <a:rPr lang="en-US"/>
              <a:t>ReLU</a:t>
            </a:r>
            <a:endParaRPr/>
          </a:p>
          <a:p>
            <a:pPr marL="417683" lvl="0" indent="-417683" algn="l" rtl="0">
              <a:lnSpc>
                <a:spcPct val="100000"/>
              </a:lnSpc>
              <a:spcBef>
                <a:spcPts val="2022"/>
              </a:spcBef>
              <a:spcAft>
                <a:spcPts val="0"/>
              </a:spcAft>
              <a:buSzPts val="3900"/>
              <a:buChar char="▸"/>
            </a:pPr>
            <a:r>
              <a:rPr lang="en-US" b="1"/>
              <a:t>Softmax – classification problems</a:t>
            </a:r>
            <a:endParaRPr/>
          </a:p>
          <a:p>
            <a:pPr marL="417683" lvl="0" indent="-417683" algn="l" rtl="0">
              <a:lnSpc>
                <a:spcPct val="100000"/>
              </a:lnSpc>
              <a:spcBef>
                <a:spcPts val="2022"/>
              </a:spcBef>
              <a:spcAft>
                <a:spcPts val="0"/>
              </a:spcAft>
              <a:buSzPts val="3900"/>
              <a:buChar char="▸"/>
            </a:pPr>
            <a:r>
              <a:rPr lang="en-US" b="1"/>
              <a:t>Identity – regression problems</a:t>
            </a:r>
            <a:endParaRPr/>
          </a:p>
        </p:txBody>
      </p:sp>
      <p:sp>
        <p:nvSpPr>
          <p:cNvPr id="1614" name="Google Shape;1614;p61"/>
          <p:cNvSpPr txBox="1"/>
          <p:nvPr/>
        </p:nvSpPr>
        <p:spPr>
          <a:xfrm>
            <a:off x="894080" y="1742711"/>
            <a:ext cx="3097628" cy="23083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1" u="none" strike="noStrike" cap="none">
                <a:solidFill>
                  <a:srgbClr val="000000"/>
                </a:solidFill>
                <a:latin typeface="Palatino Linotype"/>
                <a:ea typeface="Palatino Linotype"/>
                <a:cs typeface="Palatino Linotype"/>
                <a:sym typeface="Palatino Linotype"/>
              </a:rPr>
              <a:t>These two are usually used at the last (output) layer</a:t>
            </a:r>
            <a:endParaRPr/>
          </a:p>
        </p:txBody>
      </p:sp>
      <p:pic>
        <p:nvPicPr>
          <p:cNvPr id="1615" name="Google Shape;1615;p61"/>
          <p:cNvPicPr preferRelativeResize="0"/>
          <p:nvPr/>
        </p:nvPicPr>
        <p:blipFill rotWithShape="1">
          <a:blip r:embed="rId3">
            <a:alphaModFix/>
          </a:blip>
          <a:srcRect l="29709" t="13687" r="2356" b="4059"/>
          <a:stretch/>
        </p:blipFill>
        <p:spPr>
          <a:xfrm>
            <a:off x="4612280" y="1529977"/>
            <a:ext cx="8392520" cy="5473573"/>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619"/>
        <p:cNvGrpSpPr/>
        <p:nvPr/>
      </p:nvGrpSpPr>
      <p:grpSpPr>
        <a:xfrm>
          <a:off x="0" y="0"/>
          <a:ext cx="0" cy="0"/>
          <a:chOff x="0" y="0"/>
          <a:chExt cx="0" cy="0"/>
        </a:xfrm>
      </p:grpSpPr>
      <p:sp>
        <p:nvSpPr>
          <p:cNvPr id="1620" name="Google Shape;1620;p62"/>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Designing a NN</a:t>
            </a:r>
            <a:endParaRPr/>
          </a:p>
        </p:txBody>
      </p:sp>
      <p:sp>
        <p:nvSpPr>
          <p:cNvPr id="1621" name="Google Shape;1621;p62"/>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fontScale="77500" lnSpcReduction="20000"/>
          </a:bodyPr>
          <a:lstStyle/>
          <a:p>
            <a:pPr marL="417683" lvl="0" indent="-417715" algn="l" rtl="0">
              <a:lnSpc>
                <a:spcPct val="100000"/>
              </a:lnSpc>
              <a:spcBef>
                <a:spcPts val="0"/>
              </a:spcBef>
              <a:spcAft>
                <a:spcPts val="0"/>
              </a:spcAft>
              <a:buSzPct val="97941"/>
              <a:buChar char="▸"/>
            </a:pPr>
            <a:r>
              <a:rPr lang="en-US"/>
              <a:t>Remember, the only unknowns are the weights</a:t>
            </a:r>
            <a:endParaRPr/>
          </a:p>
          <a:p>
            <a:pPr marL="417683" lvl="0" indent="-417715" algn="l" rtl="0">
              <a:lnSpc>
                <a:spcPct val="100000"/>
              </a:lnSpc>
              <a:spcBef>
                <a:spcPts val="2022"/>
              </a:spcBef>
              <a:spcAft>
                <a:spcPts val="0"/>
              </a:spcAft>
              <a:buSzPct val="97941"/>
              <a:buChar char="▸"/>
            </a:pPr>
            <a:r>
              <a:rPr lang="en-US"/>
              <a:t>Everything else should be decided by you</a:t>
            </a:r>
            <a:endParaRPr/>
          </a:p>
          <a:p>
            <a:pPr marL="417683" lvl="0" indent="-221722" algn="l" rtl="0">
              <a:lnSpc>
                <a:spcPct val="100000"/>
              </a:lnSpc>
              <a:spcBef>
                <a:spcPts val="2022"/>
              </a:spcBef>
              <a:spcAft>
                <a:spcPts val="0"/>
              </a:spcAft>
              <a:buSzPct val="100000"/>
              <a:buNone/>
            </a:pPr>
            <a:endParaRPr/>
          </a:p>
          <a:p>
            <a:pPr marL="417683" lvl="0" indent="-417715" algn="l" rtl="0">
              <a:lnSpc>
                <a:spcPct val="100000"/>
              </a:lnSpc>
              <a:spcBef>
                <a:spcPts val="2022"/>
              </a:spcBef>
              <a:spcAft>
                <a:spcPts val="0"/>
              </a:spcAft>
              <a:buSzPct val="97941"/>
              <a:buChar char="▸"/>
            </a:pPr>
            <a:r>
              <a:rPr lang="en-US"/>
              <a:t>How many layers? </a:t>
            </a:r>
            <a:endParaRPr/>
          </a:p>
          <a:p>
            <a:pPr marL="417683" lvl="0" indent="-417715" algn="l" rtl="0">
              <a:lnSpc>
                <a:spcPct val="100000"/>
              </a:lnSpc>
              <a:spcBef>
                <a:spcPts val="2022"/>
              </a:spcBef>
              <a:spcAft>
                <a:spcPts val="0"/>
              </a:spcAft>
              <a:buSzPct val="97941"/>
              <a:buChar char="▸"/>
            </a:pPr>
            <a:r>
              <a:rPr lang="en-US"/>
              <a:t>How many neurons in each layer?</a:t>
            </a:r>
            <a:endParaRPr/>
          </a:p>
          <a:p>
            <a:pPr marL="417683" lvl="0" indent="-417715" algn="l" rtl="0">
              <a:lnSpc>
                <a:spcPct val="100000"/>
              </a:lnSpc>
              <a:spcBef>
                <a:spcPts val="2022"/>
              </a:spcBef>
              <a:spcAft>
                <a:spcPts val="0"/>
              </a:spcAft>
              <a:buSzPct val="97941"/>
              <a:buChar char="▸"/>
            </a:pPr>
            <a:r>
              <a:rPr lang="en-US"/>
              <a:t>How to connect the neurons?</a:t>
            </a:r>
            <a:endParaRPr/>
          </a:p>
          <a:p>
            <a:pPr marL="417683" lvl="0" indent="-417715" algn="l" rtl="0">
              <a:lnSpc>
                <a:spcPct val="100000"/>
              </a:lnSpc>
              <a:spcBef>
                <a:spcPts val="2022"/>
              </a:spcBef>
              <a:spcAft>
                <a:spcPts val="0"/>
              </a:spcAft>
              <a:buSzPct val="97941"/>
              <a:buChar char="▸"/>
            </a:pPr>
            <a:r>
              <a:rPr lang="en-US"/>
              <a:t>What activation function to use?</a:t>
            </a:r>
            <a:endParaRPr/>
          </a:p>
          <a:p>
            <a:pPr marL="417683" lvl="0" indent="-417715" algn="l" rtl="0">
              <a:lnSpc>
                <a:spcPct val="100000"/>
              </a:lnSpc>
              <a:spcBef>
                <a:spcPts val="2022"/>
              </a:spcBef>
              <a:spcAft>
                <a:spcPts val="0"/>
              </a:spcAft>
              <a:buSzPct val="97941"/>
              <a:buChar char="▸"/>
            </a:pPr>
            <a:r>
              <a:rPr lang="en-US" b="1"/>
              <a:t>What loss function to use?</a:t>
            </a:r>
            <a:endParaRPr/>
          </a:p>
          <a:p>
            <a:pPr marL="417683" lvl="0" indent="-417715" algn="l" rtl="0">
              <a:lnSpc>
                <a:spcPct val="100000"/>
              </a:lnSpc>
              <a:spcBef>
                <a:spcPts val="2022"/>
              </a:spcBef>
              <a:spcAft>
                <a:spcPts val="0"/>
              </a:spcAft>
              <a:buSzPct val="97941"/>
              <a:buChar char="▸"/>
            </a:pPr>
            <a:r>
              <a:rPr lang="en-US"/>
              <a:t>What gradient descent method to use?</a:t>
            </a:r>
            <a:endParaRPr/>
          </a:p>
          <a:p>
            <a:pPr marL="417683" lvl="0" indent="-417715" algn="l" rtl="0">
              <a:lnSpc>
                <a:spcPct val="100000"/>
              </a:lnSpc>
              <a:spcBef>
                <a:spcPts val="2022"/>
              </a:spcBef>
              <a:spcAft>
                <a:spcPts val="0"/>
              </a:spcAft>
              <a:buSzPct val="97941"/>
              <a:buChar char="▸"/>
            </a:pPr>
            <a:r>
              <a:rPr lang="en-US"/>
              <a:t>What update method to use?</a:t>
            </a:r>
            <a:endParaRPr/>
          </a:p>
          <a:p>
            <a:pPr marL="417683" lvl="0" indent="-417715" algn="l" rtl="0">
              <a:lnSpc>
                <a:spcPct val="100000"/>
              </a:lnSpc>
              <a:spcBef>
                <a:spcPts val="2022"/>
              </a:spcBef>
              <a:spcAft>
                <a:spcPts val="0"/>
              </a:spcAft>
              <a:buSzPct val="97941"/>
              <a:buChar char="▸"/>
            </a:pPr>
            <a:r>
              <a:rPr lang="en-US"/>
              <a:t>What is your convergence criterion?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626"/>
        <p:cNvGrpSpPr/>
        <p:nvPr/>
      </p:nvGrpSpPr>
      <p:grpSpPr>
        <a:xfrm>
          <a:off x="0" y="0"/>
          <a:ext cx="0" cy="0"/>
          <a:chOff x="0" y="0"/>
          <a:chExt cx="0" cy="0"/>
        </a:xfrm>
      </p:grpSpPr>
      <p:sp>
        <p:nvSpPr>
          <p:cNvPr id="1627" name="Google Shape;1627;p63"/>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What loss function to use?</a:t>
            </a:r>
            <a:endParaRPr/>
          </a:p>
        </p:txBody>
      </p:sp>
      <p:sp>
        <p:nvSpPr>
          <p:cNvPr id="1628" name="Google Shape;1628;p63"/>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Depends on what function you want to approximate with your NN.</a:t>
            </a:r>
            <a:endParaRPr/>
          </a:p>
          <a:p>
            <a:pPr marL="417683" lvl="0" indent="-164826" algn="l" rtl="0">
              <a:lnSpc>
                <a:spcPct val="100000"/>
              </a:lnSpc>
              <a:spcBef>
                <a:spcPts val="2022"/>
              </a:spcBef>
              <a:spcAft>
                <a:spcPts val="0"/>
              </a:spcAft>
              <a:buSzPts val="3982"/>
              <a:buNone/>
            </a:pPr>
            <a:endParaRPr/>
          </a:p>
          <a:p>
            <a:pPr marL="417683" lvl="0" indent="-417683" algn="l" rtl="0">
              <a:lnSpc>
                <a:spcPct val="100000"/>
              </a:lnSpc>
              <a:spcBef>
                <a:spcPts val="2022"/>
              </a:spcBef>
              <a:spcAft>
                <a:spcPts val="0"/>
              </a:spcAft>
              <a:buSzPts val="3900"/>
              <a:buChar char="▸"/>
            </a:pPr>
            <a:r>
              <a:rPr lang="en-US"/>
              <a:t>Regression problems</a:t>
            </a:r>
            <a:endParaRPr/>
          </a:p>
          <a:p>
            <a:pPr marL="975345" lvl="1" indent="-325115" algn="l" rtl="0">
              <a:lnSpc>
                <a:spcPct val="100000"/>
              </a:lnSpc>
              <a:spcBef>
                <a:spcPts val="711"/>
              </a:spcBef>
              <a:spcAft>
                <a:spcPts val="0"/>
              </a:spcAft>
              <a:buSzPts val="3400"/>
              <a:buChar char="▪"/>
            </a:pPr>
            <a:r>
              <a:rPr lang="en-US"/>
              <a:t>Output is continuous*</a:t>
            </a:r>
            <a:endParaRPr/>
          </a:p>
          <a:p>
            <a:pPr marL="975345" lvl="1" indent="-325115" algn="l" rtl="0">
              <a:lnSpc>
                <a:spcPct val="100000"/>
              </a:lnSpc>
              <a:spcBef>
                <a:spcPts val="711"/>
              </a:spcBef>
              <a:spcAft>
                <a:spcPts val="0"/>
              </a:spcAft>
              <a:buSzPts val="3400"/>
              <a:buChar char="▪"/>
            </a:pPr>
            <a:r>
              <a:rPr lang="en-US"/>
              <a:t>We want </a:t>
            </a:r>
            <a:r>
              <a:rPr lang="en-US" i="1"/>
              <a:t>f(x</a:t>
            </a:r>
            <a:r>
              <a:rPr lang="en-US" i="1" baseline="30000"/>
              <a:t>j</a:t>
            </a:r>
            <a:r>
              <a:rPr lang="en-US" i="1"/>
              <a:t>)</a:t>
            </a:r>
            <a:r>
              <a:rPr lang="en-US"/>
              <a:t> to be close to true function output </a:t>
            </a:r>
            <a:r>
              <a:rPr lang="en-US" i="1"/>
              <a:t>y</a:t>
            </a:r>
            <a:r>
              <a:rPr lang="en-US" i="1" baseline="30000"/>
              <a:t>j</a:t>
            </a:r>
            <a:endParaRPr i="1" baseline="30000"/>
          </a:p>
          <a:p>
            <a:pPr marL="975345" lvl="1" indent="-325115" algn="l" rtl="0">
              <a:lnSpc>
                <a:spcPct val="100000"/>
              </a:lnSpc>
              <a:spcBef>
                <a:spcPts val="711"/>
              </a:spcBef>
              <a:spcAft>
                <a:spcPts val="0"/>
              </a:spcAft>
              <a:buSzPts val="3400"/>
              <a:buChar char="▪"/>
            </a:pPr>
            <a:r>
              <a:rPr lang="en-US"/>
              <a:t>Use mean-squared error (L2)</a:t>
            </a:r>
            <a:endParaRPr/>
          </a:p>
        </p:txBody>
      </p:sp>
      <p:sp>
        <p:nvSpPr>
          <p:cNvPr id="1629" name="Google Shape;1629;p63"/>
          <p:cNvSpPr/>
          <p:nvPr/>
        </p:nvSpPr>
        <p:spPr>
          <a:xfrm>
            <a:off x="644163" y="8903385"/>
            <a:ext cx="427392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Palatino Linotype"/>
              <a:buNone/>
            </a:pPr>
            <a:r>
              <a:rPr lang="en-US" sz="2400" b="0" i="0" u="none" strike="noStrike" cap="none">
                <a:solidFill>
                  <a:srgbClr val="000000"/>
                </a:solidFill>
                <a:latin typeface="Palatino Linotype"/>
                <a:ea typeface="Palatino Linotype"/>
                <a:cs typeface="Palatino Linotype"/>
                <a:sym typeface="Palatino Linotype"/>
              </a:rPr>
              <a:t>*piecewise continuous is okay</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633"/>
        <p:cNvGrpSpPr/>
        <p:nvPr/>
      </p:nvGrpSpPr>
      <p:grpSpPr>
        <a:xfrm>
          <a:off x="0" y="0"/>
          <a:ext cx="0" cy="0"/>
          <a:chOff x="0" y="0"/>
          <a:chExt cx="0" cy="0"/>
        </a:xfrm>
      </p:grpSpPr>
      <p:sp>
        <p:nvSpPr>
          <p:cNvPr id="1634" name="Google Shape;1634;p64"/>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Classification problems</a:t>
            </a:r>
            <a:endParaRPr/>
          </a:p>
        </p:txBody>
      </p:sp>
      <p:sp>
        <p:nvSpPr>
          <p:cNvPr id="1635" name="Google Shape;1635;p64"/>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fontScale="92500" lnSpcReduction="10000"/>
          </a:bodyPr>
          <a:lstStyle/>
          <a:p>
            <a:pPr marL="417683" lvl="0" indent="-417715" algn="l" rtl="0">
              <a:lnSpc>
                <a:spcPct val="100000"/>
              </a:lnSpc>
              <a:spcBef>
                <a:spcPts val="0"/>
              </a:spcBef>
              <a:spcAft>
                <a:spcPts val="0"/>
              </a:spcAft>
              <a:buSzPct val="97941"/>
              <a:buChar char="▸"/>
            </a:pPr>
            <a:r>
              <a:rPr lang="en-US"/>
              <a:t>Output is a discrete class label instead of a continuous function</a:t>
            </a:r>
            <a:endParaRPr/>
          </a:p>
          <a:p>
            <a:pPr marL="975345" lvl="1" indent="-325115" algn="l" rtl="0">
              <a:lnSpc>
                <a:spcPct val="100000"/>
              </a:lnSpc>
              <a:spcBef>
                <a:spcPts val="711"/>
              </a:spcBef>
              <a:spcAft>
                <a:spcPts val="0"/>
              </a:spcAft>
              <a:buSzPct val="99619"/>
              <a:buChar char="▪"/>
            </a:pPr>
            <a:r>
              <a:rPr lang="en-US"/>
              <a:t>Digit classification example</a:t>
            </a:r>
            <a:endParaRPr/>
          </a:p>
          <a:p>
            <a:pPr marL="417683" lvl="0" indent="-417715" algn="l" rtl="0">
              <a:lnSpc>
                <a:spcPct val="100000"/>
              </a:lnSpc>
              <a:spcBef>
                <a:spcPts val="2022"/>
              </a:spcBef>
              <a:spcAft>
                <a:spcPts val="0"/>
              </a:spcAft>
              <a:buSzPct val="97941"/>
              <a:buChar char="▸"/>
            </a:pPr>
            <a:r>
              <a:rPr lang="en-US"/>
              <a:t>We have only two possibilities*</a:t>
            </a:r>
            <a:endParaRPr/>
          </a:p>
          <a:p>
            <a:pPr marL="975345" lvl="1" indent="-325115" algn="l" rtl="0">
              <a:lnSpc>
                <a:spcPct val="100000"/>
              </a:lnSpc>
              <a:spcBef>
                <a:spcPts val="711"/>
              </a:spcBef>
              <a:spcAft>
                <a:spcPts val="0"/>
              </a:spcAft>
              <a:buSzPct val="99619"/>
              <a:buChar char="▪"/>
            </a:pPr>
            <a:r>
              <a:rPr lang="en-US" i="1"/>
              <a:t>f(x</a:t>
            </a:r>
            <a:r>
              <a:rPr lang="en-US" i="1" baseline="30000"/>
              <a:t>j</a:t>
            </a:r>
            <a:r>
              <a:rPr lang="en-US" i="1"/>
              <a:t>)</a:t>
            </a:r>
            <a:r>
              <a:rPr lang="en-US"/>
              <a:t> = </a:t>
            </a:r>
            <a:r>
              <a:rPr lang="en-US" i="1"/>
              <a:t>y</a:t>
            </a:r>
            <a:r>
              <a:rPr lang="en-US" i="1" baseline="30000"/>
              <a:t>j</a:t>
            </a:r>
            <a:endParaRPr i="1" baseline="30000"/>
          </a:p>
          <a:p>
            <a:pPr marL="975345" lvl="1" indent="-325115" algn="l" rtl="0">
              <a:lnSpc>
                <a:spcPct val="100000"/>
              </a:lnSpc>
              <a:spcBef>
                <a:spcPts val="711"/>
              </a:spcBef>
              <a:spcAft>
                <a:spcPts val="0"/>
              </a:spcAft>
              <a:buSzPct val="99619"/>
              <a:buChar char="▪"/>
            </a:pPr>
            <a:r>
              <a:rPr lang="en-US" i="1"/>
              <a:t>f(x</a:t>
            </a:r>
            <a:r>
              <a:rPr lang="en-US" i="1" baseline="30000"/>
              <a:t>j</a:t>
            </a:r>
            <a:r>
              <a:rPr lang="en-US" i="1"/>
              <a:t>)</a:t>
            </a:r>
            <a:r>
              <a:rPr lang="en-US" i="1" baseline="30000"/>
              <a:t> </a:t>
            </a:r>
            <a:r>
              <a:rPr lang="en-US"/>
              <a:t>!= </a:t>
            </a:r>
            <a:r>
              <a:rPr lang="en-US" i="1"/>
              <a:t>y</a:t>
            </a:r>
            <a:r>
              <a:rPr lang="en-US" i="1" baseline="30000"/>
              <a:t>j</a:t>
            </a:r>
            <a:endParaRPr i="1" baseline="30000"/>
          </a:p>
          <a:p>
            <a:pPr marL="650230" lvl="1" indent="0" algn="l" rtl="0">
              <a:lnSpc>
                <a:spcPct val="100000"/>
              </a:lnSpc>
              <a:spcBef>
                <a:spcPts val="711"/>
              </a:spcBef>
              <a:spcAft>
                <a:spcPts val="0"/>
              </a:spcAft>
              <a:buSzPct val="100000"/>
              <a:buNone/>
            </a:pPr>
            <a:endParaRPr/>
          </a:p>
          <a:p>
            <a:pPr marL="975345" lvl="1" indent="-124646" algn="l" rtl="0">
              <a:lnSpc>
                <a:spcPct val="100000"/>
              </a:lnSpc>
              <a:spcBef>
                <a:spcPts val="711"/>
              </a:spcBef>
              <a:spcAft>
                <a:spcPts val="0"/>
              </a:spcAft>
              <a:buSzPct val="100000"/>
              <a:buNone/>
            </a:pPr>
            <a:endParaRPr/>
          </a:p>
          <a:p>
            <a:pPr marL="417683" lvl="0" indent="-417715" algn="l" rtl="0">
              <a:lnSpc>
                <a:spcPct val="100000"/>
              </a:lnSpc>
              <a:spcBef>
                <a:spcPts val="2022"/>
              </a:spcBef>
              <a:spcAft>
                <a:spcPts val="0"/>
              </a:spcAft>
              <a:buSzPct val="97941"/>
              <a:buChar char="▸"/>
            </a:pPr>
            <a:r>
              <a:rPr lang="en-US"/>
              <a:t>Hinge loss</a:t>
            </a:r>
            <a:endParaRPr/>
          </a:p>
          <a:p>
            <a:pPr marL="417683" lvl="0" indent="-417715" algn="l" rtl="0">
              <a:lnSpc>
                <a:spcPct val="100000"/>
              </a:lnSpc>
              <a:spcBef>
                <a:spcPts val="2022"/>
              </a:spcBef>
              <a:spcAft>
                <a:spcPts val="0"/>
              </a:spcAft>
              <a:buSzPct val="97941"/>
              <a:buChar char="▸"/>
            </a:pPr>
            <a:r>
              <a:rPr lang="en-US"/>
              <a:t>Cross-entropy loss</a:t>
            </a:r>
            <a:endParaRPr/>
          </a:p>
          <a:p>
            <a:pPr marL="417683" lvl="0" indent="-417715" algn="l" rtl="0">
              <a:lnSpc>
                <a:spcPct val="100000"/>
              </a:lnSpc>
              <a:spcBef>
                <a:spcPts val="2022"/>
              </a:spcBef>
              <a:spcAft>
                <a:spcPts val="0"/>
              </a:spcAft>
              <a:buSzPct val="97941"/>
              <a:buChar char="▸"/>
            </a:pPr>
            <a:r>
              <a:rPr lang="en-US"/>
              <a:t>KL divergence</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sp>
        <p:nvSpPr>
          <p:cNvPr id="1640" name="Google Shape;1640;p65"/>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Designing a NN</a:t>
            </a:r>
            <a:endParaRPr/>
          </a:p>
        </p:txBody>
      </p:sp>
      <p:sp>
        <p:nvSpPr>
          <p:cNvPr id="1641" name="Google Shape;1641;p65"/>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fontScale="77500" lnSpcReduction="20000"/>
          </a:bodyPr>
          <a:lstStyle/>
          <a:p>
            <a:pPr marL="417683" lvl="0" indent="-417715" algn="l" rtl="0">
              <a:lnSpc>
                <a:spcPct val="100000"/>
              </a:lnSpc>
              <a:spcBef>
                <a:spcPts val="0"/>
              </a:spcBef>
              <a:spcAft>
                <a:spcPts val="0"/>
              </a:spcAft>
              <a:buSzPct val="97941"/>
              <a:buChar char="▸"/>
            </a:pPr>
            <a:r>
              <a:rPr lang="en-US" dirty="0"/>
              <a:t>Remember, the only unknowns are the weights</a:t>
            </a:r>
            <a:endParaRPr dirty="0"/>
          </a:p>
          <a:p>
            <a:pPr marL="417683" lvl="0" indent="-417715" algn="l" rtl="0">
              <a:lnSpc>
                <a:spcPct val="100000"/>
              </a:lnSpc>
              <a:spcBef>
                <a:spcPts val="2022"/>
              </a:spcBef>
              <a:spcAft>
                <a:spcPts val="0"/>
              </a:spcAft>
              <a:buSzPct val="97941"/>
              <a:buChar char="▸"/>
            </a:pPr>
            <a:r>
              <a:rPr lang="en-US" dirty="0"/>
              <a:t>Everything else should be decided by you</a:t>
            </a:r>
            <a:endParaRPr dirty="0"/>
          </a:p>
          <a:p>
            <a:pPr marL="417683" lvl="0" indent="-221722" algn="l" rtl="0">
              <a:lnSpc>
                <a:spcPct val="100000"/>
              </a:lnSpc>
              <a:spcBef>
                <a:spcPts val="2022"/>
              </a:spcBef>
              <a:spcAft>
                <a:spcPts val="0"/>
              </a:spcAft>
              <a:buSzPct val="100000"/>
              <a:buNone/>
            </a:pPr>
            <a:endParaRPr dirty="0"/>
          </a:p>
          <a:p>
            <a:pPr marL="417683" lvl="0" indent="-417715" algn="l" rtl="0">
              <a:lnSpc>
                <a:spcPct val="100000"/>
              </a:lnSpc>
              <a:spcBef>
                <a:spcPts val="2022"/>
              </a:spcBef>
              <a:spcAft>
                <a:spcPts val="0"/>
              </a:spcAft>
              <a:buSzPct val="97941"/>
              <a:buChar char="▸"/>
            </a:pPr>
            <a:r>
              <a:rPr lang="en-US" dirty="0"/>
              <a:t>How many layers? </a:t>
            </a:r>
            <a:endParaRPr dirty="0"/>
          </a:p>
          <a:p>
            <a:pPr marL="417683" lvl="0" indent="-417715" algn="l" rtl="0">
              <a:lnSpc>
                <a:spcPct val="100000"/>
              </a:lnSpc>
              <a:spcBef>
                <a:spcPts val="2022"/>
              </a:spcBef>
              <a:spcAft>
                <a:spcPts val="0"/>
              </a:spcAft>
              <a:buSzPct val="97941"/>
              <a:buChar char="▸"/>
            </a:pPr>
            <a:r>
              <a:rPr lang="en-US" dirty="0"/>
              <a:t>How many neurons in each layer?</a:t>
            </a:r>
            <a:endParaRPr dirty="0"/>
          </a:p>
          <a:p>
            <a:pPr marL="417683" lvl="0" indent="-417715" algn="l" rtl="0">
              <a:lnSpc>
                <a:spcPct val="100000"/>
              </a:lnSpc>
              <a:spcBef>
                <a:spcPts val="2022"/>
              </a:spcBef>
              <a:spcAft>
                <a:spcPts val="0"/>
              </a:spcAft>
              <a:buSzPct val="97941"/>
              <a:buChar char="▸"/>
            </a:pPr>
            <a:r>
              <a:rPr lang="en-US" dirty="0"/>
              <a:t>How to connect the neurons?</a:t>
            </a:r>
            <a:endParaRPr dirty="0"/>
          </a:p>
          <a:p>
            <a:pPr marL="417683" lvl="0" indent="-417715" algn="l" rtl="0">
              <a:lnSpc>
                <a:spcPct val="100000"/>
              </a:lnSpc>
              <a:spcBef>
                <a:spcPts val="2022"/>
              </a:spcBef>
              <a:spcAft>
                <a:spcPts val="0"/>
              </a:spcAft>
              <a:buSzPct val="97941"/>
              <a:buChar char="▸"/>
            </a:pPr>
            <a:r>
              <a:rPr lang="en-US" dirty="0"/>
              <a:t>What activation function to use?</a:t>
            </a:r>
            <a:endParaRPr dirty="0"/>
          </a:p>
          <a:p>
            <a:pPr marL="417683" lvl="0" indent="-417715" algn="l" rtl="0">
              <a:lnSpc>
                <a:spcPct val="100000"/>
              </a:lnSpc>
              <a:spcBef>
                <a:spcPts val="2022"/>
              </a:spcBef>
              <a:spcAft>
                <a:spcPts val="0"/>
              </a:spcAft>
              <a:buSzPct val="97941"/>
              <a:buChar char="▸"/>
            </a:pPr>
            <a:r>
              <a:rPr lang="en-US" dirty="0"/>
              <a:t>What loss function to use?</a:t>
            </a:r>
            <a:endParaRPr dirty="0"/>
          </a:p>
          <a:p>
            <a:pPr marL="417683" lvl="0" indent="-417715" algn="l" rtl="0">
              <a:lnSpc>
                <a:spcPct val="100000"/>
              </a:lnSpc>
              <a:spcBef>
                <a:spcPts val="2022"/>
              </a:spcBef>
              <a:spcAft>
                <a:spcPts val="0"/>
              </a:spcAft>
              <a:buSzPct val="97941"/>
              <a:buChar char="▸"/>
            </a:pPr>
            <a:r>
              <a:rPr lang="en-US" b="1" dirty="0"/>
              <a:t>What gradient descent method to use?</a:t>
            </a:r>
            <a:endParaRPr dirty="0"/>
          </a:p>
          <a:p>
            <a:pPr marL="417683" lvl="0" indent="-417715" algn="l" rtl="0">
              <a:lnSpc>
                <a:spcPct val="100000"/>
              </a:lnSpc>
              <a:spcBef>
                <a:spcPts val="2022"/>
              </a:spcBef>
              <a:spcAft>
                <a:spcPts val="0"/>
              </a:spcAft>
              <a:buSzPct val="97941"/>
              <a:buChar char="▸"/>
            </a:pPr>
            <a:r>
              <a:rPr lang="en-US" dirty="0"/>
              <a:t>What update method to use?</a:t>
            </a:r>
            <a:endParaRPr dirty="0"/>
          </a:p>
          <a:p>
            <a:pPr marL="417683" lvl="0" indent="-417715" algn="l" rtl="0">
              <a:lnSpc>
                <a:spcPct val="100000"/>
              </a:lnSpc>
              <a:spcBef>
                <a:spcPts val="2022"/>
              </a:spcBef>
              <a:spcAft>
                <a:spcPts val="0"/>
              </a:spcAft>
              <a:buSzPct val="97941"/>
              <a:buChar char="▸"/>
            </a:pPr>
            <a:r>
              <a:rPr lang="en-US" dirty="0"/>
              <a:t>What is your convergence criterion?</a:t>
            </a:r>
            <a:endParaRPr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646"/>
        <p:cNvGrpSpPr/>
        <p:nvPr/>
      </p:nvGrpSpPr>
      <p:grpSpPr>
        <a:xfrm>
          <a:off x="0" y="0"/>
          <a:ext cx="0" cy="0"/>
          <a:chOff x="0" y="0"/>
          <a:chExt cx="0" cy="0"/>
        </a:xfrm>
      </p:grpSpPr>
      <p:sp>
        <p:nvSpPr>
          <p:cNvPr id="1647" name="Google Shape;1647;p66"/>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Many Alternatives</a:t>
            </a:r>
            <a:endParaRPr/>
          </a:p>
        </p:txBody>
      </p:sp>
      <p:sp>
        <p:nvSpPr>
          <p:cNvPr id="1648" name="Google Shape;1648;p66"/>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Batch (what we covered – sum over all training samples)</a:t>
            </a:r>
            <a:endParaRPr/>
          </a:p>
          <a:p>
            <a:pPr marL="417683" lvl="0" indent="-417683" algn="l" rtl="0">
              <a:lnSpc>
                <a:spcPct val="100000"/>
              </a:lnSpc>
              <a:spcBef>
                <a:spcPts val="2022"/>
              </a:spcBef>
              <a:spcAft>
                <a:spcPts val="0"/>
              </a:spcAft>
              <a:buSzPts val="3900"/>
              <a:buChar char="▸"/>
            </a:pPr>
            <a:r>
              <a:rPr lang="en-US"/>
              <a:t>Stochastic gradient descent (SGD)</a:t>
            </a:r>
            <a:endParaRPr/>
          </a:p>
          <a:p>
            <a:pPr marL="417683" lvl="0" indent="-417683" algn="l" rtl="0">
              <a:lnSpc>
                <a:spcPct val="100000"/>
              </a:lnSpc>
              <a:spcBef>
                <a:spcPts val="2022"/>
              </a:spcBef>
              <a:spcAft>
                <a:spcPts val="0"/>
              </a:spcAft>
              <a:buSzPts val="3900"/>
              <a:buChar char="▸"/>
            </a:pPr>
            <a:r>
              <a:rPr lang="en-US"/>
              <a:t>Mini-batch gradient descent</a:t>
            </a:r>
            <a:endParaRPr/>
          </a:p>
          <a:p>
            <a:pPr marL="417683" lvl="0" indent="-417683" algn="l" rtl="0">
              <a:lnSpc>
                <a:spcPct val="100000"/>
              </a:lnSpc>
              <a:spcBef>
                <a:spcPts val="2022"/>
              </a:spcBef>
              <a:spcAft>
                <a:spcPts val="0"/>
              </a:spcAft>
              <a:buSzPts val="3900"/>
              <a:buChar char="▸"/>
            </a:pPr>
            <a:r>
              <a:rPr lang="en-US"/>
              <a:t>Momentum </a:t>
            </a:r>
            <a:endParaRPr/>
          </a:p>
          <a:p>
            <a:pPr marL="417683" lvl="0" indent="-417683" algn="l" rtl="0">
              <a:lnSpc>
                <a:spcPct val="100000"/>
              </a:lnSpc>
              <a:spcBef>
                <a:spcPts val="2022"/>
              </a:spcBef>
              <a:spcAft>
                <a:spcPts val="0"/>
              </a:spcAft>
              <a:buSzPts val="3900"/>
              <a:buChar char="▸"/>
            </a:pPr>
            <a:r>
              <a:rPr lang="en-US"/>
              <a:t>RMSPropagation, Adam (Adaptive moment estimation), Adagrad (Adaptive gradient)</a:t>
            </a:r>
            <a:endParaRPr/>
          </a:p>
        </p:txBody>
      </p:sp>
      <p:sp>
        <p:nvSpPr>
          <p:cNvPr id="1649" name="Google Shape;1649;p66"/>
          <p:cNvSpPr/>
          <p:nvPr/>
        </p:nvSpPr>
        <p:spPr>
          <a:xfrm>
            <a:off x="718234" y="7965570"/>
            <a:ext cx="12065000"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600"/>
              <a:buFont typeface="Palatino Linotype"/>
              <a:buNone/>
            </a:pPr>
            <a:r>
              <a:rPr lang="en-US" sz="3600" b="0" i="0" u="sng" strike="noStrike" cap="none">
                <a:solidFill>
                  <a:srgbClr val="000000"/>
                </a:solidFill>
                <a:latin typeface="Palatino Linotype"/>
                <a:ea typeface="Palatino Linotype"/>
                <a:cs typeface="Palatino Linotype"/>
                <a:sym typeface="Palatino Linotype"/>
                <a:hlinkClick r:id="rId3">
                  <a:extLst>
                    <a:ext uri="{A12FA001-AC4F-418D-AE19-62706E023703}">
                      <ahyp:hlinkClr xmlns:ahyp="http://schemas.microsoft.com/office/drawing/2018/hyperlinkcolor" val="tx"/>
                    </a:ext>
                  </a:extLst>
                </a:hlinkClick>
              </a:rPr>
              <a:t>https://cs.stanford.edu/people/karpathy/convnetjs/demo/trainers.html</a:t>
            </a:r>
            <a:r>
              <a:rPr lang="en-US" sz="3600" b="0" i="0" u="none" strike="noStrike" cap="none">
                <a:solidFill>
                  <a:srgbClr val="000000"/>
                </a:solidFill>
                <a:latin typeface="Palatino Linotype"/>
                <a:ea typeface="Palatino Linotype"/>
                <a:cs typeface="Palatino Linotype"/>
                <a:sym typeface="Palatino Linotype"/>
              </a:rPr>
              <a:t>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653"/>
        <p:cNvGrpSpPr/>
        <p:nvPr/>
      </p:nvGrpSpPr>
      <p:grpSpPr>
        <a:xfrm>
          <a:off x="0" y="0"/>
          <a:ext cx="0" cy="0"/>
          <a:chOff x="0" y="0"/>
          <a:chExt cx="0" cy="0"/>
        </a:xfrm>
      </p:grpSpPr>
      <p:sp>
        <p:nvSpPr>
          <p:cNvPr id="1654" name="Google Shape;1654;p67"/>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Hyperparameter optimization</a:t>
            </a:r>
            <a:endParaRPr/>
          </a:p>
        </p:txBody>
      </p:sp>
      <p:sp>
        <p:nvSpPr>
          <p:cNvPr id="1655" name="Google Shape;1655;p67"/>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a:t>Lots and lots of hyperparams</a:t>
            </a:r>
            <a:endParaRPr/>
          </a:p>
          <a:p>
            <a:pPr marL="975345" lvl="1" indent="-325115" algn="l" rtl="0">
              <a:lnSpc>
                <a:spcPct val="100000"/>
              </a:lnSpc>
              <a:spcBef>
                <a:spcPts val="711"/>
              </a:spcBef>
              <a:spcAft>
                <a:spcPts val="0"/>
              </a:spcAft>
              <a:buSzPts val="3400"/>
              <a:buChar char="▪"/>
            </a:pPr>
            <a:r>
              <a:rPr lang="en-US"/>
              <a:t>Learning rate (alpha)</a:t>
            </a:r>
            <a:endParaRPr/>
          </a:p>
          <a:p>
            <a:pPr marL="975345" lvl="1" indent="-325115" algn="l" rtl="0">
              <a:lnSpc>
                <a:spcPct val="100000"/>
              </a:lnSpc>
              <a:spcBef>
                <a:spcPts val="711"/>
              </a:spcBef>
              <a:spcAft>
                <a:spcPts val="0"/>
              </a:spcAft>
              <a:buSzPts val="3400"/>
              <a:buChar char="▪"/>
            </a:pPr>
            <a:r>
              <a:rPr lang="en-US"/>
              <a:t>random seeds</a:t>
            </a:r>
            <a:endParaRPr/>
          </a:p>
          <a:p>
            <a:pPr marL="975345" lvl="1" indent="-325115" algn="l" rtl="0">
              <a:lnSpc>
                <a:spcPct val="100000"/>
              </a:lnSpc>
              <a:spcBef>
                <a:spcPts val="711"/>
              </a:spcBef>
              <a:spcAft>
                <a:spcPts val="0"/>
              </a:spcAft>
              <a:buSzPts val="3400"/>
              <a:buChar char="▪"/>
            </a:pPr>
            <a:r>
              <a:rPr lang="en-US"/>
              <a:t>batch size</a:t>
            </a:r>
            <a:endParaRPr/>
          </a:p>
          <a:p>
            <a:pPr marL="975345" lvl="1" indent="-325115" algn="l" rtl="0">
              <a:lnSpc>
                <a:spcPct val="100000"/>
              </a:lnSpc>
              <a:spcBef>
                <a:spcPts val="711"/>
              </a:spcBef>
              <a:spcAft>
                <a:spcPts val="0"/>
              </a:spcAft>
              <a:buSzPts val="3400"/>
              <a:buChar char="▪"/>
            </a:pPr>
            <a:r>
              <a:rPr lang="en-US"/>
              <a:t>filter size</a:t>
            </a:r>
            <a:endParaRPr/>
          </a:p>
          <a:p>
            <a:pPr marL="975345" lvl="1" indent="-325115" algn="l" rtl="0">
              <a:lnSpc>
                <a:spcPct val="100000"/>
              </a:lnSpc>
              <a:spcBef>
                <a:spcPts val="711"/>
              </a:spcBef>
              <a:spcAft>
                <a:spcPts val="0"/>
              </a:spcAft>
              <a:buSzPts val="3400"/>
              <a:buChar char="▪"/>
            </a:pPr>
            <a:r>
              <a:rPr lang="en-US"/>
              <a:t>…</a:t>
            </a:r>
            <a:endParaRPr/>
          </a:p>
          <a:p>
            <a:pPr marL="417683" lvl="0" indent="-417683" algn="l" rtl="0">
              <a:lnSpc>
                <a:spcPct val="100000"/>
              </a:lnSpc>
              <a:spcBef>
                <a:spcPts val="2022"/>
              </a:spcBef>
              <a:spcAft>
                <a:spcPts val="0"/>
              </a:spcAft>
              <a:buSzPts val="3900"/>
              <a:buChar char="▸"/>
            </a:pPr>
            <a:r>
              <a:rPr lang="en-US"/>
              <a:t>Performance is very sensitive to hyperparams</a:t>
            </a:r>
            <a:endParaRPr/>
          </a:p>
          <a:p>
            <a:pPr marL="417683" lvl="0" indent="-417683" algn="l" rtl="0">
              <a:lnSpc>
                <a:spcPct val="100000"/>
              </a:lnSpc>
              <a:spcBef>
                <a:spcPts val="2022"/>
              </a:spcBef>
              <a:spcAft>
                <a:spcPts val="0"/>
              </a:spcAft>
              <a:buSzPts val="3900"/>
              <a:buChar char="▸"/>
            </a:pPr>
            <a:r>
              <a:rPr lang="en-US"/>
              <a:t>How to find the right configuration of hyperparams?</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sp>
        <p:nvSpPr>
          <p:cNvPr id="1660" name="Google Shape;1660;p68"/>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Demo</a:t>
            </a:r>
            <a:endParaRPr/>
          </a:p>
        </p:txBody>
      </p:sp>
      <p:sp>
        <p:nvSpPr>
          <p:cNvPr id="1661" name="Google Shape;1661;p68"/>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a:bodyPr>
          <a:lstStyle/>
          <a:p>
            <a:pPr marL="417683" lvl="0" indent="-417683" algn="l" rtl="0">
              <a:lnSpc>
                <a:spcPct val="100000"/>
              </a:lnSpc>
              <a:spcBef>
                <a:spcPts val="0"/>
              </a:spcBef>
              <a:spcAft>
                <a:spcPts val="0"/>
              </a:spcAft>
              <a:buSzPts val="3900"/>
              <a:buChar char="▸"/>
            </a:pPr>
            <a:r>
              <a:rPr lang="en-US" u="sng">
                <a:solidFill>
                  <a:schemeClr val="hlink"/>
                </a:solidFill>
                <a:hlinkClick r:id="rId3"/>
              </a:rPr>
              <a:t>http://www.ccom.ucsd.edu/~cdeotte/programs/neuralnetwork.html</a:t>
            </a:r>
            <a:r>
              <a:rPr lang="en-US"/>
              <a:t> </a:t>
            </a:r>
            <a:endParaRPr/>
          </a:p>
          <a:p>
            <a:pPr marL="417683" lvl="0" indent="-164826" algn="l" rtl="0">
              <a:lnSpc>
                <a:spcPct val="100000"/>
              </a:lnSpc>
              <a:spcBef>
                <a:spcPts val="2022"/>
              </a:spcBef>
              <a:spcAft>
                <a:spcPts val="0"/>
              </a:spcAft>
              <a:buSzPts val="3982"/>
              <a:buNone/>
            </a:pPr>
            <a:endParaRPr u="sng">
              <a:solidFill>
                <a:schemeClr val="hlink"/>
              </a:solidFill>
              <a:hlinkClick r:id="rId4"/>
            </a:endParaRPr>
          </a:p>
          <a:p>
            <a:pPr marL="417683" lvl="0" indent="-417683" algn="l" rtl="0">
              <a:lnSpc>
                <a:spcPct val="100000"/>
              </a:lnSpc>
              <a:spcBef>
                <a:spcPts val="2022"/>
              </a:spcBef>
              <a:spcAft>
                <a:spcPts val="0"/>
              </a:spcAft>
              <a:buSzPts val="3900"/>
              <a:buChar char="▸"/>
            </a:pPr>
            <a:r>
              <a:rPr lang="en-US" u="sng">
                <a:solidFill>
                  <a:schemeClr val="hlink"/>
                </a:solidFill>
                <a:hlinkClick r:id="rId4"/>
              </a:rPr>
              <a:t>https://cs.stanford.edu/people/karpathy/convnetjs/demo/regression.html</a:t>
            </a:r>
            <a:endParaRPr/>
          </a:p>
          <a:p>
            <a:pPr marL="417683" lvl="0" indent="-417683" algn="l" rtl="0">
              <a:lnSpc>
                <a:spcPct val="100000"/>
              </a:lnSpc>
              <a:spcBef>
                <a:spcPts val="2022"/>
              </a:spcBef>
              <a:spcAft>
                <a:spcPts val="0"/>
              </a:spcAft>
              <a:buSzPts val="3900"/>
              <a:buChar char="▸"/>
            </a:pPr>
            <a:r>
              <a:rPr lang="en-US" u="sng">
                <a:solidFill>
                  <a:schemeClr val="hlink"/>
                </a:solidFill>
                <a:hlinkClick r:id="rId5"/>
              </a:rPr>
              <a:t>https://playground.tensorflow.org/</a:t>
            </a:r>
            <a:endParaRPr/>
          </a:p>
          <a:p>
            <a:pPr marL="417683" lvl="0" indent="-164826" algn="l" rtl="0">
              <a:lnSpc>
                <a:spcPct val="100000"/>
              </a:lnSpc>
              <a:spcBef>
                <a:spcPts val="2022"/>
              </a:spcBef>
              <a:spcAft>
                <a:spcPts val="0"/>
              </a:spcAft>
              <a:buSzPts val="3982"/>
              <a:buNone/>
            </a:pPr>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665"/>
        <p:cNvGrpSpPr/>
        <p:nvPr/>
      </p:nvGrpSpPr>
      <p:grpSpPr>
        <a:xfrm>
          <a:off x="0" y="0"/>
          <a:ext cx="0" cy="0"/>
          <a:chOff x="0" y="0"/>
          <a:chExt cx="0" cy="0"/>
        </a:xfrm>
      </p:grpSpPr>
      <p:sp>
        <p:nvSpPr>
          <p:cNvPr id="1666" name="Google Shape;1666;p69"/>
          <p:cNvSpPr txBox="1">
            <a:spLocks noGrp="1"/>
          </p:cNvSpPr>
          <p:nvPr>
            <p:ph type="title"/>
          </p:nvPr>
        </p:nvSpPr>
        <p:spPr>
          <a:xfrm>
            <a:off x="894080" y="519292"/>
            <a:ext cx="11216640" cy="1010685"/>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660000"/>
              </a:buClr>
              <a:buSzPts val="5100"/>
              <a:buFont typeface="Century Gothic"/>
              <a:buNone/>
            </a:pPr>
            <a:r>
              <a:rPr lang="en-US"/>
              <a:t>Designing a NN</a:t>
            </a:r>
            <a:endParaRPr/>
          </a:p>
        </p:txBody>
      </p:sp>
      <p:sp>
        <p:nvSpPr>
          <p:cNvPr id="1667" name="Google Shape;1667;p69"/>
          <p:cNvSpPr txBox="1">
            <a:spLocks noGrp="1"/>
          </p:cNvSpPr>
          <p:nvPr>
            <p:ph type="body" idx="1"/>
          </p:nvPr>
        </p:nvSpPr>
        <p:spPr>
          <a:xfrm>
            <a:off x="894080" y="1816848"/>
            <a:ext cx="11216640" cy="6968166"/>
          </a:xfrm>
          <a:prstGeom prst="rect">
            <a:avLst/>
          </a:prstGeom>
          <a:noFill/>
          <a:ln>
            <a:noFill/>
          </a:ln>
        </p:spPr>
        <p:txBody>
          <a:bodyPr spcFirstLastPara="1" wrap="square" lIns="91425" tIns="45700" rIns="91425" bIns="45700" anchor="t" anchorCtr="0">
            <a:normAutofit fontScale="92500" lnSpcReduction="10000"/>
          </a:bodyPr>
          <a:lstStyle/>
          <a:p>
            <a:pPr marL="417683" lvl="0" indent="-417715" algn="l" rtl="0">
              <a:lnSpc>
                <a:spcPct val="100000"/>
              </a:lnSpc>
              <a:spcBef>
                <a:spcPts val="0"/>
              </a:spcBef>
              <a:spcAft>
                <a:spcPts val="0"/>
              </a:spcAft>
              <a:buSzPct val="97941"/>
              <a:buChar char="▸"/>
            </a:pPr>
            <a:r>
              <a:rPr lang="en-US"/>
              <a:t>Remember, the only unknowns are the weights</a:t>
            </a:r>
            <a:endParaRPr/>
          </a:p>
          <a:p>
            <a:pPr marL="417683" lvl="0" indent="-417715" algn="l" rtl="0">
              <a:lnSpc>
                <a:spcPct val="100000"/>
              </a:lnSpc>
              <a:spcBef>
                <a:spcPts val="2022"/>
              </a:spcBef>
              <a:spcAft>
                <a:spcPts val="0"/>
              </a:spcAft>
              <a:buSzPct val="97941"/>
              <a:buChar char="▸"/>
            </a:pPr>
            <a:r>
              <a:rPr lang="en-US"/>
              <a:t>Everything else should be decided by you</a:t>
            </a:r>
            <a:endParaRPr/>
          </a:p>
          <a:p>
            <a:pPr marL="417683" lvl="0" indent="-183812" algn="l" rtl="0">
              <a:lnSpc>
                <a:spcPct val="100000"/>
              </a:lnSpc>
              <a:spcBef>
                <a:spcPts val="2022"/>
              </a:spcBef>
              <a:spcAft>
                <a:spcPts val="0"/>
              </a:spcAft>
              <a:buSzPct val="100000"/>
              <a:buNone/>
            </a:pPr>
            <a:endParaRPr/>
          </a:p>
          <a:p>
            <a:pPr marL="417683" lvl="0" indent="-417715" algn="l" rtl="0">
              <a:lnSpc>
                <a:spcPct val="100000"/>
              </a:lnSpc>
              <a:spcBef>
                <a:spcPts val="2022"/>
              </a:spcBef>
              <a:spcAft>
                <a:spcPts val="0"/>
              </a:spcAft>
              <a:buSzPct val="97941"/>
              <a:buChar char="▸"/>
            </a:pPr>
            <a:r>
              <a:rPr lang="en-US"/>
              <a:t>How many layers? </a:t>
            </a:r>
            <a:endParaRPr/>
          </a:p>
          <a:p>
            <a:pPr marL="417683" lvl="0" indent="-417715" algn="l" rtl="0">
              <a:lnSpc>
                <a:spcPct val="100000"/>
              </a:lnSpc>
              <a:spcBef>
                <a:spcPts val="2022"/>
              </a:spcBef>
              <a:spcAft>
                <a:spcPts val="0"/>
              </a:spcAft>
              <a:buSzPct val="97941"/>
              <a:buChar char="▸"/>
            </a:pPr>
            <a:r>
              <a:rPr lang="en-US"/>
              <a:t>How many neurons in each layer?</a:t>
            </a:r>
            <a:endParaRPr/>
          </a:p>
          <a:p>
            <a:pPr marL="417683" lvl="0" indent="-417715" algn="l" rtl="0">
              <a:lnSpc>
                <a:spcPct val="100000"/>
              </a:lnSpc>
              <a:spcBef>
                <a:spcPts val="2022"/>
              </a:spcBef>
              <a:spcAft>
                <a:spcPts val="0"/>
              </a:spcAft>
              <a:buSzPct val="97941"/>
              <a:buChar char="▸"/>
            </a:pPr>
            <a:r>
              <a:rPr lang="en-US"/>
              <a:t>How to connect the neurons?</a:t>
            </a:r>
            <a:endParaRPr/>
          </a:p>
          <a:p>
            <a:pPr marL="417683" lvl="0" indent="-417715" algn="l" rtl="0">
              <a:lnSpc>
                <a:spcPct val="100000"/>
              </a:lnSpc>
              <a:spcBef>
                <a:spcPts val="2022"/>
              </a:spcBef>
              <a:spcAft>
                <a:spcPts val="0"/>
              </a:spcAft>
              <a:buSzPct val="97941"/>
              <a:buChar char="▸"/>
            </a:pPr>
            <a:r>
              <a:rPr lang="en-US"/>
              <a:t>What activation function to use?</a:t>
            </a:r>
            <a:endParaRPr/>
          </a:p>
          <a:p>
            <a:pPr marL="417683" lvl="0" indent="-417715" algn="l" rtl="0">
              <a:lnSpc>
                <a:spcPct val="100000"/>
              </a:lnSpc>
              <a:spcBef>
                <a:spcPts val="2022"/>
              </a:spcBef>
              <a:spcAft>
                <a:spcPts val="0"/>
              </a:spcAft>
              <a:buSzPct val="97941"/>
              <a:buChar char="▸"/>
            </a:pPr>
            <a:r>
              <a:rPr lang="en-US"/>
              <a:t>What loss function to use?</a:t>
            </a:r>
            <a:endParaRPr/>
          </a:p>
          <a:p>
            <a:pPr marL="417683" lvl="0" indent="-417715" algn="l" rtl="0">
              <a:lnSpc>
                <a:spcPct val="100000"/>
              </a:lnSpc>
              <a:spcBef>
                <a:spcPts val="2022"/>
              </a:spcBef>
              <a:spcAft>
                <a:spcPts val="0"/>
              </a:spcAft>
              <a:buSzPct val="97941"/>
              <a:buChar char="▸"/>
            </a:pPr>
            <a:r>
              <a:rPr lang="en-US"/>
              <a:t>What gradient descent method to use?</a:t>
            </a:r>
            <a:endParaRPr/>
          </a:p>
        </p:txBody>
      </p:sp>
    </p:spTree>
  </p:cSld>
  <p:clrMapOvr>
    <a:masterClrMapping/>
  </p:clrMapOvr>
</p:sld>
</file>

<file path=ppt/theme/theme1.xml><?xml version="1.0" encoding="utf-8"?>
<a:theme xmlns:a="http://schemas.openxmlformats.org/drawingml/2006/main" name="RAASLab_Presentation_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RAASLab_Presentation_Templat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TotalTime>
  <Words>3153</Words>
  <Application>Microsoft Macintosh PowerPoint</Application>
  <PresentationFormat>Custom</PresentationFormat>
  <Paragraphs>812</Paragraphs>
  <Slides>83</Slides>
  <Notes>83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83</vt:i4>
      </vt:variant>
    </vt:vector>
  </HeadingPairs>
  <TitlesOfParts>
    <vt:vector size="94" baseType="lpstr">
      <vt:lpstr>Helvetica Neue</vt:lpstr>
      <vt:lpstr>Arial</vt:lpstr>
      <vt:lpstr>Times New Roman</vt:lpstr>
      <vt:lpstr>Century Gothic</vt:lpstr>
      <vt:lpstr>Calibri</vt:lpstr>
      <vt:lpstr>Wingdings</vt:lpstr>
      <vt:lpstr>Palatino Linotype</vt:lpstr>
      <vt:lpstr>Merriweather Sans</vt:lpstr>
      <vt:lpstr>RAASLab_Presentation_Template</vt:lpstr>
      <vt:lpstr>1_RAASLab_Presentation_Template</vt:lpstr>
      <vt:lpstr>2_Office Theme</vt:lpstr>
      <vt:lpstr>Neural Networks</vt:lpstr>
      <vt:lpstr>Neural networks are function approximators</vt:lpstr>
      <vt:lpstr>Perceptron</vt:lpstr>
      <vt:lpstr>Sigmoid Neuron</vt:lpstr>
      <vt:lpstr>Supervised Learning</vt:lpstr>
      <vt:lpstr>General Recipe</vt:lpstr>
      <vt:lpstr>General Recipe</vt:lpstr>
      <vt:lpstr>Check if f(x) matches y – how?</vt:lpstr>
      <vt:lpstr>Check if f(x) matches y – how?</vt:lpstr>
      <vt:lpstr>Check if f(x) matches y – how?</vt:lpstr>
      <vt:lpstr>General Recipe</vt:lpstr>
      <vt:lpstr>If E(w) is not zero, adjust the weights – how?</vt:lpstr>
      <vt:lpstr>If E(w) is not zero, adjust the weights – how?</vt:lpstr>
      <vt:lpstr>Gradient Descent</vt:lpstr>
      <vt:lpstr>We can’t usually visualize the entire E(w) function. But we can compute the gradient to E(w) at the current point. Keep following the negative of the gradient (go down the hill) until you reach the minima.</vt:lpstr>
      <vt:lpstr>General Recipe</vt:lpstr>
      <vt:lpstr>How to adjust weights?</vt:lpstr>
      <vt:lpstr>Why take the negative of the gradient?</vt:lpstr>
      <vt:lpstr>Why take the negative of the gradient?</vt:lpstr>
      <vt:lpstr>Gradient Descent</vt:lpstr>
      <vt:lpstr>Sigmoid Neuron</vt:lpstr>
      <vt:lpstr>Sigmoid Neuron</vt:lpstr>
      <vt:lpstr>Sigmoid Neuron</vt:lpstr>
      <vt:lpstr>Sigmoid Neuron</vt:lpstr>
      <vt:lpstr>Finding the weights</vt:lpstr>
      <vt:lpstr>Finding the weights</vt:lpstr>
      <vt:lpstr>Finding the weights</vt:lpstr>
      <vt:lpstr>Finding the weights</vt:lpstr>
      <vt:lpstr>Rewriting the equations</vt:lpstr>
      <vt:lpstr>Gradient Descent</vt:lpstr>
      <vt:lpstr>A more specific recipe</vt:lpstr>
      <vt:lpstr>Neural Network</vt:lpstr>
      <vt:lpstr>Training one neuron</vt:lpstr>
      <vt:lpstr>Same idea as single neuron</vt:lpstr>
      <vt:lpstr>Intuition</vt:lpstr>
      <vt:lpstr>There is a structure here</vt:lpstr>
      <vt:lpstr>Structure</vt:lpstr>
      <vt:lpstr>PowerPoint Presentation</vt:lpstr>
      <vt:lpstr>PowerPoint Presentation</vt:lpstr>
      <vt:lpstr>Backpropagation</vt:lpstr>
      <vt:lpstr>Neural Network w/ Backpropagation</vt:lpstr>
      <vt:lpstr>Convergence</vt:lpstr>
      <vt:lpstr>Demo</vt:lpstr>
      <vt:lpstr>Neural networks are function approximators</vt:lpstr>
      <vt:lpstr>Training a NN</vt:lpstr>
      <vt:lpstr>You have helped train a NN before</vt:lpstr>
      <vt:lpstr>You have helped train a NN before</vt:lpstr>
      <vt:lpstr>You have helped train a NN before</vt:lpstr>
      <vt:lpstr>You have helped train a NN before</vt:lpstr>
      <vt:lpstr>Big Picture</vt:lpstr>
      <vt:lpstr>Designing a NN</vt:lpstr>
      <vt:lpstr>Designing a NN</vt:lpstr>
      <vt:lpstr>How to connect the neurons?</vt:lpstr>
      <vt:lpstr>How to connect the neurons?</vt:lpstr>
      <vt:lpstr>How to connect the neurons?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Designing a NN</vt:lpstr>
      <vt:lpstr>What activation function to use?</vt:lpstr>
      <vt:lpstr>Problems with Sigmoid Activation</vt:lpstr>
      <vt:lpstr>What activation function to use?</vt:lpstr>
      <vt:lpstr>What activation function to use?</vt:lpstr>
      <vt:lpstr>Designing a NN</vt:lpstr>
      <vt:lpstr>What loss function to use?</vt:lpstr>
      <vt:lpstr>Classification problems</vt:lpstr>
      <vt:lpstr>Designing a NN</vt:lpstr>
      <vt:lpstr>Many Alternatives</vt:lpstr>
      <vt:lpstr>Hyperparameter optimization</vt:lpstr>
      <vt:lpstr>Demo</vt:lpstr>
      <vt:lpstr>Designing a NN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Troi Williams</cp:lastModifiedBy>
  <cp:revision>7</cp:revision>
  <dcterms:modified xsi:type="dcterms:W3CDTF">2026-04-14T16:11:09Z</dcterms:modified>
</cp:coreProperties>
</file>